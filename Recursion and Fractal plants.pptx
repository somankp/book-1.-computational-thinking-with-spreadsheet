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4"/>
  </p:notesMasterIdLst>
  <p:sldIdLst>
    <p:sldId id="533" r:id="rId3"/>
    <p:sldId id="274" r:id="rId4"/>
    <p:sldId id="283" r:id="rId5"/>
    <p:sldId id="277" r:id="rId6"/>
    <p:sldId id="287" r:id="rId7"/>
    <p:sldId id="286" r:id="rId8"/>
    <p:sldId id="285" r:id="rId9"/>
    <p:sldId id="273" r:id="rId10"/>
    <p:sldId id="288" r:id="rId11"/>
    <p:sldId id="289" r:id="rId12"/>
    <p:sldId id="275" r:id="rId13"/>
    <p:sldId id="280" r:id="rId14"/>
    <p:sldId id="279" r:id="rId15"/>
    <p:sldId id="290" r:id="rId16"/>
    <p:sldId id="278" r:id="rId17"/>
    <p:sldId id="480" r:id="rId18"/>
    <p:sldId id="478" r:id="rId19"/>
    <p:sldId id="295" r:id="rId20"/>
    <p:sldId id="479" r:id="rId21"/>
    <p:sldId id="300" r:id="rId22"/>
    <p:sldId id="309" r:id="rId23"/>
    <p:sldId id="476" r:id="rId24"/>
    <p:sldId id="304" r:id="rId25"/>
    <p:sldId id="310" r:id="rId26"/>
    <p:sldId id="311" r:id="rId27"/>
    <p:sldId id="315" r:id="rId28"/>
    <p:sldId id="333" r:id="rId29"/>
    <p:sldId id="317" r:id="rId30"/>
    <p:sldId id="325" r:id="rId31"/>
    <p:sldId id="319" r:id="rId32"/>
    <p:sldId id="320" r:id="rId33"/>
    <p:sldId id="321" r:id="rId34"/>
    <p:sldId id="322" r:id="rId35"/>
    <p:sldId id="324" r:id="rId36"/>
    <p:sldId id="323" r:id="rId37"/>
    <p:sldId id="526" r:id="rId38"/>
    <p:sldId id="528" r:id="rId39"/>
    <p:sldId id="527" r:id="rId40"/>
    <p:sldId id="481" r:id="rId41"/>
    <p:sldId id="512" r:id="rId42"/>
    <p:sldId id="519" r:id="rId43"/>
    <p:sldId id="517" r:id="rId44"/>
    <p:sldId id="520" r:id="rId45"/>
    <p:sldId id="518" r:id="rId46"/>
    <p:sldId id="522" r:id="rId47"/>
    <p:sldId id="523" r:id="rId48"/>
    <p:sldId id="529" r:id="rId49"/>
    <p:sldId id="256" r:id="rId50"/>
    <p:sldId id="530" r:id="rId51"/>
    <p:sldId id="531" r:id="rId52"/>
    <p:sldId id="257" r:id="rId53"/>
    <p:sldId id="265" r:id="rId54"/>
    <p:sldId id="266" r:id="rId55"/>
    <p:sldId id="267" r:id="rId56"/>
    <p:sldId id="258" r:id="rId57"/>
    <p:sldId id="259" r:id="rId58"/>
    <p:sldId id="260" r:id="rId59"/>
    <p:sldId id="261" r:id="rId60"/>
    <p:sldId id="262" r:id="rId61"/>
    <p:sldId id="263" r:id="rId62"/>
    <p:sldId id="264" r:id="rId63"/>
    <p:sldId id="268" r:id="rId64"/>
    <p:sldId id="269" r:id="rId65"/>
    <p:sldId id="270" r:id="rId66"/>
    <p:sldId id="532" r:id="rId67"/>
    <p:sldId id="281" r:id="rId68"/>
    <p:sldId id="282" r:id="rId69"/>
    <p:sldId id="284" r:id="rId70"/>
    <p:sldId id="271" r:id="rId71"/>
    <p:sldId id="534" r:id="rId72"/>
    <p:sldId id="535"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4641" autoAdjust="0"/>
  </p:normalViewPr>
  <p:slideViewPr>
    <p:cSldViewPr snapToGrid="0">
      <p:cViewPr varScale="1">
        <p:scale>
          <a:sx n="74" d="100"/>
          <a:sy n="74" d="100"/>
        </p:scale>
        <p:origin x="1042" y="58"/>
      </p:cViewPr>
      <p:guideLst/>
    </p:cSldViewPr>
  </p:slideViewPr>
  <p:notesTextViewPr>
    <p:cViewPr>
      <p:scale>
        <a:sx n="1" d="1"/>
        <a:sy n="1" d="1"/>
      </p:scale>
      <p:origin x="0" y="0"/>
    </p:cViewPr>
  </p:notesTextViewPr>
  <p:sorterViewPr>
    <p:cViewPr>
      <p:scale>
        <a:sx n="100" d="100"/>
        <a:sy n="100" d="100"/>
      </p:scale>
      <p:origin x="0" y="-2171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D32A1-8DB6-47AF-B9FA-37C597E1F02B}" type="datetimeFigureOut">
              <a:rPr lang="en-IN" smtClean="0"/>
              <a:t>08-06-2024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85095-7B4C-4171-B035-F2005142709A}" type="slidenum">
              <a:rPr lang="en-IN" smtClean="0"/>
              <a:t>‹#›</a:t>
            </a:fld>
            <a:endParaRPr lang="en-IN"/>
          </a:p>
        </p:txBody>
      </p:sp>
    </p:spTree>
    <p:extLst>
      <p:ext uri="{BB962C8B-B14F-4D97-AF65-F5344CB8AC3E}">
        <p14:creationId xmlns:p14="http://schemas.microsoft.com/office/powerpoint/2010/main" val="355582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685095-7B4C-4171-B035-F2005142709A}" type="slidenum">
              <a:rPr lang="en-IN" smtClean="0"/>
              <a:t>1</a:t>
            </a:fld>
            <a:endParaRPr lang="en-IN"/>
          </a:p>
        </p:txBody>
      </p:sp>
    </p:spTree>
    <p:extLst>
      <p:ext uri="{BB962C8B-B14F-4D97-AF65-F5344CB8AC3E}">
        <p14:creationId xmlns:p14="http://schemas.microsoft.com/office/powerpoint/2010/main" val="60804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863AF010-35C1-415A-84F0-DA8A29CF0F8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0036D6-C252-472E-84D1-BF5BB1324565}"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171" name="Rectangle 2">
            <a:extLst>
              <a:ext uri="{FF2B5EF4-FFF2-40B4-BE49-F238E27FC236}">
                <a16:creationId xmlns:a16="http://schemas.microsoft.com/office/drawing/2014/main" id="{3A744FA5-DFAA-432A-BB9B-E1D6E41A61CC}"/>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ECC5732-ECF5-47E2-A586-4A6B676EA40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4A239346-216D-4FA6-BCBE-799F6E35051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0F47959-5168-4E81-AECA-5B546EAA6555}"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19" name="Rectangle 2">
            <a:extLst>
              <a:ext uri="{FF2B5EF4-FFF2-40B4-BE49-F238E27FC236}">
                <a16:creationId xmlns:a16="http://schemas.microsoft.com/office/drawing/2014/main" id="{A68C8B31-F23D-4F6A-9CEE-229CF29DB317}"/>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D1756216-1A56-4ABF-BD06-BF801BF333C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7F1FE050-E5F5-4B1F-BAF1-A0946AFD98C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B4E2C30-D63D-4196-87F8-A1D42DB430A9}"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a:extLst>
              <a:ext uri="{FF2B5EF4-FFF2-40B4-BE49-F238E27FC236}">
                <a16:creationId xmlns:a16="http://schemas.microsoft.com/office/drawing/2014/main" id="{6A019FB1-122E-46E4-B2B2-9400BCB81AF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93C1DC88-1413-4D6C-B491-6743BDC3725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1BF205A3-15AB-4F6A-AF60-ABBB9416CE4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8CC3F6-8273-40EC-8FA0-716334015AD6}"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3315" name="Rectangle 2">
            <a:extLst>
              <a:ext uri="{FF2B5EF4-FFF2-40B4-BE49-F238E27FC236}">
                <a16:creationId xmlns:a16="http://schemas.microsoft.com/office/drawing/2014/main" id="{A789401D-4882-44D4-88AE-A5FDB02D2AE7}"/>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54F53BEC-0EA4-4B1D-AB79-B5FB6CAE3AC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9AA9DF98-4556-405F-B87B-756FE2FC004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757F4F9-24E6-4684-BC5E-445FBADC0851}"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5363" name="Rectangle 2">
            <a:extLst>
              <a:ext uri="{FF2B5EF4-FFF2-40B4-BE49-F238E27FC236}">
                <a16:creationId xmlns:a16="http://schemas.microsoft.com/office/drawing/2014/main" id="{B5752F4C-4396-4D93-B5C8-C49B76DD6528}"/>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9D2D378D-E72A-4287-9DB9-A6DA728ADF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1553A766-6A72-4C55-8539-3197F7B81A5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D0C95EA-8A89-43FA-A4B1-F579533C03BC}"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7411" name="Rectangle 2">
            <a:extLst>
              <a:ext uri="{FF2B5EF4-FFF2-40B4-BE49-F238E27FC236}">
                <a16:creationId xmlns:a16="http://schemas.microsoft.com/office/drawing/2014/main" id="{A3C52A0F-2084-4CF9-86C3-8B35CCB15B49}"/>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0B41C5E-140F-4643-82E3-7ECC6BD768E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1FB21B3-54E0-43B3-99B2-FC9326BA88D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F8308B9-88B0-425D-9800-7B7B51881824}"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459" name="Rectangle 2">
            <a:extLst>
              <a:ext uri="{FF2B5EF4-FFF2-40B4-BE49-F238E27FC236}">
                <a16:creationId xmlns:a16="http://schemas.microsoft.com/office/drawing/2014/main" id="{C38100C2-BB32-4492-AE7E-2A250A7EE4AA}"/>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E3080A2C-8809-46F9-AC9C-D251967D3E7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CFE094AA-C42D-43E5-8D33-EF0A301F9C4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F41CBA-5B9A-4AEF-9928-700BB3F664C4}"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1507" name="Rectangle 2">
            <a:extLst>
              <a:ext uri="{FF2B5EF4-FFF2-40B4-BE49-F238E27FC236}">
                <a16:creationId xmlns:a16="http://schemas.microsoft.com/office/drawing/2014/main" id="{67D125BC-F2BB-4CCB-81FD-A73E31DDA234}"/>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A6B83A0A-4493-4AF5-9465-832675EED2C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23E0C656-8F68-4F30-902A-54FEB2AF761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7651C0E-6649-4A00-A3AF-77897CBEA273}"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3555" name="Rectangle 2">
            <a:extLst>
              <a:ext uri="{FF2B5EF4-FFF2-40B4-BE49-F238E27FC236}">
                <a16:creationId xmlns:a16="http://schemas.microsoft.com/office/drawing/2014/main" id="{35AF5D98-F87C-4FBC-BF54-9AC657C8F2B9}"/>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22059BA7-2AE2-4F9B-8DCF-732C20E110D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EB96557F-E099-4095-83C9-F9D94707580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1F95047-5132-4FA7-8C98-097D4D857406}"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5603" name="Rectangle 2">
            <a:extLst>
              <a:ext uri="{FF2B5EF4-FFF2-40B4-BE49-F238E27FC236}">
                <a16:creationId xmlns:a16="http://schemas.microsoft.com/office/drawing/2014/main" id="{6417C7E9-7B6F-44CC-B7FC-7715A29E1BF4}"/>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CE9E7703-6EDE-4493-8CD1-E6658F07ACC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F142A795-A37F-4349-86FE-94F50EBA8D8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81B6B54-E1BE-4DBC-822A-F5961A0EA987}"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7651" name="Rectangle 2">
            <a:extLst>
              <a:ext uri="{FF2B5EF4-FFF2-40B4-BE49-F238E27FC236}">
                <a16:creationId xmlns:a16="http://schemas.microsoft.com/office/drawing/2014/main" id="{8022EBBC-9565-4B16-86B7-81F18AD409EA}"/>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4ADE5E10-158D-4ABF-BC8E-F2197CE6C58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11B4C786-3DF7-4C5F-BD4B-DCAE63DEE5E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86B726-175D-4B71-BA40-B289527B0D02}"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699" name="Rectangle 2">
            <a:extLst>
              <a:ext uri="{FF2B5EF4-FFF2-40B4-BE49-F238E27FC236}">
                <a16:creationId xmlns:a16="http://schemas.microsoft.com/office/drawing/2014/main" id="{5F3E028C-D2D6-4032-84DD-F5429B108921}"/>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7C5CEEA7-80F0-4E12-B249-FBCD1ADC034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30A603C1-972A-4013-B7A6-0A58E847CA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200F4B1-44DB-471F-A003-76BCA9485411}"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747" name="Rectangle 2">
            <a:extLst>
              <a:ext uri="{FF2B5EF4-FFF2-40B4-BE49-F238E27FC236}">
                <a16:creationId xmlns:a16="http://schemas.microsoft.com/office/drawing/2014/main" id="{6156D65B-1469-4A5A-8C1C-2F345878A6DD}"/>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040CE681-B9E7-41DA-99DE-1F57A3212BF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180074FA-D8CC-4FE9-B001-BEA6301B0BD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1708CC3-7B10-4956-B892-6F8A9DBCC4D2}"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3795" name="Rectangle 2">
            <a:extLst>
              <a:ext uri="{FF2B5EF4-FFF2-40B4-BE49-F238E27FC236}">
                <a16:creationId xmlns:a16="http://schemas.microsoft.com/office/drawing/2014/main" id="{EA5C675E-4CFC-4BAB-8F59-ECBBB9494B4B}"/>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455A4953-1BA1-4616-83B4-897DD7B8879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929EDD4F-AFBE-478D-9936-5280CF4D501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2C93794-0B87-49C7-B69B-CB9B1A1A0118}"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5843" name="Rectangle 2">
            <a:extLst>
              <a:ext uri="{FF2B5EF4-FFF2-40B4-BE49-F238E27FC236}">
                <a16:creationId xmlns:a16="http://schemas.microsoft.com/office/drawing/2014/main" id="{D9A33EF7-74E6-4621-BC43-0D2AD68C4A3F}"/>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A5284722-9EE8-4FF4-A471-D5979CAAF57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02E43885-44F7-4C91-A099-A7291081DB9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058622-F36B-4A6D-AA35-31C9DFA01E3D}"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7891" name="Rectangle 2">
            <a:extLst>
              <a:ext uri="{FF2B5EF4-FFF2-40B4-BE49-F238E27FC236}">
                <a16:creationId xmlns:a16="http://schemas.microsoft.com/office/drawing/2014/main" id="{6BD5E0EC-4DC5-4F93-9DB0-DE21311F9041}"/>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33539B7C-3A7A-41E7-BADF-E79BAC5BEA6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D984C0D3-7F4C-49FD-B4A3-78F0384054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2FEA494-6DD9-41E5-9D85-18EC11C6CC2A}"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9939" name="Rectangle 2">
            <a:extLst>
              <a:ext uri="{FF2B5EF4-FFF2-40B4-BE49-F238E27FC236}">
                <a16:creationId xmlns:a16="http://schemas.microsoft.com/office/drawing/2014/main" id="{9F47F76E-3E03-4653-AF88-68D52A4063C8}"/>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D8B6FCC6-1E5A-42F9-972C-A1FEB35B46F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3EFCC0CD-A1E8-47C5-92A6-B6F6932AD02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6B65D21-6912-412D-8403-6147B4B0EC81}" type="slidenum">
              <a:rPr kumimoji="0" lang="en-CA"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CA"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1987" name="Rectangle 2">
            <a:extLst>
              <a:ext uri="{FF2B5EF4-FFF2-40B4-BE49-F238E27FC236}">
                <a16:creationId xmlns:a16="http://schemas.microsoft.com/office/drawing/2014/main" id="{A4A1221B-4C7A-4309-A5C5-9EABCA73A133}"/>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B456E25D-D283-4140-AF4A-0A845F3BD35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92FD818-683F-45B4-BE4B-CAA76AE652C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4490727-817A-4459-AB07-612D7DE3D41B}" type="slidenum">
              <a:rPr kumimoji="0" lang="en-CA"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CA"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44035" name="Rectangle 2">
            <a:extLst>
              <a:ext uri="{FF2B5EF4-FFF2-40B4-BE49-F238E27FC236}">
                <a16:creationId xmlns:a16="http://schemas.microsoft.com/office/drawing/2014/main" id="{E292B07A-8D42-4CDF-A657-BDB0C8CD5666}"/>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6B6D8CB8-0B84-4B8A-B480-9E227C3234D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1203BE63-C20A-45A1-9A48-CB490AA3674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4D66A71-EA09-415C-8BB7-C79BD4B80B1F}" type="slidenum">
              <a:rPr kumimoji="0" lang="en-CA"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CA"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50179" name="Rectangle 2">
            <a:extLst>
              <a:ext uri="{FF2B5EF4-FFF2-40B4-BE49-F238E27FC236}">
                <a16:creationId xmlns:a16="http://schemas.microsoft.com/office/drawing/2014/main" id="{020242D1-A429-4C52-8B6F-CB1F61EB3F04}"/>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3799C11F-E72B-459F-AF0F-D7D486C6D20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06D5-A0BC-483B-A0E1-A125422901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A04B6B-03D6-26C9-0F45-9717D853F8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CB43AF1-40E4-E36B-AF47-7F5BA4589050}"/>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5" name="Footer Placeholder 4">
            <a:extLst>
              <a:ext uri="{FF2B5EF4-FFF2-40B4-BE49-F238E27FC236}">
                <a16:creationId xmlns:a16="http://schemas.microsoft.com/office/drawing/2014/main" id="{78CCAE23-114D-B338-31ED-284D0A1704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ADADC1-23FD-160A-100A-EAC2A16F98C3}"/>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3857052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C33A-601B-8481-ECB8-4933596F47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EB5196-725E-4A37-291D-7983DC3568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E968E6-20A8-4BEC-57D2-19E31EEB3D94}"/>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5" name="Footer Placeholder 4">
            <a:extLst>
              <a:ext uri="{FF2B5EF4-FFF2-40B4-BE49-F238E27FC236}">
                <a16:creationId xmlns:a16="http://schemas.microsoft.com/office/drawing/2014/main" id="{18C2F734-C3F7-4A60-1981-AECB0A29F1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0B0127-DC7D-2EF8-805E-F6A9B5E47681}"/>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2704162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AADB-15AD-43FF-F71C-C68A34D385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7D037B-B0C9-F5E2-BE2C-131A7E6DB8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23CEA6-942D-01C5-91FD-AEE25BEB454A}"/>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5" name="Footer Placeholder 4">
            <a:extLst>
              <a:ext uri="{FF2B5EF4-FFF2-40B4-BE49-F238E27FC236}">
                <a16:creationId xmlns:a16="http://schemas.microsoft.com/office/drawing/2014/main" id="{FB55CA6C-61F3-0810-5EA0-DEDE51C72F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8B2345-2EB9-C92D-A569-BA76E4B39D1C}"/>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355956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FEC00-22EE-0B7C-88A9-3118357F10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6972E4-BDA5-8294-CD1F-D0CA19915A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8711C0A-1D13-DE96-8F9B-8B7DB97E96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F358DF-930E-6120-4526-B0080A821C45}"/>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6" name="Footer Placeholder 5">
            <a:extLst>
              <a:ext uri="{FF2B5EF4-FFF2-40B4-BE49-F238E27FC236}">
                <a16:creationId xmlns:a16="http://schemas.microsoft.com/office/drawing/2014/main" id="{466D8BEF-936C-9D1C-1ADA-609E37780E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93D032-017E-0AA3-1BDE-B9CD809791C5}"/>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89824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CEF3B-34E3-FB33-8C17-0F14DA6784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9C712E-4751-E4CE-214C-D498F9AFFC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E32650-ACB3-838B-A8B2-B66AEF2148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88091C-7E46-761B-42D2-53F5460FAA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40FDF8-E0DA-3E91-EEA9-5CF293BE4B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06F7D79-0233-A25C-0A8B-42E52116F22B}"/>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8" name="Footer Placeholder 7">
            <a:extLst>
              <a:ext uri="{FF2B5EF4-FFF2-40B4-BE49-F238E27FC236}">
                <a16:creationId xmlns:a16="http://schemas.microsoft.com/office/drawing/2014/main" id="{DB2AFF2C-4511-3053-D9E0-F137A48381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7DD125-44B2-697D-EDF8-4077AA1A0952}"/>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4131071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E6790-DFCA-CE35-831F-3A51F88B0E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21F323-2141-0A0A-3EBF-B09C93B9B1C9}"/>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4" name="Footer Placeholder 3">
            <a:extLst>
              <a:ext uri="{FF2B5EF4-FFF2-40B4-BE49-F238E27FC236}">
                <a16:creationId xmlns:a16="http://schemas.microsoft.com/office/drawing/2014/main" id="{737F10CF-8049-B99A-03DA-2D2557B186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B5EB23-9E1C-5A49-22E5-430438872AF4}"/>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2591203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A306BE-C63B-6666-F6ED-525114B20305}"/>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3" name="Footer Placeholder 2">
            <a:extLst>
              <a:ext uri="{FF2B5EF4-FFF2-40B4-BE49-F238E27FC236}">
                <a16:creationId xmlns:a16="http://schemas.microsoft.com/office/drawing/2014/main" id="{780864C0-6911-0A91-8AF0-A59C6BA8BC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AB5CB7-8E2E-596D-96E8-3C9C8359F27E}"/>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115083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D5BC2-C54E-A24B-70BA-3D268A0776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5E016D-8AE8-8E14-6831-EF9344BCD5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2D8ED3-92A0-FF82-FE5A-31C6BF1844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B119DB-80E7-0BCD-BA19-0F56FC572D23}"/>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6" name="Footer Placeholder 5">
            <a:extLst>
              <a:ext uri="{FF2B5EF4-FFF2-40B4-BE49-F238E27FC236}">
                <a16:creationId xmlns:a16="http://schemas.microsoft.com/office/drawing/2014/main" id="{13612A01-A923-6162-C485-D3DBB496E3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7F3382-263B-B38A-D8C1-3229CCC794FF}"/>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3545185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8BE9-B440-D51B-3A17-2E45F3A583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9D6BFB-CF4C-1055-CBBE-40C09BFB43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511CBA-9A80-C7A6-A717-3F8066470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5635F3-4578-1C8D-D11E-CDDFB37361C9}"/>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6" name="Footer Placeholder 5">
            <a:extLst>
              <a:ext uri="{FF2B5EF4-FFF2-40B4-BE49-F238E27FC236}">
                <a16:creationId xmlns:a16="http://schemas.microsoft.com/office/drawing/2014/main" id="{D1148B59-B12B-CA07-9C5F-D559A34F06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48747B-AAEF-22EB-471B-3CC47D83B01D}"/>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4092885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8EA03-2E94-D13D-3261-B7477465B8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3E8805-F3BF-8987-DA24-CE52B9098B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800730-0759-A618-5AFA-68B92B116C42}"/>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5" name="Footer Placeholder 4">
            <a:extLst>
              <a:ext uri="{FF2B5EF4-FFF2-40B4-BE49-F238E27FC236}">
                <a16:creationId xmlns:a16="http://schemas.microsoft.com/office/drawing/2014/main" id="{3C7D47A4-54C1-980A-FDAE-F315334A35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08B0D1-B1F8-3F9D-3B98-B2929ED3BE82}"/>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1974319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A53A61-583F-440E-445C-A00AA29DBA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3B860B-EA7A-CBB0-7B47-F90DBEA9A7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7E949B-E7A1-8648-F547-70D06B59D950}"/>
              </a:ext>
            </a:extLst>
          </p:cNvPr>
          <p:cNvSpPr>
            <a:spLocks noGrp="1"/>
          </p:cNvSpPr>
          <p:nvPr>
            <p:ph type="dt" sz="half" idx="10"/>
          </p:nvPr>
        </p:nvSpPr>
        <p:spPr/>
        <p:txBody>
          <a:bodyPr/>
          <a:lstStyle/>
          <a:p>
            <a:fld id="{DD3CB764-B56A-4BDB-94F1-6E83433EEB7F}" type="datetimeFigureOut">
              <a:rPr lang="en-IN" smtClean="0"/>
              <a:t>08-06-2024</a:t>
            </a:fld>
            <a:endParaRPr lang="en-IN"/>
          </a:p>
        </p:txBody>
      </p:sp>
      <p:sp>
        <p:nvSpPr>
          <p:cNvPr id="5" name="Footer Placeholder 4">
            <a:extLst>
              <a:ext uri="{FF2B5EF4-FFF2-40B4-BE49-F238E27FC236}">
                <a16:creationId xmlns:a16="http://schemas.microsoft.com/office/drawing/2014/main" id="{AC9EF340-80FE-1728-FFBE-B150CEC65F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205FA6-2EA1-2EF9-752F-CBCACBA8A4AA}"/>
              </a:ext>
            </a:extLst>
          </p:cNvPr>
          <p:cNvSpPr>
            <a:spLocks noGrp="1"/>
          </p:cNvSpPr>
          <p:nvPr>
            <p:ph type="sldNum" sz="quarter" idx="12"/>
          </p:nvPr>
        </p:nvSpPr>
        <p:spPr/>
        <p:txBody>
          <a:bodyPr/>
          <a:lstStyle/>
          <a:p>
            <a:fld id="{791FD819-5592-4EF9-9304-428ED01C6204}" type="slidenum">
              <a:rPr lang="en-IN" smtClean="0"/>
              <a:t>‹#›</a:t>
            </a:fld>
            <a:endParaRPr lang="en-IN"/>
          </a:p>
        </p:txBody>
      </p:sp>
    </p:spTree>
    <p:extLst>
      <p:ext uri="{BB962C8B-B14F-4D97-AF65-F5344CB8AC3E}">
        <p14:creationId xmlns:p14="http://schemas.microsoft.com/office/powerpoint/2010/main" val="4265801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a:extLst>
              <a:ext uri="{FF2B5EF4-FFF2-40B4-BE49-F238E27FC236}">
                <a16:creationId xmlns:a16="http://schemas.microsoft.com/office/drawing/2014/main" id="{C45052AE-9932-4121-A635-E9CC551DB73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3E41B417-D282-471E-9AB2-048CF276758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C4AE3B75-C346-4484-86B2-5D39C36D1AB4}"/>
              </a:ext>
            </a:extLst>
          </p:cNvPr>
          <p:cNvSpPr>
            <a:spLocks noGrp="1" noChangeArrowheads="1"/>
          </p:cNvSpPr>
          <p:nvPr>
            <p:ph type="sldNum" sz="quarter" idx="12"/>
          </p:nvPr>
        </p:nvSpPr>
        <p:spPr>
          <a:ln/>
        </p:spPr>
        <p:txBody>
          <a:bodyPr/>
          <a:lstStyle>
            <a:lvl1pPr>
              <a:defRPr/>
            </a:lvl1pPr>
          </a:lstStyle>
          <a:p>
            <a:pPr>
              <a:defRPr/>
            </a:pPr>
            <a:fld id="{69B12455-4319-4D6D-BA99-C0A6CD3E956B}" type="slidenum">
              <a:rPr lang="zh-TW" altLang="en-US"/>
              <a:pPr>
                <a:defRPr/>
              </a:pPr>
              <a:t>‹#›</a:t>
            </a:fld>
            <a:endParaRPr lang="en-US" altLang="zh-TW"/>
          </a:p>
        </p:txBody>
      </p:sp>
    </p:spTree>
    <p:extLst>
      <p:ext uri="{BB962C8B-B14F-4D97-AF65-F5344CB8AC3E}">
        <p14:creationId xmlns:p14="http://schemas.microsoft.com/office/powerpoint/2010/main" val="4117424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A602BFEB-91DE-4568-BC57-DEECB1BE82C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EDC68C6D-5D64-49D0-993D-8024AB091CB5}"/>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62132CB5-4D7B-4AFE-921A-896DE82591D6}"/>
              </a:ext>
            </a:extLst>
          </p:cNvPr>
          <p:cNvSpPr>
            <a:spLocks noGrp="1" noChangeArrowheads="1"/>
          </p:cNvSpPr>
          <p:nvPr>
            <p:ph type="sldNum" sz="quarter" idx="12"/>
          </p:nvPr>
        </p:nvSpPr>
        <p:spPr>
          <a:ln/>
        </p:spPr>
        <p:txBody>
          <a:bodyPr/>
          <a:lstStyle>
            <a:lvl1pPr>
              <a:defRPr/>
            </a:lvl1pPr>
          </a:lstStyle>
          <a:p>
            <a:pPr>
              <a:defRPr/>
            </a:pPr>
            <a:fld id="{66703DA6-1CEA-435B-B561-D1620F6DA62C}" type="slidenum">
              <a:rPr lang="zh-TW" altLang="en-US"/>
              <a:pPr>
                <a:defRPr/>
              </a:pPr>
              <a:t>‹#›</a:t>
            </a:fld>
            <a:endParaRPr lang="en-US" altLang="zh-TW"/>
          </a:p>
        </p:txBody>
      </p:sp>
    </p:spTree>
    <p:extLst>
      <p:ext uri="{BB962C8B-B14F-4D97-AF65-F5344CB8AC3E}">
        <p14:creationId xmlns:p14="http://schemas.microsoft.com/office/powerpoint/2010/main" val="1400911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0746A63E-BE0A-4539-AEF4-9E308447AB1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19A00890-3C36-4259-8C8E-920E0F4852D3}"/>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EE3F1996-2F75-4880-AEAE-0D4968FCA30B}"/>
              </a:ext>
            </a:extLst>
          </p:cNvPr>
          <p:cNvSpPr>
            <a:spLocks noGrp="1" noChangeArrowheads="1"/>
          </p:cNvSpPr>
          <p:nvPr>
            <p:ph type="sldNum" sz="quarter" idx="12"/>
          </p:nvPr>
        </p:nvSpPr>
        <p:spPr>
          <a:ln/>
        </p:spPr>
        <p:txBody>
          <a:bodyPr/>
          <a:lstStyle>
            <a:lvl1pPr>
              <a:defRPr/>
            </a:lvl1pPr>
          </a:lstStyle>
          <a:p>
            <a:pPr>
              <a:defRPr/>
            </a:pPr>
            <a:fld id="{91467DF0-889A-4F1C-913B-D1F4CD6A7F2A}" type="slidenum">
              <a:rPr lang="zh-TW" altLang="en-US"/>
              <a:pPr>
                <a:defRPr/>
              </a:pPr>
              <a:t>‹#›</a:t>
            </a:fld>
            <a:endParaRPr lang="en-US" altLang="zh-TW"/>
          </a:p>
        </p:txBody>
      </p:sp>
    </p:spTree>
    <p:extLst>
      <p:ext uri="{BB962C8B-B14F-4D97-AF65-F5344CB8AC3E}">
        <p14:creationId xmlns:p14="http://schemas.microsoft.com/office/powerpoint/2010/main" val="1023659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30DA750F-0DA6-4B38-B4D5-A397A591075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385B2DF9-F234-43B6-B284-5C2FBD82025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7BFEAA89-2DFA-458E-83AF-E64074487787}"/>
              </a:ext>
            </a:extLst>
          </p:cNvPr>
          <p:cNvSpPr>
            <a:spLocks noGrp="1" noChangeArrowheads="1"/>
          </p:cNvSpPr>
          <p:nvPr>
            <p:ph type="sldNum" sz="quarter" idx="12"/>
          </p:nvPr>
        </p:nvSpPr>
        <p:spPr>
          <a:ln/>
        </p:spPr>
        <p:txBody>
          <a:bodyPr/>
          <a:lstStyle>
            <a:lvl1pPr>
              <a:defRPr/>
            </a:lvl1pPr>
          </a:lstStyle>
          <a:p>
            <a:pPr>
              <a:defRPr/>
            </a:pPr>
            <a:fld id="{EFEFD16D-F875-4EBB-924A-53D61A1B60DD}" type="slidenum">
              <a:rPr lang="zh-TW" altLang="en-US"/>
              <a:pPr>
                <a:defRPr/>
              </a:pPr>
              <a:t>‹#›</a:t>
            </a:fld>
            <a:endParaRPr lang="en-US" altLang="zh-TW"/>
          </a:p>
        </p:txBody>
      </p:sp>
    </p:spTree>
    <p:extLst>
      <p:ext uri="{BB962C8B-B14F-4D97-AF65-F5344CB8AC3E}">
        <p14:creationId xmlns:p14="http://schemas.microsoft.com/office/powerpoint/2010/main" val="3808183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a16="http://schemas.microsoft.com/office/drawing/2014/main" id="{171E871B-E94E-4558-94CA-BC92C73769D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a:extLst>
              <a:ext uri="{FF2B5EF4-FFF2-40B4-BE49-F238E27FC236}">
                <a16:creationId xmlns:a16="http://schemas.microsoft.com/office/drawing/2014/main" id="{D7B80940-EA96-4913-91D4-2AD1FDA0EF6A}"/>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a:extLst>
              <a:ext uri="{FF2B5EF4-FFF2-40B4-BE49-F238E27FC236}">
                <a16:creationId xmlns:a16="http://schemas.microsoft.com/office/drawing/2014/main" id="{C8E20B6F-8252-43B6-9022-DC155B4B57C8}"/>
              </a:ext>
            </a:extLst>
          </p:cNvPr>
          <p:cNvSpPr>
            <a:spLocks noGrp="1" noChangeArrowheads="1"/>
          </p:cNvSpPr>
          <p:nvPr>
            <p:ph type="sldNum" sz="quarter" idx="12"/>
          </p:nvPr>
        </p:nvSpPr>
        <p:spPr>
          <a:ln/>
        </p:spPr>
        <p:txBody>
          <a:bodyPr/>
          <a:lstStyle>
            <a:lvl1pPr>
              <a:defRPr/>
            </a:lvl1pPr>
          </a:lstStyle>
          <a:p>
            <a:pPr>
              <a:defRPr/>
            </a:pPr>
            <a:fld id="{6F3942D8-E82F-4624-946A-C68143FA2270}" type="slidenum">
              <a:rPr lang="zh-TW" altLang="en-US"/>
              <a:pPr>
                <a:defRPr/>
              </a:pPr>
              <a:t>‹#›</a:t>
            </a:fld>
            <a:endParaRPr lang="en-US" altLang="zh-TW"/>
          </a:p>
        </p:txBody>
      </p:sp>
    </p:spTree>
    <p:extLst>
      <p:ext uri="{BB962C8B-B14F-4D97-AF65-F5344CB8AC3E}">
        <p14:creationId xmlns:p14="http://schemas.microsoft.com/office/powerpoint/2010/main" val="1083595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a16="http://schemas.microsoft.com/office/drawing/2014/main" id="{FA401055-26DA-402E-8647-3918909FB39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a:extLst>
              <a:ext uri="{FF2B5EF4-FFF2-40B4-BE49-F238E27FC236}">
                <a16:creationId xmlns:a16="http://schemas.microsoft.com/office/drawing/2014/main" id="{383A83EF-6169-4D95-92CD-E2BA6EF9D9EC}"/>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a:extLst>
              <a:ext uri="{FF2B5EF4-FFF2-40B4-BE49-F238E27FC236}">
                <a16:creationId xmlns:a16="http://schemas.microsoft.com/office/drawing/2014/main" id="{198B1AE6-3707-49BC-AF5C-7D349E2D3D35}"/>
              </a:ext>
            </a:extLst>
          </p:cNvPr>
          <p:cNvSpPr>
            <a:spLocks noGrp="1" noChangeArrowheads="1"/>
          </p:cNvSpPr>
          <p:nvPr>
            <p:ph type="sldNum" sz="quarter" idx="12"/>
          </p:nvPr>
        </p:nvSpPr>
        <p:spPr>
          <a:ln/>
        </p:spPr>
        <p:txBody>
          <a:bodyPr/>
          <a:lstStyle>
            <a:lvl1pPr>
              <a:defRPr/>
            </a:lvl1pPr>
          </a:lstStyle>
          <a:p>
            <a:pPr>
              <a:defRPr/>
            </a:pPr>
            <a:fld id="{D7C8AFF5-0134-417F-BC95-15D3B380EC64}" type="slidenum">
              <a:rPr lang="zh-TW" altLang="en-US"/>
              <a:pPr>
                <a:defRPr/>
              </a:pPr>
              <a:t>‹#›</a:t>
            </a:fld>
            <a:endParaRPr lang="en-US" altLang="zh-TW"/>
          </a:p>
        </p:txBody>
      </p:sp>
    </p:spTree>
    <p:extLst>
      <p:ext uri="{BB962C8B-B14F-4D97-AF65-F5344CB8AC3E}">
        <p14:creationId xmlns:p14="http://schemas.microsoft.com/office/powerpoint/2010/main" val="168172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B5A21BA-BE4E-441B-B79A-74852D7062F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a:extLst>
              <a:ext uri="{FF2B5EF4-FFF2-40B4-BE49-F238E27FC236}">
                <a16:creationId xmlns:a16="http://schemas.microsoft.com/office/drawing/2014/main" id="{184BC964-1983-49F1-9E1C-D6E4966A3BE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a:extLst>
              <a:ext uri="{FF2B5EF4-FFF2-40B4-BE49-F238E27FC236}">
                <a16:creationId xmlns:a16="http://schemas.microsoft.com/office/drawing/2014/main" id="{AB3EAC4E-9EE8-40C4-879B-4B612463AA89}"/>
              </a:ext>
            </a:extLst>
          </p:cNvPr>
          <p:cNvSpPr>
            <a:spLocks noGrp="1" noChangeArrowheads="1"/>
          </p:cNvSpPr>
          <p:nvPr>
            <p:ph type="sldNum" sz="quarter" idx="12"/>
          </p:nvPr>
        </p:nvSpPr>
        <p:spPr>
          <a:ln/>
        </p:spPr>
        <p:txBody>
          <a:bodyPr/>
          <a:lstStyle>
            <a:lvl1pPr>
              <a:defRPr/>
            </a:lvl1pPr>
          </a:lstStyle>
          <a:p>
            <a:pPr>
              <a:defRPr/>
            </a:pPr>
            <a:fld id="{89C81A58-98B9-4B8D-A8F7-5E0CEAAEC827}" type="slidenum">
              <a:rPr lang="zh-TW" altLang="en-US"/>
              <a:pPr>
                <a:defRPr/>
              </a:pPr>
              <a:t>‹#›</a:t>
            </a:fld>
            <a:endParaRPr lang="en-US" altLang="zh-TW"/>
          </a:p>
        </p:txBody>
      </p:sp>
    </p:spTree>
    <p:extLst>
      <p:ext uri="{BB962C8B-B14F-4D97-AF65-F5344CB8AC3E}">
        <p14:creationId xmlns:p14="http://schemas.microsoft.com/office/powerpoint/2010/main" val="3193520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6C2A4372-B914-4ADE-83F5-470397B267AF}"/>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500005CB-055A-4D5A-BEFB-4D8B0BA0582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15AAED14-41BC-4C4F-938C-E3C1A2145C11}"/>
              </a:ext>
            </a:extLst>
          </p:cNvPr>
          <p:cNvSpPr>
            <a:spLocks noGrp="1" noChangeArrowheads="1"/>
          </p:cNvSpPr>
          <p:nvPr>
            <p:ph type="sldNum" sz="quarter" idx="12"/>
          </p:nvPr>
        </p:nvSpPr>
        <p:spPr>
          <a:ln/>
        </p:spPr>
        <p:txBody>
          <a:bodyPr/>
          <a:lstStyle>
            <a:lvl1pPr>
              <a:defRPr/>
            </a:lvl1pPr>
          </a:lstStyle>
          <a:p>
            <a:pPr>
              <a:defRPr/>
            </a:pPr>
            <a:fld id="{7BADE754-5946-4818-B3EC-E73CBC8B189A}" type="slidenum">
              <a:rPr lang="zh-TW" altLang="en-US"/>
              <a:pPr>
                <a:defRPr/>
              </a:pPr>
              <a:t>‹#›</a:t>
            </a:fld>
            <a:endParaRPr lang="en-US" altLang="zh-TW"/>
          </a:p>
        </p:txBody>
      </p:sp>
    </p:spTree>
    <p:extLst>
      <p:ext uri="{BB962C8B-B14F-4D97-AF65-F5344CB8AC3E}">
        <p14:creationId xmlns:p14="http://schemas.microsoft.com/office/powerpoint/2010/main" val="3946535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ACB9E40A-CB5E-4CF3-B879-22769C1CB244}"/>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BADE04C1-0377-4CF9-8297-3C8C1CC46566}"/>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847244D2-C87C-4521-83CB-79537A28A4C4}"/>
              </a:ext>
            </a:extLst>
          </p:cNvPr>
          <p:cNvSpPr>
            <a:spLocks noGrp="1" noChangeArrowheads="1"/>
          </p:cNvSpPr>
          <p:nvPr>
            <p:ph type="sldNum" sz="quarter" idx="12"/>
          </p:nvPr>
        </p:nvSpPr>
        <p:spPr>
          <a:ln/>
        </p:spPr>
        <p:txBody>
          <a:bodyPr/>
          <a:lstStyle>
            <a:lvl1pPr>
              <a:defRPr/>
            </a:lvl1pPr>
          </a:lstStyle>
          <a:p>
            <a:pPr>
              <a:defRPr/>
            </a:pPr>
            <a:fld id="{481F4E63-8B15-403F-9F79-826FB0B8DA25}" type="slidenum">
              <a:rPr lang="zh-TW" altLang="en-US"/>
              <a:pPr>
                <a:defRPr/>
              </a:pPr>
              <a:t>‹#›</a:t>
            </a:fld>
            <a:endParaRPr lang="en-US" altLang="zh-TW"/>
          </a:p>
        </p:txBody>
      </p:sp>
    </p:spTree>
    <p:extLst>
      <p:ext uri="{BB962C8B-B14F-4D97-AF65-F5344CB8AC3E}">
        <p14:creationId xmlns:p14="http://schemas.microsoft.com/office/powerpoint/2010/main" val="2906286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C73D0A39-50BB-419F-9DFB-22F50C5FE25B}"/>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FD0F888B-2853-4F2B-B40D-A27EC08EE14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EC59E9E2-5668-4A14-A8F0-BA71C071A452}"/>
              </a:ext>
            </a:extLst>
          </p:cNvPr>
          <p:cNvSpPr>
            <a:spLocks noGrp="1" noChangeArrowheads="1"/>
          </p:cNvSpPr>
          <p:nvPr>
            <p:ph type="sldNum" sz="quarter" idx="12"/>
          </p:nvPr>
        </p:nvSpPr>
        <p:spPr>
          <a:ln/>
        </p:spPr>
        <p:txBody>
          <a:bodyPr/>
          <a:lstStyle>
            <a:lvl1pPr>
              <a:defRPr/>
            </a:lvl1pPr>
          </a:lstStyle>
          <a:p>
            <a:pPr>
              <a:defRPr/>
            </a:pPr>
            <a:fld id="{7820A365-90A9-4EDA-B1BA-B03B13EEBC05}" type="slidenum">
              <a:rPr lang="zh-TW" altLang="en-US"/>
              <a:pPr>
                <a:defRPr/>
              </a:pPr>
              <a:t>‹#›</a:t>
            </a:fld>
            <a:endParaRPr lang="en-US" altLang="zh-TW"/>
          </a:p>
        </p:txBody>
      </p:sp>
    </p:spTree>
    <p:extLst>
      <p:ext uri="{BB962C8B-B14F-4D97-AF65-F5344CB8AC3E}">
        <p14:creationId xmlns:p14="http://schemas.microsoft.com/office/powerpoint/2010/main" val="17145765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EF9C01F7-4597-4454-8F1A-43BCA73609F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38D06067-6F3D-425C-A78A-88491EA5C3F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7025C42A-6BA0-4AEA-A641-65E1FEE02B73}"/>
              </a:ext>
            </a:extLst>
          </p:cNvPr>
          <p:cNvSpPr>
            <a:spLocks noGrp="1" noChangeArrowheads="1"/>
          </p:cNvSpPr>
          <p:nvPr>
            <p:ph type="sldNum" sz="quarter" idx="12"/>
          </p:nvPr>
        </p:nvSpPr>
        <p:spPr>
          <a:ln/>
        </p:spPr>
        <p:txBody>
          <a:bodyPr/>
          <a:lstStyle>
            <a:lvl1pPr>
              <a:defRPr/>
            </a:lvl1pPr>
          </a:lstStyle>
          <a:p>
            <a:pPr>
              <a:defRPr/>
            </a:pPr>
            <a:fld id="{2F8BD080-749E-4D7F-B865-D6F27F18BF15}" type="slidenum">
              <a:rPr lang="zh-TW" altLang="en-US"/>
              <a:pPr>
                <a:defRPr/>
              </a:pPr>
              <a:t>‹#›</a:t>
            </a:fld>
            <a:endParaRPr lang="en-US" altLang="zh-TW"/>
          </a:p>
        </p:txBody>
      </p:sp>
    </p:spTree>
    <p:extLst>
      <p:ext uri="{BB962C8B-B14F-4D97-AF65-F5344CB8AC3E}">
        <p14:creationId xmlns:p14="http://schemas.microsoft.com/office/powerpoint/2010/main" val="2694236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2A4F0-9A61-9312-8984-FAC62DC0F8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7640F-083C-E7D9-E9BD-2FDEAE3CB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451C17-420B-EA7A-D538-8A08147D0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3CB764-B56A-4BDB-94F1-6E83433EEB7F}" type="datetimeFigureOut">
              <a:rPr lang="en-IN" smtClean="0"/>
              <a:t>08-06-2024</a:t>
            </a:fld>
            <a:endParaRPr lang="en-IN"/>
          </a:p>
        </p:txBody>
      </p:sp>
      <p:sp>
        <p:nvSpPr>
          <p:cNvPr id="5" name="Footer Placeholder 4">
            <a:extLst>
              <a:ext uri="{FF2B5EF4-FFF2-40B4-BE49-F238E27FC236}">
                <a16:creationId xmlns:a16="http://schemas.microsoft.com/office/drawing/2014/main" id="{DF1E4F99-CE9C-D3BB-80EB-DF025320E8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6E21FF-2467-4B47-C81D-D3C0E777F4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1FD819-5592-4EF9-9304-428ED01C6204}" type="slidenum">
              <a:rPr lang="en-IN" smtClean="0"/>
              <a:t>‹#›</a:t>
            </a:fld>
            <a:endParaRPr lang="en-IN"/>
          </a:p>
        </p:txBody>
      </p:sp>
    </p:spTree>
    <p:extLst>
      <p:ext uri="{BB962C8B-B14F-4D97-AF65-F5344CB8AC3E}">
        <p14:creationId xmlns:p14="http://schemas.microsoft.com/office/powerpoint/2010/main" val="3921246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CE4A910-8381-4987-B249-ED91BF3C05DB}"/>
              </a:ext>
            </a:extLst>
          </p:cNvPr>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TW"/>
              <a:t>Click to edit Master title style</a:t>
            </a:r>
          </a:p>
        </p:txBody>
      </p:sp>
      <p:sp>
        <p:nvSpPr>
          <p:cNvPr id="1027" name="Rectangle 3">
            <a:extLst>
              <a:ext uri="{FF2B5EF4-FFF2-40B4-BE49-F238E27FC236}">
                <a16:creationId xmlns:a16="http://schemas.microsoft.com/office/drawing/2014/main" id="{1D00356F-4A12-4E5A-9C1C-F305D3B34790}"/>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1028" name="Rectangle 4">
            <a:extLst>
              <a:ext uri="{FF2B5EF4-FFF2-40B4-BE49-F238E27FC236}">
                <a16:creationId xmlns:a16="http://schemas.microsoft.com/office/drawing/2014/main" id="{BC94DFB2-BABD-4468-BA85-B7DC0EDAD023}"/>
              </a:ext>
            </a:extLst>
          </p:cNvPr>
          <p:cNvSpPr>
            <a:spLocks noGrp="1" noChangeArrowheads="1"/>
          </p:cNvSpPr>
          <p:nvPr>
            <p:ph type="dt" sz="half" idx="2"/>
          </p:nvPr>
        </p:nvSpPr>
        <p:spPr bwMode="auto">
          <a:xfrm>
            <a:off x="914400"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ea typeface="PMingLiU" panose="02020500000000000000" pitchFamily="18" charset="-120"/>
              </a:defRPr>
            </a:lvl1pPr>
          </a:lstStyle>
          <a:p>
            <a:pPr>
              <a:defRPr/>
            </a:pPr>
            <a:endParaRPr lang="en-US" altLang="zh-TW"/>
          </a:p>
        </p:txBody>
      </p:sp>
      <p:sp>
        <p:nvSpPr>
          <p:cNvPr id="1029" name="Rectangle 5">
            <a:extLst>
              <a:ext uri="{FF2B5EF4-FFF2-40B4-BE49-F238E27FC236}">
                <a16:creationId xmlns:a16="http://schemas.microsoft.com/office/drawing/2014/main" id="{A333F27C-0DF5-4CE8-AFFF-B11893197F4C}"/>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ea typeface="PMingLiU" panose="02020500000000000000" pitchFamily="18" charset="-120"/>
              </a:defRPr>
            </a:lvl1pPr>
          </a:lstStyle>
          <a:p>
            <a:pPr>
              <a:defRPr/>
            </a:pPr>
            <a:endParaRPr lang="en-US" altLang="zh-TW"/>
          </a:p>
        </p:txBody>
      </p:sp>
      <p:sp>
        <p:nvSpPr>
          <p:cNvPr id="1030" name="Rectangle 6">
            <a:extLst>
              <a:ext uri="{FF2B5EF4-FFF2-40B4-BE49-F238E27FC236}">
                <a16:creationId xmlns:a16="http://schemas.microsoft.com/office/drawing/2014/main" id="{3F016280-9EBD-4710-862C-6B7664FA5E8D}"/>
              </a:ext>
            </a:extLst>
          </p:cNvPr>
          <p:cNvSpPr>
            <a:spLocks noGrp="1" noChangeArrowheads="1"/>
          </p:cNvSpPr>
          <p:nvPr>
            <p:ph type="sldNum" sz="quarter" idx="4"/>
          </p:nvPr>
        </p:nvSpPr>
        <p:spPr bwMode="auto">
          <a:xfrm>
            <a:off x="8737600"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ea typeface="PMingLiU" panose="02020500000000000000" pitchFamily="18" charset="-120"/>
              </a:defRPr>
            </a:lvl1pPr>
          </a:lstStyle>
          <a:p>
            <a:pPr>
              <a:defRPr/>
            </a:pPr>
            <a:fld id="{B82CBBA1-3368-467D-837C-FDBDD4209FEB}" type="slidenum">
              <a:rPr lang="zh-TW" altLang="en-US"/>
              <a:pPr>
                <a:defRPr/>
              </a:pPr>
              <a:t>‹#›</a:t>
            </a:fld>
            <a:endParaRPr lang="en-US" altLang="zh-TW"/>
          </a:p>
        </p:txBody>
      </p:sp>
    </p:spTree>
    <p:extLst>
      <p:ext uri="{BB962C8B-B14F-4D97-AF65-F5344CB8AC3E}">
        <p14:creationId xmlns:p14="http://schemas.microsoft.com/office/powerpoint/2010/main" val="1059184788"/>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CED9F6-AAA3-7C6A-F48B-15E024F1641E}"/>
              </a:ext>
            </a:extLst>
          </p:cNvPr>
          <p:cNvSpPr/>
          <p:nvPr/>
        </p:nvSpPr>
        <p:spPr>
          <a:xfrm>
            <a:off x="1909555" y="1777631"/>
            <a:ext cx="8530219" cy="2585323"/>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Programming using Recursion</a:t>
            </a:r>
          </a:p>
          <a:p>
            <a:pPr algn="ctr"/>
            <a:endParaRPr lang="en-US" sz="5400" dirty="0">
              <a:ln w="0"/>
              <a:effectLst>
                <a:outerShdw blurRad="38100" dist="19050" dir="2700000" algn="tl" rotWithShape="0">
                  <a:schemeClr val="dk1">
                    <a:alpha val="40000"/>
                  </a:schemeClr>
                </a:outerShdw>
              </a:effectLst>
            </a:endParaRPr>
          </a:p>
          <a:p>
            <a:pPr algn="ctr"/>
            <a:r>
              <a:rPr lang="en-US" sz="5400" b="0" cap="none" spc="0" dirty="0">
                <a:ln w="0"/>
                <a:solidFill>
                  <a:schemeClr val="tx1"/>
                </a:solidFill>
                <a:effectLst>
                  <a:outerShdw blurRad="38100" dist="19050" dir="2700000" algn="tl" rotWithShape="0">
                    <a:schemeClr val="dk1">
                      <a:alpha val="40000"/>
                    </a:schemeClr>
                  </a:outerShdw>
                </a:effectLst>
              </a:rPr>
              <a:t>For first years</a:t>
            </a:r>
          </a:p>
        </p:txBody>
      </p:sp>
    </p:spTree>
    <p:extLst>
      <p:ext uri="{BB962C8B-B14F-4D97-AF65-F5344CB8AC3E}">
        <p14:creationId xmlns:p14="http://schemas.microsoft.com/office/powerpoint/2010/main" val="2489116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65E643-878C-6025-C554-2B3E7E665A20}"/>
              </a:ext>
            </a:extLst>
          </p:cNvPr>
          <p:cNvSpPr/>
          <p:nvPr/>
        </p:nvSpPr>
        <p:spPr>
          <a:xfrm>
            <a:off x="140629" y="6038"/>
            <a:ext cx="2688044" cy="830997"/>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4800" b="1" cap="none" spc="0" dirty="0">
                <a:ln/>
                <a:solidFill>
                  <a:schemeClr val="accent4"/>
                </a:solidFill>
                <a:effectLst/>
              </a:rPr>
              <a:t>Recursion</a:t>
            </a:r>
          </a:p>
        </p:txBody>
      </p:sp>
      <p:sp>
        <p:nvSpPr>
          <p:cNvPr id="6" name="TextBox 5">
            <a:extLst>
              <a:ext uri="{FF2B5EF4-FFF2-40B4-BE49-F238E27FC236}">
                <a16:creationId xmlns:a16="http://schemas.microsoft.com/office/drawing/2014/main" id="{5099F884-21AB-083A-FF14-C6B07627D17E}"/>
              </a:ext>
            </a:extLst>
          </p:cNvPr>
          <p:cNvSpPr txBox="1"/>
          <p:nvPr/>
        </p:nvSpPr>
        <p:spPr>
          <a:xfrm>
            <a:off x="140629" y="837035"/>
            <a:ext cx="11910742" cy="1938992"/>
          </a:xfrm>
          <a:prstGeom prst="rect">
            <a:avLst/>
          </a:prstGeom>
          <a:solidFill>
            <a:schemeClr val="accent2">
              <a:lumMod val="40000"/>
              <a:lumOff val="60000"/>
            </a:schemeClr>
          </a:solidFill>
        </p:spPr>
        <p:txBody>
          <a:bodyPr wrap="square">
            <a:spAutoFit/>
          </a:bodyPr>
          <a:lstStyle/>
          <a:p>
            <a:pPr algn="just"/>
            <a:r>
              <a:rPr lang="en-US" sz="2400" dirty="0"/>
              <a:t>Recursive functions: Functions that are defined in terms of themselves are called recursive functions, or recursively defined functions. This is not as strange as it sounds - a number of well-known functions can be defined in recursive form, and we are all familiar with so-called recursion relations (or difference equations), in which each term in a sequence is defined in terms of previous terms. Some examples:</a:t>
            </a:r>
            <a:endParaRPr lang="en-IN" sz="2400" dirty="0"/>
          </a:p>
        </p:txBody>
      </p:sp>
      <p:graphicFrame>
        <p:nvGraphicFramePr>
          <p:cNvPr id="3" name="Object 2">
            <a:extLst>
              <a:ext uri="{FF2B5EF4-FFF2-40B4-BE49-F238E27FC236}">
                <a16:creationId xmlns:a16="http://schemas.microsoft.com/office/drawing/2014/main" id="{170DFA58-689A-06C2-84DF-306F938F17AD}"/>
              </a:ext>
            </a:extLst>
          </p:cNvPr>
          <p:cNvGraphicFramePr>
            <a:graphicFrameLocks noChangeAspect="1"/>
          </p:cNvGraphicFramePr>
          <p:nvPr>
            <p:extLst>
              <p:ext uri="{D42A27DB-BD31-4B8C-83A1-F6EECF244321}">
                <p14:modId xmlns:p14="http://schemas.microsoft.com/office/powerpoint/2010/main" val="845932477"/>
              </p:ext>
            </p:extLst>
          </p:nvPr>
        </p:nvGraphicFramePr>
        <p:xfrm>
          <a:off x="414315" y="3345023"/>
          <a:ext cx="11637056" cy="2589245"/>
        </p:xfrm>
        <a:graphic>
          <a:graphicData uri="http://schemas.openxmlformats.org/presentationml/2006/ole">
            <mc:AlternateContent xmlns:mc="http://schemas.openxmlformats.org/markup-compatibility/2006">
              <mc:Choice xmlns:v="urn:schemas-microsoft-com:vml" Requires="v">
                <p:oleObj name="Equation" r:id="rId2" imgW="5079960" imgH="1130040" progId="Equation.DSMT4">
                  <p:embed/>
                </p:oleObj>
              </mc:Choice>
              <mc:Fallback>
                <p:oleObj name="Equation" r:id="rId2" imgW="5079960" imgH="1130040" progId="Equation.DSMT4">
                  <p:embed/>
                  <p:pic>
                    <p:nvPicPr>
                      <p:cNvPr id="0" name=""/>
                      <p:cNvPicPr/>
                      <p:nvPr/>
                    </p:nvPicPr>
                    <p:blipFill>
                      <a:blip r:embed="rId3"/>
                      <a:stretch>
                        <a:fillRect/>
                      </a:stretch>
                    </p:blipFill>
                    <p:spPr>
                      <a:xfrm>
                        <a:off x="414315" y="3345023"/>
                        <a:ext cx="11637056" cy="2589245"/>
                      </a:xfrm>
                      <a:prstGeom prst="rect">
                        <a:avLst/>
                      </a:prstGeom>
                    </p:spPr>
                  </p:pic>
                </p:oleObj>
              </mc:Fallback>
            </mc:AlternateContent>
          </a:graphicData>
        </a:graphic>
      </p:graphicFrame>
    </p:spTree>
    <p:extLst>
      <p:ext uri="{BB962C8B-B14F-4D97-AF65-F5344CB8AC3E}">
        <p14:creationId xmlns:p14="http://schemas.microsoft.com/office/powerpoint/2010/main" val="1091349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6965EF-36B0-1525-7962-2675E5C87845}"/>
              </a:ext>
            </a:extLst>
          </p:cNvPr>
          <p:cNvSpPr txBox="1"/>
          <p:nvPr/>
        </p:nvSpPr>
        <p:spPr>
          <a:xfrm>
            <a:off x="0" y="1855533"/>
            <a:ext cx="12288416" cy="2308324"/>
          </a:xfrm>
          <a:prstGeom prst="rect">
            <a:avLst/>
          </a:prstGeom>
          <a:noFill/>
        </p:spPr>
        <p:txBody>
          <a:bodyPr wrap="square">
            <a:spAutoFit/>
          </a:bodyPr>
          <a:lstStyle/>
          <a:p>
            <a:pPr marL="685800" indent="-685800">
              <a:buFont typeface="Arial" panose="020B0604020202020204" pitchFamily="34" charset="0"/>
              <a:buChar char="•"/>
            </a:pPr>
            <a:r>
              <a:rPr lang="en-US" sz="4800" dirty="0"/>
              <a:t>expressive &amp; powerful </a:t>
            </a:r>
          </a:p>
          <a:p>
            <a:pPr marL="685800" indent="-685800">
              <a:buFont typeface="Arial" panose="020B0604020202020204" pitchFamily="34" charset="0"/>
              <a:buChar char="•"/>
            </a:pPr>
            <a:r>
              <a:rPr lang="en-US" sz="4800" dirty="0"/>
              <a:t>difficult to grasp </a:t>
            </a:r>
          </a:p>
          <a:p>
            <a:pPr marL="685800" indent="-685800">
              <a:buFont typeface="Arial" panose="020B0604020202020204" pitchFamily="34" charset="0"/>
              <a:buChar char="•"/>
            </a:pPr>
            <a:r>
              <a:rPr lang="en-US" sz="4800" dirty="0"/>
              <a:t>can lead to elegant formulation of algorithms</a:t>
            </a:r>
            <a:endParaRPr lang="en-IN" sz="4800" dirty="0"/>
          </a:p>
        </p:txBody>
      </p:sp>
      <p:sp>
        <p:nvSpPr>
          <p:cNvPr id="4" name="Rectangle 3">
            <a:extLst>
              <a:ext uri="{FF2B5EF4-FFF2-40B4-BE49-F238E27FC236}">
                <a16:creationId xmlns:a16="http://schemas.microsoft.com/office/drawing/2014/main" id="{7225A6A0-4704-46E6-9BFF-BE9AA45E1809}"/>
              </a:ext>
            </a:extLst>
          </p:cNvPr>
          <p:cNvSpPr/>
          <p:nvPr/>
        </p:nvSpPr>
        <p:spPr>
          <a:xfrm>
            <a:off x="1671675" y="565875"/>
            <a:ext cx="7762254" cy="830997"/>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4800" b="1" cap="none" spc="0" dirty="0">
                <a:ln/>
                <a:solidFill>
                  <a:schemeClr val="accent4"/>
                </a:solidFill>
                <a:effectLst/>
              </a:rPr>
              <a:t>Recursion-  The pros and cons</a:t>
            </a:r>
          </a:p>
        </p:txBody>
      </p:sp>
    </p:spTree>
    <p:extLst>
      <p:ext uri="{BB962C8B-B14F-4D97-AF65-F5344CB8AC3E}">
        <p14:creationId xmlns:p14="http://schemas.microsoft.com/office/powerpoint/2010/main" val="523620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65F993-2785-B4D4-9146-68C07609216A}"/>
              </a:ext>
            </a:extLst>
          </p:cNvPr>
          <p:cNvSpPr txBox="1"/>
          <p:nvPr/>
        </p:nvSpPr>
        <p:spPr>
          <a:xfrm>
            <a:off x="242596" y="34089"/>
            <a:ext cx="11161184" cy="2677656"/>
          </a:xfrm>
          <a:prstGeom prst="rect">
            <a:avLst/>
          </a:prstGeom>
          <a:noFill/>
        </p:spPr>
        <p:txBody>
          <a:bodyPr wrap="square">
            <a:spAutoFit/>
          </a:bodyPr>
          <a:lstStyle/>
          <a:p>
            <a:pPr algn="just"/>
            <a:r>
              <a:rPr lang="en-US" sz="2800" dirty="0"/>
              <a:t>MATLAB programming language, and most other high-level languages, allow functions to be recursively defined, i.e. to use their function values in their own definitions, as long as there is sufficient information for the function values to eventually be resolved. As an example, consider the Fibonacci sequence: We denote the nth term by F(n) and write a function for F in recursive form</a:t>
            </a:r>
            <a:endParaRPr lang="en-IN" sz="2800" dirty="0"/>
          </a:p>
        </p:txBody>
      </p:sp>
      <p:sp>
        <p:nvSpPr>
          <p:cNvPr id="7" name="TextBox 6">
            <a:extLst>
              <a:ext uri="{FF2B5EF4-FFF2-40B4-BE49-F238E27FC236}">
                <a16:creationId xmlns:a16="http://schemas.microsoft.com/office/drawing/2014/main" id="{25960B1F-09D7-F66D-579A-D3419AE7A24C}"/>
              </a:ext>
            </a:extLst>
          </p:cNvPr>
          <p:cNvSpPr txBox="1"/>
          <p:nvPr/>
        </p:nvSpPr>
        <p:spPr>
          <a:xfrm>
            <a:off x="6780746" y="2330538"/>
            <a:ext cx="3575018" cy="4401205"/>
          </a:xfrm>
          <a:prstGeom prst="rect">
            <a:avLst/>
          </a:prstGeom>
          <a:solidFill>
            <a:schemeClr val="accent5">
              <a:lumMod val="40000"/>
              <a:lumOff val="60000"/>
            </a:schemeClr>
          </a:solidFill>
        </p:spPr>
        <p:txBody>
          <a:bodyPr wrap="none" rtlCol="0">
            <a:spAutoFit/>
          </a:bodyPr>
          <a:lstStyle/>
          <a:p>
            <a:r>
              <a:rPr lang="en-IN" sz="4000" dirty="0">
                <a:solidFill>
                  <a:srgbClr val="0070C0"/>
                </a:solidFill>
              </a:rPr>
              <a:t>function</a:t>
            </a:r>
            <a:r>
              <a:rPr lang="en-IN" sz="4000" dirty="0"/>
              <a:t>   y=F(n)</a:t>
            </a:r>
          </a:p>
          <a:p>
            <a:r>
              <a:rPr lang="en-IN" sz="4000" dirty="0">
                <a:solidFill>
                  <a:srgbClr val="FF0000"/>
                </a:solidFill>
              </a:rPr>
              <a:t>if </a:t>
            </a:r>
            <a:r>
              <a:rPr lang="en-IN" sz="4000" dirty="0"/>
              <a:t> n==0|n==1</a:t>
            </a:r>
          </a:p>
          <a:p>
            <a:r>
              <a:rPr lang="en-IN" sz="4000" dirty="0"/>
              <a:t>     y=1;</a:t>
            </a:r>
          </a:p>
          <a:p>
            <a:r>
              <a:rPr lang="en-IN" sz="4000" dirty="0"/>
              <a:t>else </a:t>
            </a:r>
          </a:p>
          <a:p>
            <a:r>
              <a:rPr lang="en-IN" sz="4000" dirty="0"/>
              <a:t>y=F(n-1)+F(n-2);</a:t>
            </a:r>
          </a:p>
          <a:p>
            <a:r>
              <a:rPr lang="en-IN" sz="4000" dirty="0">
                <a:solidFill>
                  <a:srgbClr val="FF0000"/>
                </a:solidFill>
              </a:rPr>
              <a:t>end</a:t>
            </a:r>
          </a:p>
          <a:p>
            <a:r>
              <a:rPr lang="en-IN" sz="4000" dirty="0">
                <a:solidFill>
                  <a:srgbClr val="0070C0"/>
                </a:solidFill>
              </a:rPr>
              <a:t>end</a:t>
            </a:r>
          </a:p>
        </p:txBody>
      </p:sp>
    </p:spTree>
    <p:extLst>
      <p:ext uri="{BB962C8B-B14F-4D97-AF65-F5344CB8AC3E}">
        <p14:creationId xmlns:p14="http://schemas.microsoft.com/office/powerpoint/2010/main" val="555294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3E75F4-180E-1000-6FD9-BB93BF02476E}"/>
              </a:ext>
            </a:extLst>
          </p:cNvPr>
          <p:cNvSpPr txBox="1"/>
          <p:nvPr/>
        </p:nvSpPr>
        <p:spPr>
          <a:xfrm>
            <a:off x="0" y="1178206"/>
            <a:ext cx="12174185" cy="5016758"/>
          </a:xfrm>
          <a:prstGeom prst="rect">
            <a:avLst/>
          </a:prstGeom>
          <a:solidFill>
            <a:schemeClr val="accent4">
              <a:lumMod val="60000"/>
              <a:lumOff val="40000"/>
            </a:schemeClr>
          </a:solidFill>
        </p:spPr>
        <p:txBody>
          <a:bodyPr wrap="square">
            <a:spAutoFit/>
          </a:bodyPr>
          <a:lstStyle/>
          <a:p>
            <a:pPr algn="just"/>
            <a:r>
              <a:rPr lang="en-US" sz="3200" dirty="0"/>
              <a:t>If we then ask for F(10), MATLAB executes the function F and discovers it needs to know F(9) and F(8) - then it tries to evaluate F(9) and F(8) and discovers it needs to know F(7) - it follows this chain of function evaluations until it finds F(2)=F(1)+F(0)=2 and then it works its way back up all the way to F(10). The number of unresolved function calls that MATLAB will allow at any one time is large (equal to 500, but may be changed by the user) but each such function call uses memory and you can run out of memory (not to mention have a very slow running program) if there are too many. Try calculating F(800) with the program in the previous slide and see what happens</a:t>
            </a:r>
            <a:endParaRPr lang="en-IN" sz="3200" dirty="0"/>
          </a:p>
        </p:txBody>
      </p:sp>
      <p:sp>
        <p:nvSpPr>
          <p:cNvPr id="4" name="Rectangle 3">
            <a:extLst>
              <a:ext uri="{FF2B5EF4-FFF2-40B4-BE49-F238E27FC236}">
                <a16:creationId xmlns:a16="http://schemas.microsoft.com/office/drawing/2014/main" id="{C60B07A7-F78C-AA22-24FC-75D8385D32E7}"/>
              </a:ext>
            </a:extLst>
          </p:cNvPr>
          <p:cNvSpPr/>
          <p:nvPr/>
        </p:nvSpPr>
        <p:spPr>
          <a:xfrm>
            <a:off x="17815" y="0"/>
            <a:ext cx="1176450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What is wrong with Recursive functions?.</a:t>
            </a:r>
          </a:p>
        </p:txBody>
      </p:sp>
    </p:spTree>
    <p:extLst>
      <p:ext uri="{BB962C8B-B14F-4D97-AF65-F5344CB8AC3E}">
        <p14:creationId xmlns:p14="http://schemas.microsoft.com/office/powerpoint/2010/main" val="1588583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DF9A43-13BD-AB66-D094-61AC42F3C5BF}"/>
              </a:ext>
            </a:extLst>
          </p:cNvPr>
          <p:cNvSpPr txBox="1"/>
          <p:nvPr/>
        </p:nvSpPr>
        <p:spPr>
          <a:xfrm>
            <a:off x="1188098" y="547692"/>
            <a:ext cx="9815803" cy="6186309"/>
          </a:xfrm>
          <a:prstGeom prst="rect">
            <a:avLst/>
          </a:prstGeom>
          <a:solidFill>
            <a:schemeClr val="accent5">
              <a:lumMod val="40000"/>
              <a:lumOff val="60000"/>
            </a:schemeClr>
          </a:solidFill>
        </p:spPr>
        <p:txBody>
          <a:bodyPr wrap="square" rtlCol="0">
            <a:spAutoFit/>
          </a:bodyPr>
          <a:lstStyle/>
          <a:p>
            <a:r>
              <a:rPr lang="en-IN" sz="3600" dirty="0">
                <a:solidFill>
                  <a:schemeClr val="accent2"/>
                </a:solidFill>
              </a:rPr>
              <a:t>function</a:t>
            </a:r>
            <a:r>
              <a:rPr lang="en-IN" sz="3600" dirty="0"/>
              <a:t>   y=F(n)</a:t>
            </a:r>
          </a:p>
          <a:p>
            <a:r>
              <a:rPr lang="en-IN" sz="3600" dirty="0"/>
              <a:t> </a:t>
            </a:r>
            <a:r>
              <a:rPr lang="en-IN" sz="3600" dirty="0">
                <a:solidFill>
                  <a:srgbClr val="FF0000"/>
                </a:solidFill>
              </a:rPr>
              <a:t>if</a:t>
            </a:r>
            <a:r>
              <a:rPr lang="en-IN" sz="3600" dirty="0"/>
              <a:t>  n==0|n==1    y=1;</a:t>
            </a:r>
          </a:p>
          <a:p>
            <a:r>
              <a:rPr lang="en-IN" sz="3600" dirty="0">
                <a:solidFill>
                  <a:srgbClr val="FF0000"/>
                </a:solidFill>
              </a:rPr>
              <a:t>    else </a:t>
            </a:r>
          </a:p>
          <a:p>
            <a:r>
              <a:rPr lang="en-IN" sz="3600" dirty="0"/>
              <a:t>    a=1;b=1;</a:t>
            </a:r>
          </a:p>
          <a:p>
            <a:r>
              <a:rPr lang="en-IN" sz="3600" dirty="0"/>
              <a:t>	</a:t>
            </a:r>
            <a:r>
              <a:rPr lang="en-IN" sz="3600" dirty="0">
                <a:solidFill>
                  <a:srgbClr val="FFFF00"/>
                </a:solidFill>
              </a:rPr>
              <a:t>for</a:t>
            </a:r>
            <a:r>
              <a:rPr lang="en-IN" sz="3600" dirty="0"/>
              <a:t> k=2:n</a:t>
            </a:r>
          </a:p>
          <a:p>
            <a:r>
              <a:rPr lang="en-IN" sz="3600" dirty="0"/>
              <a:t>	y=</a:t>
            </a:r>
            <a:r>
              <a:rPr lang="en-IN" sz="3600" dirty="0" err="1"/>
              <a:t>b+a</a:t>
            </a:r>
            <a:r>
              <a:rPr lang="en-IN" sz="3600" dirty="0"/>
              <a:t>;  %  ‘a and b are last two values in order</a:t>
            </a:r>
          </a:p>
          <a:p>
            <a:r>
              <a:rPr lang="en-IN" sz="3600" dirty="0"/>
              <a:t>	a=b;</a:t>
            </a:r>
          </a:p>
          <a:p>
            <a:r>
              <a:rPr lang="en-IN" sz="3600" dirty="0"/>
              <a:t>         y=b;</a:t>
            </a:r>
          </a:p>
          <a:p>
            <a:r>
              <a:rPr lang="en-IN" sz="3600" dirty="0"/>
              <a:t>	</a:t>
            </a:r>
            <a:r>
              <a:rPr lang="en-IN" sz="3600" dirty="0">
                <a:solidFill>
                  <a:srgbClr val="FFFF00"/>
                </a:solidFill>
              </a:rPr>
              <a:t>end</a:t>
            </a:r>
          </a:p>
          <a:p>
            <a:r>
              <a:rPr lang="en-IN" sz="3600" dirty="0">
                <a:solidFill>
                  <a:srgbClr val="FF0000"/>
                </a:solidFill>
              </a:rPr>
              <a:t>  end</a:t>
            </a:r>
          </a:p>
          <a:p>
            <a:r>
              <a:rPr lang="en-IN" sz="3600" dirty="0">
                <a:solidFill>
                  <a:schemeClr val="accent2"/>
                </a:solidFill>
              </a:rPr>
              <a:t>end</a:t>
            </a:r>
          </a:p>
        </p:txBody>
      </p:sp>
      <p:sp>
        <p:nvSpPr>
          <p:cNvPr id="5" name="TextBox 4">
            <a:extLst>
              <a:ext uri="{FF2B5EF4-FFF2-40B4-BE49-F238E27FC236}">
                <a16:creationId xmlns:a16="http://schemas.microsoft.com/office/drawing/2014/main" id="{8CF4BF2D-B407-DD81-E56F-EFA1A90ECBC2}"/>
              </a:ext>
            </a:extLst>
          </p:cNvPr>
          <p:cNvSpPr txBox="1"/>
          <p:nvPr/>
        </p:nvSpPr>
        <p:spPr>
          <a:xfrm>
            <a:off x="625151" y="0"/>
            <a:ext cx="10804848" cy="523220"/>
          </a:xfrm>
          <a:prstGeom prst="rect">
            <a:avLst/>
          </a:prstGeom>
          <a:noFill/>
        </p:spPr>
        <p:txBody>
          <a:bodyPr wrap="square">
            <a:spAutoFit/>
          </a:bodyPr>
          <a:lstStyle/>
          <a:p>
            <a:r>
              <a:rPr lang="en-US" sz="2800" dirty="0"/>
              <a:t>More customary (and more efficient) way to calculate F(n) would be:</a:t>
            </a:r>
            <a:endParaRPr lang="en-IN" sz="2800" dirty="0"/>
          </a:p>
        </p:txBody>
      </p:sp>
    </p:spTree>
    <p:extLst>
      <p:ext uri="{BB962C8B-B14F-4D97-AF65-F5344CB8AC3E}">
        <p14:creationId xmlns:p14="http://schemas.microsoft.com/office/powerpoint/2010/main" val="3683550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AD1BA5-85B9-2569-B322-6A05822088AD}"/>
              </a:ext>
            </a:extLst>
          </p:cNvPr>
          <p:cNvSpPr txBox="1"/>
          <p:nvPr/>
        </p:nvSpPr>
        <p:spPr>
          <a:xfrm>
            <a:off x="363893" y="939931"/>
            <a:ext cx="11644605" cy="5078313"/>
          </a:xfrm>
          <a:prstGeom prst="rect">
            <a:avLst/>
          </a:prstGeom>
          <a:noFill/>
        </p:spPr>
        <p:txBody>
          <a:bodyPr wrap="square">
            <a:spAutoFit/>
          </a:bodyPr>
          <a:lstStyle/>
          <a:p>
            <a:r>
              <a:rPr lang="en-US" sz="3600" dirty="0"/>
              <a:t>In computer programming, recursive calculations are the most natural form in which to express functions. When we evaluate polynomials by nested multiplication we calculate p(x)=  a</a:t>
            </a:r>
            <a:r>
              <a:rPr lang="en-US" sz="3600" baseline="-25000" dirty="0"/>
              <a:t>0</a:t>
            </a:r>
            <a:r>
              <a:rPr lang="en-US" sz="3600" dirty="0"/>
              <a:t> + a</a:t>
            </a:r>
            <a:r>
              <a:rPr lang="en-US" sz="3600" baseline="-25000" dirty="0"/>
              <a:t>1</a:t>
            </a:r>
            <a:r>
              <a:rPr lang="en-US" sz="3600" dirty="0"/>
              <a:t>x +...+</a:t>
            </a:r>
            <a:r>
              <a:rPr lang="en-US" sz="3600" dirty="0" err="1"/>
              <a:t>a</a:t>
            </a:r>
            <a:r>
              <a:rPr lang="en-US" sz="3600" baseline="-25000" dirty="0" err="1"/>
              <a:t>n</a:t>
            </a:r>
            <a:r>
              <a:rPr lang="en-US" sz="3600" dirty="0" err="1"/>
              <a:t>x</a:t>
            </a:r>
            <a:r>
              <a:rPr lang="en-US" sz="3600" baseline="30000" dirty="0" err="1"/>
              <a:t>n</a:t>
            </a:r>
            <a:r>
              <a:rPr lang="en-US" sz="3600" dirty="0"/>
              <a:t> with the recursion p</a:t>
            </a:r>
            <a:r>
              <a:rPr lang="en-US" sz="3600" baseline="-25000" dirty="0"/>
              <a:t>k</a:t>
            </a:r>
            <a:r>
              <a:rPr lang="en-US" sz="3600" dirty="0"/>
              <a:t> = </a:t>
            </a:r>
            <a:r>
              <a:rPr lang="en-US" sz="3600" dirty="0" err="1"/>
              <a:t>a</a:t>
            </a:r>
            <a:r>
              <a:rPr lang="en-US" sz="3600" baseline="-25000" dirty="0" err="1"/>
              <a:t>k</a:t>
            </a:r>
            <a:r>
              <a:rPr lang="en-US" sz="3600" dirty="0"/>
              <a:t> + x . p</a:t>
            </a:r>
            <a:r>
              <a:rPr lang="en-US" sz="3600" baseline="-25000" dirty="0"/>
              <a:t>k+1</a:t>
            </a:r>
            <a:r>
              <a:rPr lang="en-US" sz="3600" dirty="0"/>
              <a:t> , </a:t>
            </a:r>
          </a:p>
          <a:p>
            <a:r>
              <a:rPr lang="en-US" sz="3600" dirty="0" err="1"/>
              <a:t>p</a:t>
            </a:r>
            <a:r>
              <a:rPr lang="en-US" sz="3600" baseline="-25000" dirty="0" err="1"/>
              <a:t>n</a:t>
            </a:r>
            <a:r>
              <a:rPr lang="en-US" sz="3600" dirty="0"/>
              <a:t> = a</a:t>
            </a:r>
            <a:r>
              <a:rPr lang="en-US" sz="3600" baseline="-25000" dirty="0"/>
              <a:t>n</a:t>
            </a:r>
            <a:r>
              <a:rPr lang="en-US" sz="3600" dirty="0"/>
              <a:t> and p</a:t>
            </a:r>
            <a:r>
              <a:rPr lang="en-US" sz="3600" baseline="-25000" dirty="0"/>
              <a:t>0</a:t>
            </a:r>
            <a:r>
              <a:rPr lang="en-US" sz="3600" dirty="0"/>
              <a:t> is the value of the polynomial . </a:t>
            </a:r>
          </a:p>
          <a:p>
            <a:endParaRPr lang="en-US" sz="3600" dirty="0"/>
          </a:p>
          <a:p>
            <a:r>
              <a:rPr lang="en-US" sz="3600" dirty="0"/>
              <a:t>Of course when we implement this, we just write p = </a:t>
            </a:r>
            <a:r>
              <a:rPr lang="en-US" sz="3600" dirty="0" err="1"/>
              <a:t>a</a:t>
            </a:r>
            <a:r>
              <a:rPr lang="en-US" sz="3600" baseline="-25000" dirty="0" err="1"/>
              <a:t>k</a:t>
            </a:r>
            <a:r>
              <a:rPr lang="en-US" sz="3600" dirty="0"/>
              <a:t> + </a:t>
            </a:r>
            <a:r>
              <a:rPr lang="en-US" sz="3600" dirty="0" err="1"/>
              <a:t>xp</a:t>
            </a:r>
            <a:r>
              <a:rPr lang="en-US" sz="3600" dirty="0"/>
              <a:t> because we have no need to retain the intermediate terms of the sequence.</a:t>
            </a:r>
            <a:endParaRPr lang="en-IN" sz="3600" dirty="0"/>
          </a:p>
        </p:txBody>
      </p:sp>
      <p:sp>
        <p:nvSpPr>
          <p:cNvPr id="2" name="Rectangle 1">
            <a:extLst>
              <a:ext uri="{FF2B5EF4-FFF2-40B4-BE49-F238E27FC236}">
                <a16:creationId xmlns:a16="http://schemas.microsoft.com/office/drawing/2014/main" id="{67ED47E2-9561-42F8-320F-BCB0E8A150E1}"/>
              </a:ext>
            </a:extLst>
          </p:cNvPr>
          <p:cNvSpPr/>
          <p:nvPr/>
        </p:nvSpPr>
        <p:spPr>
          <a:xfrm>
            <a:off x="209926" y="120402"/>
            <a:ext cx="11380295" cy="769441"/>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rPr>
              <a:t>Polynomial evaluation with Recursive functions?.</a:t>
            </a:r>
          </a:p>
        </p:txBody>
      </p:sp>
    </p:spTree>
    <p:extLst>
      <p:ext uri="{BB962C8B-B14F-4D97-AF65-F5344CB8AC3E}">
        <p14:creationId xmlns:p14="http://schemas.microsoft.com/office/powerpoint/2010/main" val="1809693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831402-910F-D332-936B-07011812A9B6}"/>
              </a:ext>
            </a:extLst>
          </p:cNvPr>
          <p:cNvSpPr/>
          <p:nvPr/>
        </p:nvSpPr>
        <p:spPr>
          <a:xfrm>
            <a:off x="2391055" y="168151"/>
            <a:ext cx="6962034"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Polynomial evaluation-1</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762BC346-9978-A3BB-029A-2D227577D0FF}"/>
              </a:ext>
            </a:extLst>
          </p:cNvPr>
          <p:cNvSpPr txBox="1"/>
          <p:nvPr/>
        </p:nvSpPr>
        <p:spPr>
          <a:xfrm>
            <a:off x="370505" y="1287424"/>
            <a:ext cx="11255438" cy="5109091"/>
          </a:xfrm>
          <a:prstGeom prst="rect">
            <a:avLst/>
          </a:prstGeom>
          <a:solidFill>
            <a:schemeClr val="accent2">
              <a:lumMod val="60000"/>
              <a:lumOff val="40000"/>
            </a:schemeClr>
          </a:solidFill>
        </p:spPr>
        <p:txBody>
          <a:bodyPr wrap="square">
            <a:spAutoFit/>
          </a:bodyPr>
          <a:lstStyle/>
          <a:p>
            <a:r>
              <a:rPr lang="en-US" sz="2800" dirty="0">
                <a:solidFill>
                  <a:srgbClr val="FF0000"/>
                </a:solidFill>
              </a:rPr>
              <a:t>function</a:t>
            </a:r>
            <a:r>
              <a:rPr lang="en-US" sz="2800" dirty="0"/>
              <a:t> y=</a:t>
            </a:r>
            <a:r>
              <a:rPr lang="en-US" sz="2800" dirty="0" err="1"/>
              <a:t>mypolyval</a:t>
            </a:r>
            <a:r>
              <a:rPr lang="en-US" sz="2800" dirty="0"/>
              <a:t>(</a:t>
            </a:r>
            <a:r>
              <a:rPr lang="en-US" sz="2800" dirty="0" err="1"/>
              <a:t>c,x</a:t>
            </a:r>
            <a:r>
              <a:rPr lang="en-US" sz="2800" dirty="0"/>
              <a:t>)</a:t>
            </a:r>
          </a:p>
          <a:p>
            <a:r>
              <a:rPr lang="en-US" sz="2800" dirty="0"/>
              <a:t>%c is the array of coefficients, from lowest to highest power</a:t>
            </a:r>
          </a:p>
          <a:p>
            <a:r>
              <a:rPr lang="en-US" sz="2800" dirty="0"/>
              <a:t>% x can be array of values at which evaluation is to be carried out</a:t>
            </a:r>
          </a:p>
          <a:p>
            <a:r>
              <a:rPr lang="en-US" sz="2800" dirty="0"/>
              <a:t>% let us assume x is scalar</a:t>
            </a:r>
          </a:p>
          <a:p>
            <a:r>
              <a:rPr lang="en-US" sz="2800" dirty="0"/>
              <a:t>n=length(c);</a:t>
            </a:r>
          </a:p>
          <a:p>
            <a:r>
              <a:rPr lang="en-US" sz="2800" dirty="0"/>
              <a:t>y=c(n);</a:t>
            </a:r>
          </a:p>
          <a:p>
            <a:r>
              <a:rPr lang="en-US" sz="2800" dirty="0">
                <a:solidFill>
                  <a:srgbClr val="0070C0"/>
                </a:solidFill>
              </a:rPr>
              <a:t>for</a:t>
            </a:r>
            <a:r>
              <a:rPr lang="en-US" sz="2800" dirty="0"/>
              <a:t> </a:t>
            </a:r>
            <a:r>
              <a:rPr lang="en-US" sz="2800" dirty="0" err="1"/>
              <a:t>i</a:t>
            </a:r>
            <a:r>
              <a:rPr lang="en-US" sz="2800" dirty="0"/>
              <a:t>=(n-1):-1:1</a:t>
            </a:r>
          </a:p>
          <a:p>
            <a:r>
              <a:rPr lang="en-US" sz="2800" dirty="0"/>
              <a:t>    y=c(</a:t>
            </a:r>
            <a:r>
              <a:rPr lang="en-US" sz="2800" dirty="0" err="1"/>
              <a:t>i</a:t>
            </a:r>
            <a:r>
              <a:rPr lang="en-US" sz="2800" dirty="0"/>
              <a:t>)+x*y;</a:t>
            </a:r>
          </a:p>
          <a:p>
            <a:r>
              <a:rPr lang="en-US" sz="2800" dirty="0">
                <a:solidFill>
                  <a:srgbClr val="0070C0"/>
                </a:solidFill>
              </a:rPr>
              <a:t>end</a:t>
            </a:r>
          </a:p>
          <a:p>
            <a:r>
              <a:rPr lang="en-US" sz="2800" dirty="0" err="1"/>
              <a:t>disp</a:t>
            </a:r>
            <a:r>
              <a:rPr lang="en-US" sz="2800" dirty="0"/>
              <a:t>(y)</a:t>
            </a:r>
          </a:p>
          <a:p>
            <a:r>
              <a:rPr lang="en-US" sz="2800" dirty="0">
                <a:solidFill>
                  <a:srgbClr val="FF0000"/>
                </a:solidFill>
              </a:rPr>
              <a:t>end</a:t>
            </a:r>
          </a:p>
          <a:p>
            <a:endParaRPr lang="en-IN" dirty="0"/>
          </a:p>
        </p:txBody>
      </p:sp>
    </p:spTree>
    <p:extLst>
      <p:ext uri="{BB962C8B-B14F-4D97-AF65-F5344CB8AC3E}">
        <p14:creationId xmlns:p14="http://schemas.microsoft.com/office/powerpoint/2010/main" val="1124557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079851-5014-3818-74EF-0856C372EE6E}"/>
              </a:ext>
            </a:extLst>
          </p:cNvPr>
          <p:cNvSpPr txBox="1"/>
          <p:nvPr/>
        </p:nvSpPr>
        <p:spPr>
          <a:xfrm>
            <a:off x="772107" y="1228397"/>
            <a:ext cx="10433957" cy="4832092"/>
          </a:xfrm>
          <a:prstGeom prst="rect">
            <a:avLst/>
          </a:prstGeom>
          <a:solidFill>
            <a:schemeClr val="accent2">
              <a:lumMod val="40000"/>
              <a:lumOff val="60000"/>
            </a:schemeClr>
          </a:solidFill>
        </p:spPr>
        <p:txBody>
          <a:bodyPr wrap="square">
            <a:spAutoFit/>
          </a:bodyPr>
          <a:lstStyle/>
          <a:p>
            <a:r>
              <a:rPr lang="en-US" sz="2800" dirty="0">
                <a:solidFill>
                  <a:srgbClr val="FF0000"/>
                </a:solidFill>
              </a:rPr>
              <a:t>function</a:t>
            </a:r>
            <a:r>
              <a:rPr lang="en-US" sz="2800" dirty="0"/>
              <a:t> y=</a:t>
            </a:r>
            <a:r>
              <a:rPr lang="en-US" sz="2800" dirty="0" err="1"/>
              <a:t>mypolyval</a:t>
            </a:r>
            <a:r>
              <a:rPr lang="en-US" sz="2800" dirty="0"/>
              <a:t>(</a:t>
            </a:r>
            <a:r>
              <a:rPr lang="en-US" sz="2800" dirty="0" err="1"/>
              <a:t>c,x</a:t>
            </a:r>
            <a:r>
              <a:rPr lang="en-US" sz="2800" dirty="0"/>
              <a:t>)</a:t>
            </a:r>
          </a:p>
          <a:p>
            <a:r>
              <a:rPr lang="en-US" sz="2800" dirty="0"/>
              <a:t>%c is the array of coefficients, from lowest to highest power</a:t>
            </a:r>
          </a:p>
          <a:p>
            <a:r>
              <a:rPr lang="en-US" sz="2800" dirty="0"/>
              <a:t>% x can be array of values at which evaluation is to be carried out</a:t>
            </a:r>
          </a:p>
          <a:p>
            <a:r>
              <a:rPr lang="en-US" sz="2800" dirty="0"/>
              <a:t>% let us assume x is a vector of values</a:t>
            </a:r>
          </a:p>
          <a:p>
            <a:r>
              <a:rPr lang="en-US" sz="2800" dirty="0"/>
              <a:t>n=length(c);</a:t>
            </a:r>
          </a:p>
          <a:p>
            <a:r>
              <a:rPr lang="en-US" sz="2800" dirty="0"/>
              <a:t>y=c(n)*ones(size(x));   % y is an array of values</a:t>
            </a:r>
          </a:p>
          <a:p>
            <a:r>
              <a:rPr lang="en-US" sz="2800" dirty="0">
                <a:solidFill>
                  <a:schemeClr val="accent1"/>
                </a:solidFill>
              </a:rPr>
              <a:t>for</a:t>
            </a:r>
            <a:r>
              <a:rPr lang="en-US" sz="2800" dirty="0"/>
              <a:t> </a:t>
            </a:r>
            <a:r>
              <a:rPr lang="en-US" sz="2800" dirty="0" err="1"/>
              <a:t>i</a:t>
            </a:r>
            <a:r>
              <a:rPr lang="en-US" sz="2800" dirty="0"/>
              <a:t>=(n-1):-1:1</a:t>
            </a:r>
          </a:p>
          <a:p>
            <a:r>
              <a:rPr lang="en-US" sz="2800" dirty="0"/>
              <a:t>    y=c(</a:t>
            </a:r>
            <a:r>
              <a:rPr lang="en-US" sz="2800" dirty="0" err="1"/>
              <a:t>i</a:t>
            </a:r>
            <a:r>
              <a:rPr lang="en-US" sz="2800" dirty="0"/>
              <a:t>)+x.*y; % y is an array of values</a:t>
            </a:r>
          </a:p>
          <a:p>
            <a:r>
              <a:rPr lang="en-US" sz="2800" dirty="0">
                <a:solidFill>
                  <a:schemeClr val="accent1"/>
                </a:solidFill>
              </a:rPr>
              <a:t>end</a:t>
            </a:r>
          </a:p>
          <a:p>
            <a:r>
              <a:rPr lang="en-US" sz="2800" dirty="0" err="1"/>
              <a:t>disp</a:t>
            </a:r>
            <a:r>
              <a:rPr lang="en-US" sz="2800" dirty="0"/>
              <a:t>(y)</a:t>
            </a:r>
          </a:p>
          <a:p>
            <a:r>
              <a:rPr lang="en-US" sz="2800" dirty="0">
                <a:solidFill>
                  <a:srgbClr val="FF0000"/>
                </a:solidFill>
              </a:rPr>
              <a:t>end</a:t>
            </a:r>
            <a:endParaRPr lang="en-IN" dirty="0">
              <a:solidFill>
                <a:srgbClr val="FF0000"/>
              </a:solidFill>
            </a:endParaRPr>
          </a:p>
        </p:txBody>
      </p:sp>
      <p:sp>
        <p:nvSpPr>
          <p:cNvPr id="4" name="Rectangle 3">
            <a:extLst>
              <a:ext uri="{FF2B5EF4-FFF2-40B4-BE49-F238E27FC236}">
                <a16:creationId xmlns:a16="http://schemas.microsoft.com/office/drawing/2014/main" id="{9C8B0E7D-2705-EF06-E632-5166278A8E99}"/>
              </a:ext>
            </a:extLst>
          </p:cNvPr>
          <p:cNvSpPr/>
          <p:nvPr/>
        </p:nvSpPr>
        <p:spPr>
          <a:xfrm>
            <a:off x="2391055" y="168151"/>
            <a:ext cx="6962034"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Polynomial evaluation-2</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0569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BD7B1E-5D32-F8F5-46B5-378DD1A7D970}"/>
              </a:ext>
            </a:extLst>
          </p:cNvPr>
          <p:cNvSpPr/>
          <p:nvPr/>
        </p:nvSpPr>
        <p:spPr>
          <a:xfrm>
            <a:off x="4468678" y="141504"/>
            <a:ext cx="6962034"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Polynomial evaluation-3</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50AB3115-1338-14A3-5AF6-260E12C80D58}"/>
              </a:ext>
            </a:extLst>
          </p:cNvPr>
          <p:cNvSpPr/>
          <p:nvPr/>
        </p:nvSpPr>
        <p:spPr>
          <a:xfrm>
            <a:off x="1446260" y="141504"/>
            <a:ext cx="2861361" cy="923330"/>
          </a:xfrm>
          <a:prstGeom prst="rect">
            <a:avLst/>
          </a:prstGeom>
          <a:solidFill>
            <a:schemeClr val="accent2">
              <a:lumMod val="20000"/>
              <a:lumOff val="80000"/>
            </a:schemeClr>
          </a:solid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Recursive</a:t>
            </a:r>
          </a:p>
        </p:txBody>
      </p:sp>
      <p:sp>
        <p:nvSpPr>
          <p:cNvPr id="6" name="TextBox 5">
            <a:extLst>
              <a:ext uri="{FF2B5EF4-FFF2-40B4-BE49-F238E27FC236}">
                <a16:creationId xmlns:a16="http://schemas.microsoft.com/office/drawing/2014/main" id="{83F5DA7C-D1DC-E23F-9FAA-7C59D8C3C9A2}"/>
              </a:ext>
            </a:extLst>
          </p:cNvPr>
          <p:cNvSpPr txBox="1"/>
          <p:nvPr/>
        </p:nvSpPr>
        <p:spPr>
          <a:xfrm>
            <a:off x="1190426" y="2239821"/>
            <a:ext cx="11001574" cy="4524315"/>
          </a:xfrm>
          <a:prstGeom prst="rect">
            <a:avLst/>
          </a:prstGeom>
          <a:solidFill>
            <a:schemeClr val="accent2">
              <a:lumMod val="60000"/>
              <a:lumOff val="40000"/>
            </a:schemeClr>
          </a:solidFill>
        </p:spPr>
        <p:txBody>
          <a:bodyPr wrap="square">
            <a:spAutoFit/>
          </a:bodyPr>
          <a:lstStyle/>
          <a:p>
            <a:r>
              <a:rPr lang="en-IN" sz="3600" dirty="0">
                <a:solidFill>
                  <a:srgbClr val="FF0000"/>
                </a:solidFill>
              </a:rPr>
              <a:t>function</a:t>
            </a:r>
            <a:r>
              <a:rPr lang="en-IN" sz="3600" dirty="0"/>
              <a:t> y=</a:t>
            </a:r>
            <a:r>
              <a:rPr lang="en-IN" sz="3600" dirty="0" err="1"/>
              <a:t>polyvalr</a:t>
            </a:r>
            <a:r>
              <a:rPr lang="en-IN" sz="3600" dirty="0"/>
              <a:t>(</a:t>
            </a:r>
            <a:r>
              <a:rPr lang="en-IN" sz="3600" dirty="0" err="1"/>
              <a:t>p,x</a:t>
            </a:r>
            <a:r>
              <a:rPr lang="en-IN" sz="3600" dirty="0"/>
              <a:t>) </a:t>
            </a:r>
          </a:p>
          <a:p>
            <a:r>
              <a:rPr lang="en-IN" sz="3600" dirty="0"/>
              <a:t>%recursive formulation of polynomial evaluation </a:t>
            </a:r>
          </a:p>
          <a:p>
            <a:r>
              <a:rPr lang="en-IN" sz="3600" dirty="0"/>
              <a:t>%p is the array of coefficients </a:t>
            </a:r>
          </a:p>
          <a:p>
            <a:r>
              <a:rPr lang="en-IN" sz="3600" dirty="0">
                <a:solidFill>
                  <a:schemeClr val="accent1"/>
                </a:solidFill>
              </a:rPr>
              <a:t>if</a:t>
            </a:r>
            <a:r>
              <a:rPr lang="en-IN" sz="3600" dirty="0"/>
              <a:t> length(p)==0 </a:t>
            </a:r>
          </a:p>
          <a:p>
            <a:r>
              <a:rPr lang="en-IN" sz="3600" dirty="0"/>
              <a:t>y=zeros(size(x)); </a:t>
            </a:r>
          </a:p>
          <a:p>
            <a:r>
              <a:rPr lang="en-IN" sz="3600" dirty="0"/>
              <a:t>else y=p(1) + x.*</a:t>
            </a:r>
            <a:r>
              <a:rPr lang="en-IN" sz="3600" dirty="0" err="1"/>
              <a:t>polyvalr</a:t>
            </a:r>
            <a:r>
              <a:rPr lang="en-IN" sz="3600" dirty="0"/>
              <a:t>(p(2:end),x) </a:t>
            </a:r>
          </a:p>
          <a:p>
            <a:r>
              <a:rPr lang="en-IN" sz="3600" dirty="0">
                <a:solidFill>
                  <a:schemeClr val="accent1"/>
                </a:solidFill>
              </a:rPr>
              <a:t>end</a:t>
            </a:r>
          </a:p>
          <a:p>
            <a:r>
              <a:rPr lang="en-IN" sz="3600" dirty="0">
                <a:solidFill>
                  <a:srgbClr val="FF0000"/>
                </a:solidFill>
              </a:rPr>
              <a:t>end</a:t>
            </a:r>
          </a:p>
        </p:txBody>
      </p:sp>
      <p:pic>
        <p:nvPicPr>
          <p:cNvPr id="8" name="Picture 7">
            <a:extLst>
              <a:ext uri="{FF2B5EF4-FFF2-40B4-BE49-F238E27FC236}">
                <a16:creationId xmlns:a16="http://schemas.microsoft.com/office/drawing/2014/main" id="{A0FCE1FB-326A-613F-9C44-D85E47225593}"/>
              </a:ext>
            </a:extLst>
          </p:cNvPr>
          <p:cNvPicPr>
            <a:picLocks noChangeAspect="1"/>
          </p:cNvPicPr>
          <p:nvPr/>
        </p:nvPicPr>
        <p:blipFill>
          <a:blip r:embed="rId2"/>
          <a:stretch>
            <a:fillRect/>
          </a:stretch>
        </p:blipFill>
        <p:spPr>
          <a:xfrm>
            <a:off x="0" y="1300160"/>
            <a:ext cx="12008498" cy="1055862"/>
          </a:xfrm>
          <a:prstGeom prst="rect">
            <a:avLst/>
          </a:prstGeom>
        </p:spPr>
      </p:pic>
    </p:spTree>
    <p:extLst>
      <p:ext uri="{BB962C8B-B14F-4D97-AF65-F5344CB8AC3E}">
        <p14:creationId xmlns:p14="http://schemas.microsoft.com/office/powerpoint/2010/main" val="2790314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255141-714A-DBDD-EC75-B4BE7E456853}"/>
              </a:ext>
            </a:extLst>
          </p:cNvPr>
          <p:cNvSpPr txBox="1"/>
          <p:nvPr/>
        </p:nvSpPr>
        <p:spPr>
          <a:xfrm>
            <a:off x="196646" y="534869"/>
            <a:ext cx="11646022" cy="1077218"/>
          </a:xfrm>
          <a:prstGeom prst="rect">
            <a:avLst/>
          </a:prstGeom>
          <a:noFill/>
        </p:spPr>
        <p:txBody>
          <a:bodyPr wrap="square">
            <a:spAutoFit/>
          </a:bodyPr>
          <a:lstStyle/>
          <a:p>
            <a:pPr algn="just"/>
            <a:r>
              <a:rPr lang="en-US" sz="3200" dirty="0"/>
              <a:t>The maximum value in an array is the maximum of the first element and the maximum of all elements after the first. This gives rise to</a:t>
            </a:r>
            <a:endParaRPr lang="en-IN" sz="3200" dirty="0"/>
          </a:p>
        </p:txBody>
      </p:sp>
      <p:sp>
        <p:nvSpPr>
          <p:cNvPr id="6" name="TextBox 5">
            <a:extLst>
              <a:ext uri="{FF2B5EF4-FFF2-40B4-BE49-F238E27FC236}">
                <a16:creationId xmlns:a16="http://schemas.microsoft.com/office/drawing/2014/main" id="{233AC9B1-BD82-8CB6-0D58-A10CE7A1CD66}"/>
              </a:ext>
            </a:extLst>
          </p:cNvPr>
          <p:cNvSpPr txBox="1"/>
          <p:nvPr/>
        </p:nvSpPr>
        <p:spPr>
          <a:xfrm>
            <a:off x="2363402" y="1612087"/>
            <a:ext cx="6014260" cy="5262979"/>
          </a:xfrm>
          <a:prstGeom prst="rect">
            <a:avLst/>
          </a:prstGeom>
          <a:solidFill>
            <a:schemeClr val="accent2">
              <a:lumMod val="60000"/>
              <a:lumOff val="40000"/>
            </a:schemeClr>
          </a:solidFill>
        </p:spPr>
        <p:txBody>
          <a:bodyPr wrap="square">
            <a:spAutoFit/>
          </a:bodyPr>
          <a:lstStyle/>
          <a:p>
            <a:r>
              <a:rPr lang="es-ES" sz="2400" b="0" i="0" dirty="0">
                <a:effectLst/>
                <a:latin typeface="Menlo"/>
              </a:rPr>
              <a:t>x=</a:t>
            </a:r>
            <a:r>
              <a:rPr lang="es-ES" sz="2400" b="0" i="0" dirty="0" err="1">
                <a:effectLst/>
                <a:latin typeface="Menlo"/>
              </a:rPr>
              <a:t>randi</a:t>
            </a:r>
            <a:r>
              <a:rPr lang="es-ES" sz="2400" b="0" i="0" dirty="0">
                <a:effectLst/>
                <a:latin typeface="Menlo"/>
              </a:rPr>
              <a:t>([1 5], 1,8)</a:t>
            </a:r>
          </a:p>
          <a:p>
            <a:r>
              <a:rPr lang="es-ES" sz="2400" b="0" i="0" dirty="0">
                <a:effectLst/>
                <a:latin typeface="Menlo"/>
              </a:rPr>
              <a:t>y=</a:t>
            </a:r>
            <a:r>
              <a:rPr lang="es-ES" sz="2400" b="0" i="0" dirty="0" err="1">
                <a:effectLst/>
                <a:latin typeface="Menlo"/>
              </a:rPr>
              <a:t>maxr</a:t>
            </a:r>
            <a:r>
              <a:rPr lang="es-ES" sz="2400" b="0" i="0" dirty="0">
                <a:effectLst/>
                <a:latin typeface="Menlo"/>
              </a:rPr>
              <a:t>(x)</a:t>
            </a:r>
          </a:p>
          <a:p>
            <a:r>
              <a:rPr lang="en-US" sz="2400" dirty="0">
                <a:solidFill>
                  <a:srgbClr val="FFFF00"/>
                </a:solidFill>
              </a:rPr>
              <a:t>function</a:t>
            </a:r>
            <a:r>
              <a:rPr lang="en-US" sz="2400" dirty="0"/>
              <a:t> y=</a:t>
            </a:r>
            <a:r>
              <a:rPr lang="en-US" sz="2400" dirty="0" err="1"/>
              <a:t>maxr</a:t>
            </a:r>
            <a:r>
              <a:rPr lang="en-US" sz="2400" dirty="0"/>
              <a:t>(x) </a:t>
            </a:r>
          </a:p>
          <a:p>
            <a:r>
              <a:rPr lang="en-US" sz="2400" dirty="0"/>
              <a:t>%find maximum value of array x</a:t>
            </a:r>
          </a:p>
          <a:p>
            <a:r>
              <a:rPr lang="en-US" sz="2400" dirty="0"/>
              <a:t> </a:t>
            </a:r>
            <a:r>
              <a:rPr lang="en-US" sz="2400" dirty="0">
                <a:solidFill>
                  <a:srgbClr val="FF0000"/>
                </a:solidFill>
              </a:rPr>
              <a:t>if</a:t>
            </a:r>
            <a:r>
              <a:rPr lang="en-US" sz="2400" dirty="0"/>
              <a:t> length(x)==1 </a:t>
            </a:r>
          </a:p>
          <a:p>
            <a:r>
              <a:rPr lang="en-US" sz="2400" dirty="0"/>
              <a:t>y=x; </a:t>
            </a:r>
          </a:p>
          <a:p>
            <a:r>
              <a:rPr lang="en-US" sz="2400" dirty="0"/>
              <a:t>else</a:t>
            </a:r>
          </a:p>
          <a:p>
            <a:r>
              <a:rPr lang="en-US" sz="2400" dirty="0"/>
              <a:t> </a:t>
            </a:r>
            <a:r>
              <a:rPr lang="en-US" sz="2400" dirty="0">
                <a:solidFill>
                  <a:srgbClr val="00B0F0"/>
                </a:solidFill>
              </a:rPr>
              <a:t>if </a:t>
            </a:r>
            <a:r>
              <a:rPr lang="en-US" sz="2400" dirty="0"/>
              <a:t>x(1)&gt;</a:t>
            </a:r>
            <a:r>
              <a:rPr lang="en-US" sz="2400" dirty="0" err="1"/>
              <a:t>maxr</a:t>
            </a:r>
            <a:r>
              <a:rPr lang="en-US" sz="2400" dirty="0"/>
              <a:t>(x(2:end)) </a:t>
            </a:r>
          </a:p>
          <a:p>
            <a:r>
              <a:rPr lang="en-US" sz="2400" dirty="0"/>
              <a:t>y=x(1); </a:t>
            </a:r>
          </a:p>
          <a:p>
            <a:r>
              <a:rPr lang="en-US" sz="2400" dirty="0"/>
              <a:t>else </a:t>
            </a:r>
          </a:p>
          <a:p>
            <a:r>
              <a:rPr lang="en-US" sz="2400" dirty="0"/>
              <a:t>y=</a:t>
            </a:r>
            <a:r>
              <a:rPr lang="en-US" sz="2400" dirty="0" err="1"/>
              <a:t>maxr</a:t>
            </a:r>
            <a:r>
              <a:rPr lang="en-US" sz="2400" dirty="0"/>
              <a:t>(x(2:end)); </a:t>
            </a:r>
          </a:p>
          <a:p>
            <a:r>
              <a:rPr lang="en-US" sz="2400" dirty="0">
                <a:solidFill>
                  <a:srgbClr val="00B0F0"/>
                </a:solidFill>
              </a:rPr>
              <a:t>end</a:t>
            </a:r>
            <a:r>
              <a:rPr lang="en-US" sz="2400" dirty="0">
                <a:solidFill>
                  <a:srgbClr val="FF0000"/>
                </a:solidFill>
              </a:rPr>
              <a:t> </a:t>
            </a:r>
          </a:p>
          <a:p>
            <a:r>
              <a:rPr lang="en-US" sz="2400" dirty="0">
                <a:solidFill>
                  <a:srgbClr val="FF0000"/>
                </a:solidFill>
              </a:rPr>
              <a:t>end</a:t>
            </a:r>
          </a:p>
          <a:p>
            <a:r>
              <a:rPr lang="en-US" sz="2400" dirty="0">
                <a:solidFill>
                  <a:srgbClr val="FFFF00"/>
                </a:solidFill>
              </a:rPr>
              <a:t>end</a:t>
            </a:r>
            <a:endParaRPr lang="en-IN" sz="3200" dirty="0">
              <a:solidFill>
                <a:srgbClr val="FFFF00"/>
              </a:solidFill>
            </a:endParaRPr>
          </a:p>
        </p:txBody>
      </p:sp>
      <p:sp>
        <p:nvSpPr>
          <p:cNvPr id="7" name="Rectangle 6">
            <a:extLst>
              <a:ext uri="{FF2B5EF4-FFF2-40B4-BE49-F238E27FC236}">
                <a16:creationId xmlns:a16="http://schemas.microsoft.com/office/drawing/2014/main" id="{3CB39E95-77FB-DEA3-AA5F-8CD737C149A8}"/>
              </a:ext>
            </a:extLst>
          </p:cNvPr>
          <p:cNvSpPr/>
          <p:nvPr/>
        </p:nvSpPr>
        <p:spPr>
          <a:xfrm>
            <a:off x="2736377" y="0"/>
            <a:ext cx="5916812" cy="707886"/>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maximum value in an array </a:t>
            </a:r>
            <a:endParaRPr lang="en-IN" sz="4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23982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E44C98-555F-890C-D795-236081AF4AC8}"/>
              </a:ext>
            </a:extLst>
          </p:cNvPr>
          <p:cNvSpPr txBox="1"/>
          <p:nvPr/>
        </p:nvSpPr>
        <p:spPr>
          <a:xfrm>
            <a:off x="2192694" y="1720840"/>
            <a:ext cx="5159828" cy="3970318"/>
          </a:xfrm>
          <a:prstGeom prst="rect">
            <a:avLst/>
          </a:prstGeom>
          <a:solidFill>
            <a:schemeClr val="accent3">
              <a:lumMod val="40000"/>
              <a:lumOff val="60000"/>
            </a:schemeClr>
          </a:solidFill>
        </p:spPr>
        <p:txBody>
          <a:bodyPr wrap="square">
            <a:spAutoFit/>
          </a:bodyPr>
          <a:lstStyle/>
          <a:p>
            <a:r>
              <a:rPr lang="en-US" sz="3600" dirty="0">
                <a:solidFill>
                  <a:schemeClr val="accent2"/>
                </a:solidFill>
              </a:rPr>
              <a:t>x=fact(10)</a:t>
            </a:r>
          </a:p>
          <a:p>
            <a:r>
              <a:rPr lang="en-US" sz="3600" dirty="0">
                <a:solidFill>
                  <a:schemeClr val="accent2"/>
                </a:solidFill>
              </a:rPr>
              <a:t>function</a:t>
            </a:r>
            <a:r>
              <a:rPr lang="en-US" sz="3600" dirty="0"/>
              <a:t> res = fact(n) </a:t>
            </a:r>
          </a:p>
          <a:p>
            <a:r>
              <a:rPr lang="en-US" sz="3600" dirty="0">
                <a:solidFill>
                  <a:srgbClr val="00B0F0"/>
                </a:solidFill>
              </a:rPr>
              <a:t>if</a:t>
            </a:r>
            <a:r>
              <a:rPr lang="en-US" sz="3600" dirty="0"/>
              <a:t> n == 0 res = 1; </a:t>
            </a:r>
          </a:p>
          <a:p>
            <a:r>
              <a:rPr lang="en-US" sz="3600" dirty="0"/>
              <a:t>else </a:t>
            </a:r>
          </a:p>
          <a:p>
            <a:r>
              <a:rPr lang="en-US" sz="3600" dirty="0"/>
              <a:t>res = n * fact(n-1); </a:t>
            </a:r>
          </a:p>
          <a:p>
            <a:r>
              <a:rPr lang="en-US" sz="3600" dirty="0">
                <a:solidFill>
                  <a:srgbClr val="00B0F0"/>
                </a:solidFill>
              </a:rPr>
              <a:t>end</a:t>
            </a:r>
          </a:p>
          <a:p>
            <a:r>
              <a:rPr lang="en-US" sz="3600" dirty="0"/>
              <a:t> </a:t>
            </a:r>
            <a:r>
              <a:rPr lang="en-US" sz="3600" dirty="0">
                <a:solidFill>
                  <a:schemeClr val="accent2"/>
                </a:solidFill>
              </a:rPr>
              <a:t>end</a:t>
            </a:r>
            <a:endParaRPr lang="en-IN" sz="3600" dirty="0">
              <a:solidFill>
                <a:schemeClr val="accent2"/>
              </a:solidFill>
            </a:endParaRPr>
          </a:p>
        </p:txBody>
      </p:sp>
      <p:sp>
        <p:nvSpPr>
          <p:cNvPr id="4" name="Rectangle 3">
            <a:extLst>
              <a:ext uri="{FF2B5EF4-FFF2-40B4-BE49-F238E27FC236}">
                <a16:creationId xmlns:a16="http://schemas.microsoft.com/office/drawing/2014/main" id="{DB786857-A5A2-2629-0704-DEC8A83BE20A}"/>
              </a:ext>
            </a:extLst>
          </p:cNvPr>
          <p:cNvSpPr/>
          <p:nvPr/>
        </p:nvSpPr>
        <p:spPr>
          <a:xfrm>
            <a:off x="3708773" y="326772"/>
            <a:ext cx="259109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Factorial</a:t>
            </a:r>
          </a:p>
        </p:txBody>
      </p:sp>
    </p:spTree>
    <p:extLst>
      <p:ext uri="{BB962C8B-B14F-4D97-AF65-F5344CB8AC3E}">
        <p14:creationId xmlns:p14="http://schemas.microsoft.com/office/powerpoint/2010/main" val="105690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D02D1B-6C66-63B3-DE4E-372CA7E18AE9}"/>
              </a:ext>
            </a:extLst>
          </p:cNvPr>
          <p:cNvSpPr txBox="1"/>
          <p:nvPr/>
        </p:nvSpPr>
        <p:spPr>
          <a:xfrm>
            <a:off x="102637" y="1720840"/>
            <a:ext cx="11756572" cy="3724096"/>
          </a:xfrm>
          <a:prstGeom prst="rect">
            <a:avLst/>
          </a:prstGeom>
          <a:solidFill>
            <a:schemeClr val="accent4">
              <a:lumMod val="60000"/>
              <a:lumOff val="40000"/>
            </a:schemeClr>
          </a:solidFill>
        </p:spPr>
        <p:txBody>
          <a:bodyPr wrap="square">
            <a:spAutoFit/>
          </a:bodyPr>
          <a:lstStyle/>
          <a:p>
            <a:r>
              <a:rPr lang="en-US" sz="4000" dirty="0">
                <a:solidFill>
                  <a:schemeClr val="accent2"/>
                </a:solidFill>
              </a:rPr>
              <a:t>function</a:t>
            </a:r>
            <a:r>
              <a:rPr lang="en-US" sz="4000" dirty="0"/>
              <a:t> s = reverse1(s)</a:t>
            </a:r>
          </a:p>
          <a:p>
            <a:r>
              <a:rPr lang="en-US" sz="4000" dirty="0"/>
              <a:t>   </a:t>
            </a:r>
            <a:r>
              <a:rPr lang="en-US" sz="4000" dirty="0">
                <a:solidFill>
                  <a:schemeClr val="accent1"/>
                </a:solidFill>
              </a:rPr>
              <a:t>if</a:t>
            </a:r>
            <a:r>
              <a:rPr lang="en-US" sz="4000" dirty="0"/>
              <a:t> length(s) &gt;= 1 </a:t>
            </a:r>
          </a:p>
          <a:p>
            <a:r>
              <a:rPr lang="en-US" sz="4000" dirty="0"/>
              <a:t>   s = [ s(end) reverse1(s(1:end-1)) ]; % Appending array </a:t>
            </a:r>
          </a:p>
          <a:p>
            <a:r>
              <a:rPr lang="en-US" sz="4000" dirty="0">
                <a:solidFill>
                  <a:schemeClr val="accent1"/>
                </a:solidFill>
              </a:rPr>
              <a:t>   end</a:t>
            </a:r>
            <a:r>
              <a:rPr lang="en-US" sz="4000" dirty="0"/>
              <a:t> </a:t>
            </a:r>
          </a:p>
          <a:p>
            <a:r>
              <a:rPr lang="en-US" sz="4000" dirty="0">
                <a:solidFill>
                  <a:schemeClr val="accent2"/>
                </a:solidFill>
              </a:rPr>
              <a:t>end </a:t>
            </a:r>
          </a:p>
          <a:p>
            <a:endParaRPr lang="en-US" sz="3600" dirty="0"/>
          </a:p>
        </p:txBody>
      </p:sp>
      <p:sp>
        <p:nvSpPr>
          <p:cNvPr id="4" name="Rectangle 3">
            <a:extLst>
              <a:ext uri="{FF2B5EF4-FFF2-40B4-BE49-F238E27FC236}">
                <a16:creationId xmlns:a16="http://schemas.microsoft.com/office/drawing/2014/main" id="{166598B1-E466-333E-5ACA-61996DC00163}"/>
              </a:ext>
            </a:extLst>
          </p:cNvPr>
          <p:cNvSpPr/>
          <p:nvPr/>
        </p:nvSpPr>
        <p:spPr>
          <a:xfrm>
            <a:off x="576872" y="0"/>
            <a:ext cx="10179839"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String Reversal reversing string, #1: </a:t>
            </a:r>
            <a:endParaRPr lang="en-IN"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4417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2AF41-5C5A-8B48-9C43-65F3406FD94E}"/>
              </a:ext>
            </a:extLst>
          </p:cNvPr>
          <p:cNvSpPr txBox="1"/>
          <p:nvPr/>
        </p:nvSpPr>
        <p:spPr>
          <a:xfrm>
            <a:off x="648466" y="1521616"/>
            <a:ext cx="11239536" cy="4278094"/>
          </a:xfrm>
          <a:prstGeom prst="rect">
            <a:avLst/>
          </a:prstGeom>
          <a:solidFill>
            <a:schemeClr val="accent4">
              <a:lumMod val="60000"/>
              <a:lumOff val="40000"/>
            </a:schemeClr>
          </a:solidFill>
        </p:spPr>
        <p:txBody>
          <a:bodyPr wrap="square">
            <a:spAutoFit/>
          </a:bodyPr>
          <a:lstStyle/>
          <a:p>
            <a:r>
              <a:rPr lang="en-IN" sz="3600" b="0" i="0" dirty="0">
                <a:effectLst/>
                <a:latin typeface="Menlo"/>
              </a:rPr>
              <a:t>y=reverse2(</a:t>
            </a:r>
            <a:r>
              <a:rPr lang="en-IN" sz="3600" b="0" i="0" dirty="0">
                <a:solidFill>
                  <a:srgbClr val="A709F5"/>
                </a:solidFill>
                <a:effectLst/>
                <a:latin typeface="Menlo"/>
              </a:rPr>
              <a:t>'</a:t>
            </a:r>
            <a:r>
              <a:rPr lang="en-IN" sz="3600" b="0" i="0" dirty="0" err="1">
                <a:solidFill>
                  <a:srgbClr val="A709F5"/>
                </a:solidFill>
                <a:effectLst/>
                <a:latin typeface="Menlo"/>
              </a:rPr>
              <a:t>abcd</a:t>
            </a:r>
            <a:r>
              <a:rPr lang="en-IN" sz="3600" b="0" i="0" dirty="0">
                <a:solidFill>
                  <a:srgbClr val="A709F5"/>
                </a:solidFill>
                <a:effectLst/>
                <a:latin typeface="Menlo"/>
              </a:rPr>
              <a:t>'</a:t>
            </a:r>
            <a:r>
              <a:rPr lang="en-IN" sz="3600" b="0" i="0" dirty="0">
                <a:effectLst/>
                <a:latin typeface="Menlo"/>
              </a:rPr>
              <a:t>)</a:t>
            </a:r>
          </a:p>
          <a:p>
            <a:r>
              <a:rPr lang="en-US" sz="4000" dirty="0">
                <a:solidFill>
                  <a:schemeClr val="accent2"/>
                </a:solidFill>
              </a:rPr>
              <a:t>function</a:t>
            </a:r>
            <a:r>
              <a:rPr lang="en-US" sz="4000" dirty="0"/>
              <a:t> s = reverse2(s)</a:t>
            </a:r>
          </a:p>
          <a:p>
            <a:r>
              <a:rPr lang="en-US" sz="4000" dirty="0"/>
              <a:t>    	</a:t>
            </a:r>
            <a:r>
              <a:rPr lang="en-US" sz="4000" dirty="0">
                <a:solidFill>
                  <a:schemeClr val="accent1"/>
                </a:solidFill>
              </a:rPr>
              <a:t>if</a:t>
            </a:r>
            <a:r>
              <a:rPr lang="en-US" sz="4000" dirty="0"/>
              <a:t> length(s) &gt;= 1 </a:t>
            </a:r>
          </a:p>
          <a:p>
            <a:r>
              <a:rPr lang="en-US" sz="4000" dirty="0"/>
              <a:t>	s = [reverse2(s(2:end))  s(1) ];  % Appending array </a:t>
            </a:r>
          </a:p>
          <a:p>
            <a:r>
              <a:rPr lang="en-US" sz="4000" dirty="0">
                <a:solidFill>
                  <a:schemeClr val="accent1"/>
                </a:solidFill>
              </a:rPr>
              <a:t>	end</a:t>
            </a:r>
            <a:r>
              <a:rPr lang="en-US" sz="4000" dirty="0"/>
              <a:t> </a:t>
            </a:r>
          </a:p>
          <a:p>
            <a:r>
              <a:rPr lang="en-US" sz="4000" dirty="0">
                <a:solidFill>
                  <a:schemeClr val="accent2"/>
                </a:solidFill>
              </a:rPr>
              <a:t>end </a:t>
            </a:r>
          </a:p>
          <a:p>
            <a:endParaRPr lang="en-US" sz="3600" dirty="0"/>
          </a:p>
        </p:txBody>
      </p:sp>
      <p:sp>
        <p:nvSpPr>
          <p:cNvPr id="6" name="Rectangle 5">
            <a:extLst>
              <a:ext uri="{FF2B5EF4-FFF2-40B4-BE49-F238E27FC236}">
                <a16:creationId xmlns:a16="http://schemas.microsoft.com/office/drawing/2014/main" id="{E8AD5D18-2FD3-82E1-A81C-2A17001E14D3}"/>
              </a:ext>
            </a:extLst>
          </p:cNvPr>
          <p:cNvSpPr/>
          <p:nvPr/>
        </p:nvSpPr>
        <p:spPr>
          <a:xfrm>
            <a:off x="576872" y="0"/>
            <a:ext cx="10179839"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String Reversal reversing string, #2: </a:t>
            </a:r>
            <a:endParaRPr lang="en-IN"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03415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B843B9-08D2-23A3-FE51-B3A16375C73E}"/>
              </a:ext>
            </a:extLst>
          </p:cNvPr>
          <p:cNvSpPr txBox="1"/>
          <p:nvPr/>
        </p:nvSpPr>
        <p:spPr>
          <a:xfrm>
            <a:off x="727789" y="1305028"/>
            <a:ext cx="11038114" cy="4524315"/>
          </a:xfrm>
          <a:prstGeom prst="rect">
            <a:avLst/>
          </a:prstGeom>
          <a:solidFill>
            <a:schemeClr val="accent4">
              <a:lumMod val="40000"/>
              <a:lumOff val="60000"/>
            </a:schemeClr>
          </a:solidFill>
        </p:spPr>
        <p:txBody>
          <a:bodyPr wrap="square">
            <a:spAutoFit/>
          </a:bodyPr>
          <a:lstStyle/>
          <a:p>
            <a:r>
              <a:rPr lang="en-US" sz="4000" dirty="0"/>
              <a:t>%making a palindrome: </a:t>
            </a:r>
          </a:p>
          <a:p>
            <a:r>
              <a:rPr lang="en-IN" sz="4800" b="0" i="0" dirty="0">
                <a:effectLst/>
                <a:latin typeface="Menlo"/>
              </a:rPr>
              <a:t>y=reflect(</a:t>
            </a:r>
            <a:r>
              <a:rPr lang="en-IN" sz="4800" b="0" i="0" dirty="0">
                <a:solidFill>
                  <a:srgbClr val="A709F5"/>
                </a:solidFill>
                <a:effectLst/>
                <a:latin typeface="Menlo"/>
              </a:rPr>
              <a:t>'</a:t>
            </a:r>
            <a:r>
              <a:rPr lang="en-IN" sz="4800" b="0" i="0" dirty="0" err="1">
                <a:solidFill>
                  <a:srgbClr val="A709F5"/>
                </a:solidFill>
                <a:effectLst/>
                <a:latin typeface="Menlo"/>
              </a:rPr>
              <a:t>abcd</a:t>
            </a:r>
            <a:r>
              <a:rPr lang="en-IN" sz="4800" b="0" i="0" dirty="0">
                <a:solidFill>
                  <a:srgbClr val="A709F5"/>
                </a:solidFill>
                <a:effectLst/>
                <a:latin typeface="Menlo"/>
              </a:rPr>
              <a:t>'</a:t>
            </a:r>
            <a:r>
              <a:rPr lang="en-IN" sz="4800" b="0" i="0" dirty="0">
                <a:effectLst/>
                <a:latin typeface="Menlo"/>
              </a:rPr>
              <a:t>)</a:t>
            </a:r>
          </a:p>
          <a:p>
            <a:r>
              <a:rPr lang="en-US" sz="4000" dirty="0">
                <a:solidFill>
                  <a:schemeClr val="accent2"/>
                </a:solidFill>
              </a:rPr>
              <a:t>function</a:t>
            </a:r>
            <a:r>
              <a:rPr lang="en-US" sz="4000" dirty="0"/>
              <a:t> s = reflect(s) </a:t>
            </a:r>
          </a:p>
          <a:p>
            <a:r>
              <a:rPr lang="en-US" sz="4000" dirty="0"/>
              <a:t>  </a:t>
            </a:r>
            <a:r>
              <a:rPr lang="en-US" sz="4000" dirty="0">
                <a:solidFill>
                  <a:schemeClr val="accent1"/>
                </a:solidFill>
              </a:rPr>
              <a:t>if</a:t>
            </a:r>
            <a:r>
              <a:rPr lang="en-US" sz="4000" dirty="0"/>
              <a:t> length(s) &gt;= 1 </a:t>
            </a:r>
          </a:p>
          <a:p>
            <a:r>
              <a:rPr lang="en-US" sz="4000" dirty="0"/>
              <a:t>  s = [ s(1) reflect(s(2:end))  s(1) ]; % Appending array </a:t>
            </a:r>
          </a:p>
          <a:p>
            <a:r>
              <a:rPr lang="en-US" sz="4000" dirty="0"/>
              <a:t>  </a:t>
            </a:r>
            <a:r>
              <a:rPr lang="en-US" sz="4000" dirty="0">
                <a:solidFill>
                  <a:schemeClr val="accent1"/>
                </a:solidFill>
              </a:rPr>
              <a:t>end</a:t>
            </a:r>
            <a:r>
              <a:rPr lang="en-US" sz="4000" dirty="0"/>
              <a:t> </a:t>
            </a:r>
          </a:p>
          <a:p>
            <a:r>
              <a:rPr lang="en-US" sz="4000" dirty="0">
                <a:solidFill>
                  <a:schemeClr val="accent2"/>
                </a:solidFill>
              </a:rPr>
              <a:t>end </a:t>
            </a:r>
            <a:endParaRPr lang="en-IN" sz="4000" dirty="0">
              <a:solidFill>
                <a:schemeClr val="accent2"/>
              </a:solidFill>
            </a:endParaRPr>
          </a:p>
        </p:txBody>
      </p:sp>
      <p:sp>
        <p:nvSpPr>
          <p:cNvPr id="4" name="Rectangle 3">
            <a:extLst>
              <a:ext uri="{FF2B5EF4-FFF2-40B4-BE49-F238E27FC236}">
                <a16:creationId xmlns:a16="http://schemas.microsoft.com/office/drawing/2014/main" id="{798C424F-B817-DE00-58B2-D6228131E0F8}"/>
              </a:ext>
            </a:extLst>
          </p:cNvPr>
          <p:cNvSpPr/>
          <p:nvPr/>
        </p:nvSpPr>
        <p:spPr>
          <a:xfrm>
            <a:off x="3294523" y="0"/>
            <a:ext cx="3419590"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Palindrome</a:t>
            </a:r>
            <a:endParaRPr lang="en-IN"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99133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DF83F9-DD1D-86A9-6ECA-52FD4E00F165}"/>
              </a:ext>
            </a:extLst>
          </p:cNvPr>
          <p:cNvSpPr/>
          <p:nvPr/>
        </p:nvSpPr>
        <p:spPr>
          <a:xfrm>
            <a:off x="1623495" y="1361968"/>
            <a:ext cx="9270487" cy="2585323"/>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Recursion-Advanced </a:t>
            </a:r>
          </a:p>
          <a:p>
            <a:pPr algn="ctr"/>
            <a:endParaRPr lang="en-US" sz="5400" dirty="0">
              <a:ln w="0"/>
              <a:effectLst>
                <a:outerShdw blurRad="38100" dist="19050" dir="2700000" algn="tl" rotWithShape="0">
                  <a:schemeClr val="dk1">
                    <a:alpha val="40000"/>
                  </a:schemeClr>
                </a:outerShdw>
              </a:effectLst>
            </a:endParaRPr>
          </a:p>
          <a:p>
            <a:pPr algn="ctr"/>
            <a:r>
              <a:rPr lang="en-US" sz="5400" dirty="0">
                <a:ln w="0"/>
                <a:effectLst>
                  <a:outerShdw blurRad="38100" dist="19050" dir="2700000" algn="tl" rotWithShape="0">
                    <a:schemeClr val="dk1">
                      <a:alpha val="40000"/>
                    </a:schemeClr>
                  </a:outerShdw>
                </a:effectLst>
              </a:rPr>
              <a:t>What happens behind the scene</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290650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D0DDA7-10D3-4B84-A79F-F9FA0B8A2069}"/>
              </a:ext>
            </a:extLst>
          </p:cNvPr>
          <p:cNvSpPr/>
          <p:nvPr/>
        </p:nvSpPr>
        <p:spPr>
          <a:xfrm>
            <a:off x="770190" y="117847"/>
            <a:ext cx="10079362" cy="132343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solidFill>
                  <a:srgbClr val="FF0000"/>
                </a:solidFill>
                <a:effectLst/>
                <a:uLnTx/>
                <a:uFillTx/>
                <a:latin typeface="Calibri" panose="020F0502020204030204"/>
                <a:ea typeface="+mn-ea"/>
                <a:cs typeface="+mn-cs"/>
              </a:rPr>
              <a:t>Consider multiplication of two 4 digit numbers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solidFill>
                  <a:schemeClr val="accent1">
                    <a:lumMod val="60000"/>
                    <a:lumOff val="40000"/>
                  </a:schemeClr>
                </a:solidFill>
                <a:effectLst/>
                <a:uLnTx/>
                <a:uFillTx/>
                <a:latin typeface="Calibri" panose="020F0502020204030204"/>
                <a:ea typeface="+mn-ea"/>
                <a:cs typeface="+mn-cs"/>
              </a:rPr>
              <a:t>21</a:t>
            </a:r>
            <a:r>
              <a:rPr kumimoji="0" lang="en-US" sz="4000" b="1" i="0" u="none" strike="noStrike" kern="1200" cap="none" spc="0" normalizeH="0" baseline="0" noProof="0" dirty="0">
                <a:ln/>
                <a:solidFill>
                  <a:srgbClr val="FF0000"/>
                </a:solidFill>
                <a:effectLst/>
                <a:uLnTx/>
                <a:uFillTx/>
                <a:latin typeface="Calibri" panose="020F0502020204030204"/>
                <a:ea typeface="+mn-ea"/>
                <a:cs typeface="+mn-cs"/>
              </a:rPr>
              <a:t>33 and 23</a:t>
            </a:r>
            <a:r>
              <a:rPr kumimoji="0" lang="en-US" sz="4000" b="1" i="0" u="none" strike="noStrike" kern="1200" cap="none" spc="0" normalizeH="0" baseline="0" noProof="0" dirty="0">
                <a:ln/>
                <a:solidFill>
                  <a:srgbClr val="00B0F0"/>
                </a:solidFill>
                <a:effectLst/>
                <a:uLnTx/>
                <a:uFillTx/>
                <a:latin typeface="Calibri" panose="020F0502020204030204"/>
                <a:ea typeface="+mn-ea"/>
                <a:cs typeface="+mn-cs"/>
              </a:rPr>
              <a:t>12</a:t>
            </a:r>
            <a:r>
              <a:rPr kumimoji="0" lang="en-US" sz="4000" b="1" i="0" u="none" strike="noStrike" kern="1200" cap="none" spc="0" normalizeH="0" baseline="0" noProof="0" dirty="0">
                <a:ln/>
                <a:solidFill>
                  <a:srgbClr val="FF0000"/>
                </a:solidFill>
                <a:effectLst/>
                <a:uLnTx/>
                <a:uFillTx/>
                <a:latin typeface="Calibri" panose="020F0502020204030204"/>
                <a:ea typeface="+mn-ea"/>
                <a:cs typeface="+mn-cs"/>
              </a:rPr>
              <a:t>  </a:t>
            </a:r>
          </a:p>
        </p:txBody>
      </p:sp>
      <p:sp>
        <p:nvSpPr>
          <p:cNvPr id="3" name="Rectangle 2">
            <a:extLst>
              <a:ext uri="{FF2B5EF4-FFF2-40B4-BE49-F238E27FC236}">
                <a16:creationId xmlns:a16="http://schemas.microsoft.com/office/drawing/2014/main" id="{5C29E3DD-824A-4D6A-9B4C-D4392CCEE24D}"/>
              </a:ext>
            </a:extLst>
          </p:cNvPr>
          <p:cNvSpPr/>
          <p:nvPr/>
        </p:nvSpPr>
        <p:spPr>
          <a:xfrm>
            <a:off x="490330" y="1945139"/>
            <a:ext cx="10813721" cy="255454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solidFill>
                  <a:srgbClr val="FF0000"/>
                </a:solidFill>
                <a:effectLst/>
                <a:uLnTx/>
                <a:uFillTx/>
                <a:latin typeface="Calibri" panose="020F0502020204030204"/>
                <a:ea typeface="+mn-ea"/>
                <a:cs typeface="+mn-cs"/>
              </a:rPr>
              <a:t>Divide the problems into multiplication of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solidFill>
                  <a:srgbClr val="00B0F0"/>
                </a:solidFill>
                <a:effectLst/>
                <a:uLnTx/>
                <a:uFillTx/>
                <a:latin typeface="Calibri" panose="020F0502020204030204"/>
                <a:ea typeface="+mn-ea"/>
                <a:cs typeface="+mn-cs"/>
              </a:rPr>
              <a:t>Three</a:t>
            </a:r>
            <a:r>
              <a:rPr kumimoji="0" lang="en-US" sz="4000" b="1" i="0" u="none" strike="noStrike" kern="1200" cap="none" spc="0" normalizeH="0" baseline="0" noProof="0" dirty="0">
                <a:ln/>
                <a:solidFill>
                  <a:srgbClr val="FF0000"/>
                </a:solidFill>
                <a:effectLst/>
                <a:uLnTx/>
                <a:uFillTx/>
                <a:latin typeface="Calibri" panose="020F0502020204030204"/>
                <a:ea typeface="+mn-ea"/>
                <a:cs typeface="+mn-cs"/>
              </a:rPr>
              <a:t> 2 </a:t>
            </a:r>
            <a:r>
              <a:rPr kumimoji="0" lang="en-US" sz="4000" b="1" i="0" u="none" strike="noStrike" kern="1200" cap="none" spc="0" normalizeH="0" baseline="0" noProof="0" dirty="0">
                <a:ln/>
                <a:effectLst/>
                <a:uLnTx/>
                <a:uFillTx/>
                <a:latin typeface="Calibri" panose="020F0502020204030204"/>
                <a:ea typeface="+mn-ea"/>
                <a:cs typeface="+mn-cs"/>
              </a:rPr>
              <a:t>digit numbers</a:t>
            </a:r>
            <a:r>
              <a:rPr kumimoji="0" lang="en-US" sz="4000" b="1" i="0" u="none" strike="noStrike" kern="1200" cap="none" spc="0" normalizeH="0" baseline="0" noProof="0" dirty="0">
                <a:ln/>
                <a:solidFill>
                  <a:srgbClr val="FF0000"/>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ln/>
                <a:solidFill>
                  <a:srgbClr val="00B0F0"/>
                </a:solidFill>
                <a:latin typeface="Calibri" panose="020F0502020204030204"/>
              </a:rPr>
              <a:t>21</a:t>
            </a:r>
            <a:r>
              <a:rPr lang="en-US" sz="4000" b="1" dirty="0">
                <a:ln/>
                <a:solidFill>
                  <a:srgbClr val="FF0000"/>
                </a:solidFill>
                <a:latin typeface="Calibri" panose="020F0502020204030204"/>
              </a:rPr>
              <a:t>x23,    33x</a:t>
            </a:r>
            <a:r>
              <a:rPr lang="en-US" sz="4000" b="1" dirty="0">
                <a:ln/>
                <a:solidFill>
                  <a:srgbClr val="00B0F0"/>
                </a:solidFill>
                <a:latin typeface="Calibri" panose="020F0502020204030204"/>
              </a:rPr>
              <a:t>12</a:t>
            </a:r>
            <a:r>
              <a:rPr lang="en-US" sz="4000" b="1" dirty="0">
                <a:ln/>
                <a:solidFill>
                  <a:srgbClr val="FF0000"/>
                </a:solidFill>
                <a:latin typeface="Calibri" panose="020F0502020204030204"/>
              </a:rPr>
              <a:t>,    (</a:t>
            </a:r>
            <a:r>
              <a:rPr lang="en-US" sz="4000" b="1" dirty="0">
                <a:ln/>
                <a:solidFill>
                  <a:schemeClr val="accent1"/>
                </a:solidFill>
                <a:latin typeface="Calibri" panose="020F0502020204030204"/>
              </a:rPr>
              <a:t>21</a:t>
            </a:r>
            <a:r>
              <a:rPr lang="en-US" sz="4000" b="1" dirty="0">
                <a:ln/>
                <a:solidFill>
                  <a:srgbClr val="FF0000"/>
                </a:solidFill>
                <a:latin typeface="Calibri" panose="020F0502020204030204"/>
              </a:rPr>
              <a:t>+33)(23+</a:t>
            </a:r>
            <a:r>
              <a:rPr lang="en-US" sz="4000" b="1" dirty="0">
                <a:ln/>
                <a:solidFill>
                  <a:schemeClr val="accent1"/>
                </a:solidFill>
                <a:latin typeface="Calibri" panose="020F0502020204030204"/>
              </a:rPr>
              <a:t>12</a:t>
            </a:r>
            <a:r>
              <a:rPr lang="en-US" sz="4000" b="1" dirty="0">
                <a:ln/>
                <a:solidFill>
                  <a:srgbClr val="FF0000"/>
                </a:solidFill>
                <a:latin typeface="Calibri" panose="020F0502020204030204"/>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solidFill>
                <a:srgbClr val="A5A5A5"/>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58611FEB-DD30-49A4-89EE-E278EED514E9}"/>
              </a:ext>
            </a:extLst>
          </p:cNvPr>
          <p:cNvSpPr/>
          <p:nvPr/>
        </p:nvSpPr>
        <p:spPr>
          <a:xfrm>
            <a:off x="245217" y="5236026"/>
            <a:ext cx="11456453" cy="200054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solidFill>
                  <a:srgbClr val="FF0000"/>
                </a:solidFill>
                <a:effectLst/>
                <a:uLnTx/>
                <a:uFillTx/>
                <a:latin typeface="Calibri" panose="020F0502020204030204"/>
                <a:ea typeface="+mn-ea"/>
                <a:cs typeface="+mn-cs"/>
              </a:rPr>
              <a:t>Divide each subproblem into another 3 one digit multiplication problem. Each of these problems  is called our ‘base problem’ which cannot be further divided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solidFill>
                <a:srgbClr val="A5A5A5"/>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67B7CEE-E727-0034-D53E-8A3435AC110F}"/>
              </a:ext>
            </a:extLst>
          </p:cNvPr>
          <p:cNvSpPr txBox="1"/>
          <p:nvPr/>
        </p:nvSpPr>
        <p:spPr>
          <a:xfrm>
            <a:off x="3550771" y="4283079"/>
            <a:ext cx="4324266" cy="58477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FF0000"/>
                </a:solidFill>
                <a:effectLst/>
                <a:uLnTx/>
                <a:uFillTx/>
                <a:latin typeface="Calibri" panose="020F0502020204030204"/>
                <a:ea typeface="+mn-ea"/>
                <a:cs typeface="+mn-cs"/>
              </a:rPr>
              <a:t>We have </a:t>
            </a:r>
            <a:r>
              <a:rPr kumimoji="0" lang="en-US" sz="3200" b="1" i="0" u="none" strike="noStrike" kern="1200" cap="none" spc="0" normalizeH="0" baseline="0" noProof="0" dirty="0">
                <a:ln/>
                <a:solidFill>
                  <a:srgbClr val="00B0F0"/>
                </a:solidFill>
                <a:effectLst/>
                <a:uLnTx/>
                <a:uFillTx/>
                <a:latin typeface="Calibri" panose="020F0502020204030204"/>
                <a:ea typeface="+mn-ea"/>
                <a:cs typeface="+mn-cs"/>
              </a:rPr>
              <a:t>3</a:t>
            </a:r>
            <a:r>
              <a:rPr kumimoji="0" lang="en-US" sz="3200" b="1" i="0" u="none" strike="noStrike" kern="1200" cap="none" spc="0" normalizeH="0" baseline="0" noProof="0" dirty="0">
                <a:ln/>
                <a:solidFill>
                  <a:srgbClr val="FF0000"/>
                </a:solidFill>
                <a:effectLst/>
                <a:uLnTx/>
                <a:uFillTx/>
                <a:latin typeface="Calibri" panose="020F0502020204030204"/>
                <a:ea typeface="+mn-ea"/>
                <a:cs typeface="+mn-cs"/>
              </a:rPr>
              <a:t> subproblems</a:t>
            </a:r>
          </a:p>
        </p:txBody>
      </p:sp>
    </p:spTree>
    <p:extLst>
      <p:ext uri="{BB962C8B-B14F-4D97-AF65-F5344CB8AC3E}">
        <p14:creationId xmlns:p14="http://schemas.microsoft.com/office/powerpoint/2010/main" val="4186980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5">
            <a:extLst>
              <a:ext uri="{FF2B5EF4-FFF2-40B4-BE49-F238E27FC236}">
                <a16:creationId xmlns:a16="http://schemas.microsoft.com/office/drawing/2014/main" id="{97E5C959-8654-4CDE-AB17-8F91E878C3C0}"/>
              </a:ext>
            </a:extLst>
          </p:cNvPr>
          <p:cNvSpPr txBox="1">
            <a:spLocks noChangeArrowheads="1"/>
          </p:cNvSpPr>
          <p:nvPr/>
        </p:nvSpPr>
        <p:spPr bwMode="auto">
          <a:xfrm>
            <a:off x="2743200" y="1836738"/>
            <a:ext cx="7391400" cy="3725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28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28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28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a:t>
            </a:r>
            <a:r>
              <a:rPr kumimoji="0" lang="en-US" altLang="zh-TW" sz="28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(MULT(a+b, c+d) </a:t>
            </a: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f</a:t>
            </a:r>
            <a:r>
              <a:rPr kumimoji="0" lang="en-US" altLang="zh-TW" sz="28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a:t>
            </a: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10</a:t>
            </a:r>
            <a:r>
              <a:rPr kumimoji="0" lang="en-US" altLang="zh-TW" sz="28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 </a:t>
            </a:r>
            <a:r>
              <a:rPr kumimoji="0" lang="en-US" altLang="zh-TW" sz="28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f</a:t>
            </a:r>
          </a:p>
        </p:txBody>
      </p:sp>
      <p:sp>
        <p:nvSpPr>
          <p:cNvPr id="6147" name="Rectangle 6">
            <a:extLst>
              <a:ext uri="{FF2B5EF4-FFF2-40B4-BE49-F238E27FC236}">
                <a16:creationId xmlns:a16="http://schemas.microsoft.com/office/drawing/2014/main" id="{6A3EDC9E-9C43-4969-AF28-B587490720EE}"/>
              </a:ext>
            </a:extLst>
          </p:cNvPr>
          <p:cNvSpPr>
            <a:spLocks noGrp="1" noChangeArrowheads="1"/>
          </p:cNvSpPr>
          <p:nvPr>
            <p:ph type="title"/>
          </p:nvPr>
        </p:nvSpPr>
        <p:spPr>
          <a:xfrm>
            <a:off x="2286000" y="152400"/>
            <a:ext cx="7772400" cy="1143000"/>
          </a:xfrm>
        </p:spPr>
        <p:txBody>
          <a:bodyPr/>
          <a:lstStyle/>
          <a:p>
            <a:pPr eaLnBrk="1" hangingPunct="1"/>
            <a:r>
              <a:rPr lang="en-US" altLang="zh-TW">
                <a:ea typeface="PMingLiU" panose="02020500000000000000" pitchFamily="18" charset="-120"/>
              </a:rPr>
              <a:t>Code </a:t>
            </a:r>
            <a:br>
              <a:rPr lang="en-US" altLang="zh-TW">
                <a:ea typeface="PMingLiU" panose="02020500000000000000" pitchFamily="18" charset="-120"/>
              </a:rPr>
            </a:br>
            <a:r>
              <a:rPr lang="en-US" altLang="zh-TW">
                <a:ea typeface="PMingLiU" panose="02020500000000000000" pitchFamily="18" charset="-120"/>
              </a:rPr>
              <a:t>Representation of an Algorithm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a:extLst>
              <a:ext uri="{FF2B5EF4-FFF2-40B4-BE49-F238E27FC236}">
                <a16:creationId xmlns:a16="http://schemas.microsoft.com/office/drawing/2014/main" id="{2C5FFAAF-5FFF-44AA-B56C-8408790E0039}"/>
              </a:ext>
            </a:extLst>
          </p:cNvPr>
          <p:cNvGrpSpPr>
            <a:grpSpLocks/>
          </p:cNvGrpSpPr>
          <p:nvPr/>
        </p:nvGrpSpPr>
        <p:grpSpPr bwMode="auto">
          <a:xfrm>
            <a:off x="5181601" y="990600"/>
            <a:ext cx="1768475" cy="1676400"/>
            <a:chOff x="2352" y="624"/>
            <a:chExt cx="1114" cy="1056"/>
          </a:xfrm>
        </p:grpSpPr>
        <p:sp>
          <p:nvSpPr>
            <p:cNvPr id="8245" name="Rectangle 3">
              <a:extLst>
                <a:ext uri="{FF2B5EF4-FFF2-40B4-BE49-F238E27FC236}">
                  <a16:creationId xmlns:a16="http://schemas.microsoft.com/office/drawing/2014/main" id="{516079E3-17BB-4AD4-9AEC-72BAA84F23E5}"/>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46" name="Text Box 4">
              <a:extLst>
                <a:ext uri="{FF2B5EF4-FFF2-40B4-BE49-F238E27FC236}">
                  <a16:creationId xmlns:a16="http://schemas.microsoft.com/office/drawing/2014/main" id="{2A4D869F-1D8F-41E4-980D-387898E3155D}"/>
                </a:ext>
              </a:extLst>
            </p:cNvPr>
            <p:cNvSpPr txBox="1">
              <a:spLocks noChangeArrowheads="1"/>
            </p:cNvSpPr>
            <p:nvPr/>
          </p:nvSpPr>
          <p:spPr bwMode="auto">
            <a:xfrm>
              <a:off x="2400" y="624"/>
              <a:ext cx="1066"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 = </a:t>
              </a:r>
              <a:r>
                <a:rPr kumimoji="0" lang="en-US" altLang="zh-TW" sz="1600" b="0" i="0" u="none" strike="noStrike" kern="1200" cap="none" spc="0" normalizeH="0" baseline="0" noProof="0" dirty="0">
                  <a:ln>
                    <a:noFill/>
                  </a:ln>
                  <a:solidFill>
                    <a:srgbClr val="FF0000"/>
                  </a:solidFill>
                  <a:effectLst/>
                  <a:uLnTx/>
                  <a:uFillTx/>
                  <a:latin typeface="Times New Roman" panose="02020603050405020304" pitchFamily="18" charset="0"/>
                  <a:ea typeface="PMingLiU" panose="02020500000000000000" pitchFamily="18" charset="-120"/>
                  <a:cs typeface="+mn-cs"/>
                </a:rPr>
                <a:t>21</a:t>
              </a:r>
              <a:r>
                <a:rPr kumimoji="0" lang="en-US" altLang="zh-TW" sz="1600" b="0" i="0" u="none" strike="noStrike" kern="1200" cap="none" spc="0" normalizeH="0" baseline="0" noProof="0" dirty="0">
                  <a:ln>
                    <a:noFill/>
                  </a:ln>
                  <a:solidFill>
                    <a:srgbClr val="00E7E7">
                      <a:lumMod val="60000"/>
                      <a:lumOff val="40000"/>
                    </a:srgbClr>
                  </a:solidFill>
                  <a:effectLst/>
                  <a:uLnTx/>
                  <a:uFillTx/>
                  <a:latin typeface="Times New Roman" panose="02020603050405020304" pitchFamily="18" charset="0"/>
                  <a:ea typeface="PMingLiU" panose="02020500000000000000" pitchFamily="18" charset="-120"/>
                  <a:cs typeface="+mn-cs"/>
                </a:rPr>
                <a:t>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Y = </a:t>
              </a:r>
              <a:r>
                <a:rPr kumimoji="0" lang="en-US" altLang="zh-TW" sz="1600" b="0" i="0" u="none" strike="noStrike" kern="1200" cap="none" spc="0" normalizeH="0" baseline="0" noProof="0" dirty="0">
                  <a:ln>
                    <a:noFill/>
                  </a:ln>
                  <a:solidFill>
                    <a:schemeClr val="accent1">
                      <a:lumMod val="60000"/>
                      <a:lumOff val="40000"/>
                    </a:schemeClr>
                  </a:solidFill>
                  <a:effectLst/>
                  <a:uLnTx/>
                  <a:uFillTx/>
                  <a:latin typeface="Times New Roman" panose="02020603050405020304" pitchFamily="18" charset="0"/>
                  <a:ea typeface="PMingLiU" panose="02020500000000000000" pitchFamily="18" charset="-120"/>
                  <a:cs typeface="+mn-cs"/>
                </a:rPr>
                <a:t>23</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e=ac = 483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f=bd = 396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a+b</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c+d</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 = 1890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XY = 4931496</a:t>
              </a:r>
            </a:p>
          </p:txBody>
        </p:sp>
      </p:grpSp>
      <p:grpSp>
        <p:nvGrpSpPr>
          <p:cNvPr id="8195" name="Group 5">
            <a:extLst>
              <a:ext uri="{FF2B5EF4-FFF2-40B4-BE49-F238E27FC236}">
                <a16:creationId xmlns:a16="http://schemas.microsoft.com/office/drawing/2014/main" id="{D572CAC5-5685-4DF7-A0BF-CA58F0D63DF4}"/>
              </a:ext>
            </a:extLst>
          </p:cNvPr>
          <p:cNvGrpSpPr>
            <a:grpSpLocks/>
          </p:cNvGrpSpPr>
          <p:nvPr/>
        </p:nvGrpSpPr>
        <p:grpSpPr bwMode="auto">
          <a:xfrm>
            <a:off x="2133600" y="3124200"/>
            <a:ext cx="1676400" cy="1676400"/>
            <a:chOff x="2352" y="624"/>
            <a:chExt cx="1056" cy="1056"/>
          </a:xfrm>
        </p:grpSpPr>
        <p:sp>
          <p:nvSpPr>
            <p:cNvPr id="8243" name="Rectangle 6">
              <a:extLst>
                <a:ext uri="{FF2B5EF4-FFF2-40B4-BE49-F238E27FC236}">
                  <a16:creationId xmlns:a16="http://schemas.microsoft.com/office/drawing/2014/main" id="{872BB335-5287-4DF6-BA77-2AFD5422C573}"/>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44" name="Text Box 7">
              <a:extLst>
                <a:ext uri="{FF2B5EF4-FFF2-40B4-BE49-F238E27FC236}">
                  <a16:creationId xmlns:a16="http://schemas.microsoft.com/office/drawing/2014/main" id="{FD7443AE-D524-47C9-8ED6-0EB6084EF3F9}"/>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 = 21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Y = 23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e=ac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f=bd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a+b</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c+d</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XY = 483</a:t>
              </a:r>
            </a:p>
          </p:txBody>
        </p:sp>
      </p:grpSp>
      <p:grpSp>
        <p:nvGrpSpPr>
          <p:cNvPr id="8196" name="Group 8">
            <a:extLst>
              <a:ext uri="{FF2B5EF4-FFF2-40B4-BE49-F238E27FC236}">
                <a16:creationId xmlns:a16="http://schemas.microsoft.com/office/drawing/2014/main" id="{18EDD951-F174-42E6-B413-F0C3E0AFD982}"/>
              </a:ext>
            </a:extLst>
          </p:cNvPr>
          <p:cNvGrpSpPr>
            <a:grpSpLocks/>
          </p:cNvGrpSpPr>
          <p:nvPr/>
        </p:nvGrpSpPr>
        <p:grpSpPr bwMode="auto">
          <a:xfrm>
            <a:off x="5181600" y="3124200"/>
            <a:ext cx="1676400" cy="1676400"/>
            <a:chOff x="2352" y="624"/>
            <a:chExt cx="1056" cy="1056"/>
          </a:xfrm>
        </p:grpSpPr>
        <p:sp>
          <p:nvSpPr>
            <p:cNvPr id="8241" name="Rectangle 9">
              <a:extLst>
                <a:ext uri="{FF2B5EF4-FFF2-40B4-BE49-F238E27FC236}">
                  <a16:creationId xmlns:a16="http://schemas.microsoft.com/office/drawing/2014/main" id="{058510B0-DD8C-4083-B424-7984462E3982}"/>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42" name="Text Box 10">
              <a:extLst>
                <a:ext uri="{FF2B5EF4-FFF2-40B4-BE49-F238E27FC236}">
                  <a16:creationId xmlns:a16="http://schemas.microsoft.com/office/drawing/2014/main" id="{11CD94AF-B557-4D24-87DD-0B642F8F4D7B}"/>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e=ac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f=bd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a+b</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c+d</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 = 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XY = 396</a:t>
              </a:r>
            </a:p>
          </p:txBody>
        </p:sp>
      </p:grpSp>
      <p:grpSp>
        <p:nvGrpSpPr>
          <p:cNvPr id="8197" name="Group 11">
            <a:extLst>
              <a:ext uri="{FF2B5EF4-FFF2-40B4-BE49-F238E27FC236}">
                <a16:creationId xmlns:a16="http://schemas.microsoft.com/office/drawing/2014/main" id="{9E2D41E3-5CFD-4C13-8FCD-A81CB2AC43CE}"/>
              </a:ext>
            </a:extLst>
          </p:cNvPr>
          <p:cNvGrpSpPr>
            <a:grpSpLocks/>
          </p:cNvGrpSpPr>
          <p:nvPr/>
        </p:nvGrpSpPr>
        <p:grpSpPr bwMode="auto">
          <a:xfrm>
            <a:off x="8382000" y="3124200"/>
            <a:ext cx="1676400" cy="1676400"/>
            <a:chOff x="2352" y="624"/>
            <a:chExt cx="1056" cy="1056"/>
          </a:xfrm>
        </p:grpSpPr>
        <p:sp>
          <p:nvSpPr>
            <p:cNvPr id="8239" name="Rectangle 12">
              <a:extLst>
                <a:ext uri="{FF2B5EF4-FFF2-40B4-BE49-F238E27FC236}">
                  <a16:creationId xmlns:a16="http://schemas.microsoft.com/office/drawing/2014/main" id="{FA5D1503-79C2-47C6-A1CD-C37D5275A38C}"/>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40" name="Text Box 13">
              <a:extLst>
                <a:ext uri="{FF2B5EF4-FFF2-40B4-BE49-F238E27FC236}">
                  <a16:creationId xmlns:a16="http://schemas.microsoft.com/office/drawing/2014/main" id="{F17E97C8-1F05-4C93-8D4D-6EF8777CCA5A}"/>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 = 54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Y = 35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e=ac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f=bd = 20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a+b</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t>
              </a:r>
              <a:r>
                <a:rPr kumimoji="0" lang="en-US" altLang="zh-TW" sz="16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c+d</a:t>
              </a: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 = 72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XY = 1890</a:t>
              </a:r>
            </a:p>
          </p:txBody>
        </p:sp>
      </p:grpSp>
      <p:grpSp>
        <p:nvGrpSpPr>
          <p:cNvPr id="8198" name="Group 14">
            <a:extLst>
              <a:ext uri="{FF2B5EF4-FFF2-40B4-BE49-F238E27FC236}">
                <a16:creationId xmlns:a16="http://schemas.microsoft.com/office/drawing/2014/main" id="{4A252B03-5DDF-4B9B-AB49-64008757A69D}"/>
              </a:ext>
            </a:extLst>
          </p:cNvPr>
          <p:cNvGrpSpPr>
            <a:grpSpLocks/>
          </p:cNvGrpSpPr>
          <p:nvPr/>
        </p:nvGrpSpPr>
        <p:grpSpPr bwMode="auto">
          <a:xfrm>
            <a:off x="1600200" y="5410200"/>
            <a:ext cx="768350" cy="914400"/>
            <a:chOff x="1968" y="3072"/>
            <a:chExt cx="484" cy="576"/>
          </a:xfrm>
        </p:grpSpPr>
        <p:sp>
          <p:nvSpPr>
            <p:cNvPr id="8237" name="Rectangle 15">
              <a:extLst>
                <a:ext uri="{FF2B5EF4-FFF2-40B4-BE49-F238E27FC236}">
                  <a16:creationId xmlns:a16="http://schemas.microsoft.com/office/drawing/2014/main" id="{FE7A5E28-1FE3-4DB8-A715-D33ADABCA8EC}"/>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38" name="Text Box 16">
              <a:extLst>
                <a:ext uri="{FF2B5EF4-FFF2-40B4-BE49-F238E27FC236}">
                  <a16:creationId xmlns:a16="http://schemas.microsoft.com/office/drawing/2014/main" id="{B043DE42-6B77-46C4-9E8E-61C4A5C52CD4}"/>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XY=4</a:t>
              </a:r>
            </a:p>
          </p:txBody>
        </p:sp>
      </p:grpSp>
      <p:grpSp>
        <p:nvGrpSpPr>
          <p:cNvPr id="8199" name="Group 17">
            <a:extLst>
              <a:ext uri="{FF2B5EF4-FFF2-40B4-BE49-F238E27FC236}">
                <a16:creationId xmlns:a16="http://schemas.microsoft.com/office/drawing/2014/main" id="{CBDC90AA-9B4C-4CF6-BD22-56405E7C9C93}"/>
              </a:ext>
            </a:extLst>
          </p:cNvPr>
          <p:cNvGrpSpPr>
            <a:grpSpLocks/>
          </p:cNvGrpSpPr>
          <p:nvPr/>
        </p:nvGrpSpPr>
        <p:grpSpPr bwMode="auto">
          <a:xfrm>
            <a:off x="2514600" y="5410200"/>
            <a:ext cx="768350" cy="914400"/>
            <a:chOff x="1968" y="3072"/>
            <a:chExt cx="484" cy="576"/>
          </a:xfrm>
        </p:grpSpPr>
        <p:sp>
          <p:nvSpPr>
            <p:cNvPr id="8235" name="Rectangle 18">
              <a:extLst>
                <a:ext uri="{FF2B5EF4-FFF2-40B4-BE49-F238E27FC236}">
                  <a16:creationId xmlns:a16="http://schemas.microsoft.com/office/drawing/2014/main" id="{0B7C5768-793A-413B-925A-11DC7564C8D0}"/>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36" name="Text Box 19">
              <a:extLst>
                <a:ext uri="{FF2B5EF4-FFF2-40B4-BE49-F238E27FC236}">
                  <a16:creationId xmlns:a16="http://schemas.microsoft.com/office/drawing/2014/main" id="{29F18347-39CE-416E-A4BA-79351E4AB12E}"/>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8200" name="Group 20">
            <a:extLst>
              <a:ext uri="{FF2B5EF4-FFF2-40B4-BE49-F238E27FC236}">
                <a16:creationId xmlns:a16="http://schemas.microsoft.com/office/drawing/2014/main" id="{C75F739B-8F83-4F9F-BF23-3AAB8024B024}"/>
              </a:ext>
            </a:extLst>
          </p:cNvPr>
          <p:cNvGrpSpPr>
            <a:grpSpLocks/>
          </p:cNvGrpSpPr>
          <p:nvPr/>
        </p:nvGrpSpPr>
        <p:grpSpPr bwMode="auto">
          <a:xfrm>
            <a:off x="3429000" y="5410200"/>
            <a:ext cx="869950" cy="914400"/>
            <a:chOff x="1968" y="3072"/>
            <a:chExt cx="548" cy="576"/>
          </a:xfrm>
        </p:grpSpPr>
        <p:sp>
          <p:nvSpPr>
            <p:cNvPr id="8233" name="Rectangle 21">
              <a:extLst>
                <a:ext uri="{FF2B5EF4-FFF2-40B4-BE49-F238E27FC236}">
                  <a16:creationId xmlns:a16="http://schemas.microsoft.com/office/drawing/2014/main" id="{04195C85-F2B1-4EB4-A35D-D65426E9BD52}"/>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34" name="Text Box 22">
              <a:extLst>
                <a:ext uri="{FF2B5EF4-FFF2-40B4-BE49-F238E27FC236}">
                  <a16:creationId xmlns:a16="http://schemas.microsoft.com/office/drawing/2014/main" id="{656F5530-79C0-4D81-B984-B1B41B5488C8}"/>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8201" name="Group 23">
            <a:extLst>
              <a:ext uri="{FF2B5EF4-FFF2-40B4-BE49-F238E27FC236}">
                <a16:creationId xmlns:a16="http://schemas.microsoft.com/office/drawing/2014/main" id="{B8E25026-88FD-4C94-9DCF-A0DA052B2DA1}"/>
              </a:ext>
            </a:extLst>
          </p:cNvPr>
          <p:cNvGrpSpPr>
            <a:grpSpLocks/>
          </p:cNvGrpSpPr>
          <p:nvPr/>
        </p:nvGrpSpPr>
        <p:grpSpPr bwMode="auto">
          <a:xfrm>
            <a:off x="4800600" y="5410200"/>
            <a:ext cx="768350" cy="914400"/>
            <a:chOff x="1968" y="3072"/>
            <a:chExt cx="484" cy="576"/>
          </a:xfrm>
        </p:grpSpPr>
        <p:sp>
          <p:nvSpPr>
            <p:cNvPr id="8231" name="Rectangle 24">
              <a:extLst>
                <a:ext uri="{FF2B5EF4-FFF2-40B4-BE49-F238E27FC236}">
                  <a16:creationId xmlns:a16="http://schemas.microsoft.com/office/drawing/2014/main" id="{77B0BE97-CA14-4DB2-BF44-9429AB5FA2B7}"/>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32" name="Text Box 25">
              <a:extLst>
                <a:ext uri="{FF2B5EF4-FFF2-40B4-BE49-F238E27FC236}">
                  <a16:creationId xmlns:a16="http://schemas.microsoft.com/office/drawing/2014/main" id="{C7DD077F-547D-4777-ABBC-57A871CE6AF8}"/>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8202" name="Group 26">
            <a:extLst>
              <a:ext uri="{FF2B5EF4-FFF2-40B4-BE49-F238E27FC236}">
                <a16:creationId xmlns:a16="http://schemas.microsoft.com/office/drawing/2014/main" id="{391AF75A-88A5-4141-A97B-424DDD7C3302}"/>
              </a:ext>
            </a:extLst>
          </p:cNvPr>
          <p:cNvGrpSpPr>
            <a:grpSpLocks/>
          </p:cNvGrpSpPr>
          <p:nvPr/>
        </p:nvGrpSpPr>
        <p:grpSpPr bwMode="auto">
          <a:xfrm>
            <a:off x="5715000" y="5410200"/>
            <a:ext cx="768350" cy="914400"/>
            <a:chOff x="1968" y="3072"/>
            <a:chExt cx="484" cy="576"/>
          </a:xfrm>
        </p:grpSpPr>
        <p:sp>
          <p:nvSpPr>
            <p:cNvPr id="8229" name="Rectangle 27">
              <a:extLst>
                <a:ext uri="{FF2B5EF4-FFF2-40B4-BE49-F238E27FC236}">
                  <a16:creationId xmlns:a16="http://schemas.microsoft.com/office/drawing/2014/main" id="{E0297B20-FD3E-4539-9171-78ECD2C8F74C}"/>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30" name="Text Box 28">
              <a:extLst>
                <a:ext uri="{FF2B5EF4-FFF2-40B4-BE49-F238E27FC236}">
                  <a16:creationId xmlns:a16="http://schemas.microsoft.com/office/drawing/2014/main" id="{0E237977-E4C6-49A8-BA5F-D8E4AA036BD3}"/>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XY=6</a:t>
              </a:r>
            </a:p>
          </p:txBody>
        </p:sp>
      </p:grpSp>
      <p:grpSp>
        <p:nvGrpSpPr>
          <p:cNvPr id="8203" name="Group 29">
            <a:extLst>
              <a:ext uri="{FF2B5EF4-FFF2-40B4-BE49-F238E27FC236}">
                <a16:creationId xmlns:a16="http://schemas.microsoft.com/office/drawing/2014/main" id="{11838DB6-E170-44DC-8839-0922834BA13C}"/>
              </a:ext>
            </a:extLst>
          </p:cNvPr>
          <p:cNvGrpSpPr>
            <a:grpSpLocks/>
          </p:cNvGrpSpPr>
          <p:nvPr/>
        </p:nvGrpSpPr>
        <p:grpSpPr bwMode="auto">
          <a:xfrm>
            <a:off x="6629400" y="5410200"/>
            <a:ext cx="869950" cy="914400"/>
            <a:chOff x="1968" y="3072"/>
            <a:chExt cx="548" cy="576"/>
          </a:xfrm>
        </p:grpSpPr>
        <p:sp>
          <p:nvSpPr>
            <p:cNvPr id="8227" name="Rectangle 30">
              <a:extLst>
                <a:ext uri="{FF2B5EF4-FFF2-40B4-BE49-F238E27FC236}">
                  <a16:creationId xmlns:a16="http://schemas.microsoft.com/office/drawing/2014/main" id="{BAC583B7-CB61-4306-B112-292C226F88A4}"/>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28" name="Text Box 31">
              <a:extLst>
                <a:ext uri="{FF2B5EF4-FFF2-40B4-BE49-F238E27FC236}">
                  <a16:creationId xmlns:a16="http://schemas.microsoft.com/office/drawing/2014/main" id="{D82C39F3-DAF0-4839-AEE3-D481799FD852}"/>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XY=18</a:t>
              </a:r>
            </a:p>
          </p:txBody>
        </p:sp>
      </p:grpSp>
      <p:grpSp>
        <p:nvGrpSpPr>
          <p:cNvPr id="8204" name="Group 32">
            <a:extLst>
              <a:ext uri="{FF2B5EF4-FFF2-40B4-BE49-F238E27FC236}">
                <a16:creationId xmlns:a16="http://schemas.microsoft.com/office/drawing/2014/main" id="{407D8AD3-BF52-4A8C-BE47-E76BD9080549}"/>
              </a:ext>
            </a:extLst>
          </p:cNvPr>
          <p:cNvGrpSpPr>
            <a:grpSpLocks/>
          </p:cNvGrpSpPr>
          <p:nvPr/>
        </p:nvGrpSpPr>
        <p:grpSpPr bwMode="auto">
          <a:xfrm>
            <a:off x="7994650" y="5410200"/>
            <a:ext cx="869950" cy="914400"/>
            <a:chOff x="1968" y="3072"/>
            <a:chExt cx="548" cy="576"/>
          </a:xfrm>
        </p:grpSpPr>
        <p:sp>
          <p:nvSpPr>
            <p:cNvPr id="8225" name="Rectangle 33">
              <a:extLst>
                <a:ext uri="{FF2B5EF4-FFF2-40B4-BE49-F238E27FC236}">
                  <a16:creationId xmlns:a16="http://schemas.microsoft.com/office/drawing/2014/main" id="{24FB5003-EAFF-45FE-98A5-75EF63C055EF}"/>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26" name="Text Box 34">
              <a:extLst>
                <a:ext uri="{FF2B5EF4-FFF2-40B4-BE49-F238E27FC236}">
                  <a16:creationId xmlns:a16="http://schemas.microsoft.com/office/drawing/2014/main" id="{C2A42EDA-CEEB-4156-8071-09D6438DF675}"/>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8205" name="Group 35">
            <a:extLst>
              <a:ext uri="{FF2B5EF4-FFF2-40B4-BE49-F238E27FC236}">
                <a16:creationId xmlns:a16="http://schemas.microsoft.com/office/drawing/2014/main" id="{204C341F-FF05-4924-95EB-662E52190BC4}"/>
              </a:ext>
            </a:extLst>
          </p:cNvPr>
          <p:cNvGrpSpPr>
            <a:grpSpLocks/>
          </p:cNvGrpSpPr>
          <p:nvPr/>
        </p:nvGrpSpPr>
        <p:grpSpPr bwMode="auto">
          <a:xfrm>
            <a:off x="8909050" y="5410200"/>
            <a:ext cx="869950" cy="914400"/>
            <a:chOff x="1968" y="3072"/>
            <a:chExt cx="548" cy="576"/>
          </a:xfrm>
        </p:grpSpPr>
        <p:sp>
          <p:nvSpPr>
            <p:cNvPr id="8223" name="Rectangle 36">
              <a:extLst>
                <a:ext uri="{FF2B5EF4-FFF2-40B4-BE49-F238E27FC236}">
                  <a16:creationId xmlns:a16="http://schemas.microsoft.com/office/drawing/2014/main" id="{A4AA773D-AA72-498E-88D5-8A39FF95E0CB}"/>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24" name="Text Box 37">
              <a:extLst>
                <a:ext uri="{FF2B5EF4-FFF2-40B4-BE49-F238E27FC236}">
                  <a16:creationId xmlns:a16="http://schemas.microsoft.com/office/drawing/2014/main" id="{DD460462-6EEF-472F-8AAB-B1A7053E4F78}"/>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XY=20</a:t>
              </a:r>
            </a:p>
          </p:txBody>
        </p:sp>
      </p:grpSp>
      <p:grpSp>
        <p:nvGrpSpPr>
          <p:cNvPr id="8206" name="Group 38">
            <a:extLst>
              <a:ext uri="{FF2B5EF4-FFF2-40B4-BE49-F238E27FC236}">
                <a16:creationId xmlns:a16="http://schemas.microsoft.com/office/drawing/2014/main" id="{69BD02D2-B5E0-4215-B27B-096BD9783C18}"/>
              </a:ext>
            </a:extLst>
          </p:cNvPr>
          <p:cNvGrpSpPr>
            <a:grpSpLocks/>
          </p:cNvGrpSpPr>
          <p:nvPr/>
        </p:nvGrpSpPr>
        <p:grpSpPr bwMode="auto">
          <a:xfrm>
            <a:off x="9823450" y="5410200"/>
            <a:ext cx="869950" cy="914400"/>
            <a:chOff x="1968" y="3072"/>
            <a:chExt cx="548" cy="576"/>
          </a:xfrm>
        </p:grpSpPr>
        <p:sp>
          <p:nvSpPr>
            <p:cNvPr id="8221" name="Rectangle 39">
              <a:extLst>
                <a:ext uri="{FF2B5EF4-FFF2-40B4-BE49-F238E27FC236}">
                  <a16:creationId xmlns:a16="http://schemas.microsoft.com/office/drawing/2014/main" id="{9B225458-A78C-44DC-A01D-6AADB7B97CAF}"/>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22" name="Text Box 40">
              <a:extLst>
                <a:ext uri="{FF2B5EF4-FFF2-40B4-BE49-F238E27FC236}">
                  <a16:creationId xmlns:a16="http://schemas.microsoft.com/office/drawing/2014/main" id="{D43126BC-A58C-4BF0-B2CB-07A750F71CBB}"/>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9</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XY=72</a:t>
              </a:r>
            </a:p>
          </p:txBody>
        </p:sp>
      </p:grpSp>
      <p:sp>
        <p:nvSpPr>
          <p:cNvPr id="8207" name="Text Box 41">
            <a:extLst>
              <a:ext uri="{FF2B5EF4-FFF2-40B4-BE49-F238E27FC236}">
                <a16:creationId xmlns:a16="http://schemas.microsoft.com/office/drawing/2014/main" id="{1AB631BE-F3F5-418B-B38E-171787AD5C1B}"/>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MULT(a+b, c+d)</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8208" name="Rectangle 42">
            <a:extLst>
              <a:ext uri="{FF2B5EF4-FFF2-40B4-BE49-F238E27FC236}">
                <a16:creationId xmlns:a16="http://schemas.microsoft.com/office/drawing/2014/main" id="{69CFDCDD-5106-4CE4-B8A0-B12DB25A5AE2}"/>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Tree of Frames</a:t>
            </a:r>
          </a:p>
        </p:txBody>
      </p:sp>
      <p:sp>
        <p:nvSpPr>
          <p:cNvPr id="8209" name="Line 44">
            <a:extLst>
              <a:ext uri="{FF2B5EF4-FFF2-40B4-BE49-F238E27FC236}">
                <a16:creationId xmlns:a16="http://schemas.microsoft.com/office/drawing/2014/main" id="{59CCA44D-6169-4A5B-8494-A311EB315196}"/>
              </a:ext>
            </a:extLst>
          </p:cNvPr>
          <p:cNvSpPr>
            <a:spLocks noChangeShapeType="1"/>
          </p:cNvSpPr>
          <p:nvPr/>
        </p:nvSpPr>
        <p:spPr bwMode="auto">
          <a:xfrm>
            <a:off x="5943600" y="2667000"/>
            <a:ext cx="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endParaRPr>
          </a:p>
        </p:txBody>
      </p:sp>
      <p:sp>
        <p:nvSpPr>
          <p:cNvPr id="8210" name="Line 46">
            <a:extLst>
              <a:ext uri="{FF2B5EF4-FFF2-40B4-BE49-F238E27FC236}">
                <a16:creationId xmlns:a16="http://schemas.microsoft.com/office/drawing/2014/main" id="{75781EA5-88F9-4070-8B01-B156EBCC87F9}"/>
              </a:ext>
            </a:extLst>
          </p:cNvPr>
          <p:cNvSpPr>
            <a:spLocks noChangeShapeType="1"/>
          </p:cNvSpPr>
          <p:nvPr/>
        </p:nvSpPr>
        <p:spPr bwMode="auto">
          <a:xfrm>
            <a:off x="5943600" y="2667000"/>
            <a:ext cx="32004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1" name="Line 48">
            <a:extLst>
              <a:ext uri="{FF2B5EF4-FFF2-40B4-BE49-F238E27FC236}">
                <a16:creationId xmlns:a16="http://schemas.microsoft.com/office/drawing/2014/main" id="{D93ADF46-4D6E-473A-8062-0548AF5676E3}"/>
              </a:ext>
            </a:extLst>
          </p:cNvPr>
          <p:cNvSpPr>
            <a:spLocks noChangeShapeType="1"/>
          </p:cNvSpPr>
          <p:nvPr/>
        </p:nvSpPr>
        <p:spPr bwMode="auto">
          <a:xfrm flipH="1">
            <a:off x="2971800" y="2667000"/>
            <a:ext cx="29718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endParaRPr>
          </a:p>
        </p:txBody>
      </p:sp>
      <p:sp>
        <p:nvSpPr>
          <p:cNvPr id="8212" name="Line 49">
            <a:extLst>
              <a:ext uri="{FF2B5EF4-FFF2-40B4-BE49-F238E27FC236}">
                <a16:creationId xmlns:a16="http://schemas.microsoft.com/office/drawing/2014/main" id="{E4387EA9-3007-4823-A6BB-185F6019B7C7}"/>
              </a:ext>
            </a:extLst>
          </p:cNvPr>
          <p:cNvSpPr>
            <a:spLocks noChangeShapeType="1"/>
          </p:cNvSpPr>
          <p:nvPr/>
        </p:nvSpPr>
        <p:spPr bwMode="auto">
          <a:xfrm flipH="1">
            <a:off x="19050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3" name="Line 50">
            <a:extLst>
              <a:ext uri="{FF2B5EF4-FFF2-40B4-BE49-F238E27FC236}">
                <a16:creationId xmlns:a16="http://schemas.microsoft.com/office/drawing/2014/main" id="{75B6211A-A743-451B-83C0-13BFDD926098}"/>
              </a:ext>
            </a:extLst>
          </p:cNvPr>
          <p:cNvSpPr>
            <a:spLocks noChangeShapeType="1"/>
          </p:cNvSpPr>
          <p:nvPr/>
        </p:nvSpPr>
        <p:spPr bwMode="auto">
          <a:xfrm flipH="1">
            <a:off x="28956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4" name="Line 51">
            <a:extLst>
              <a:ext uri="{FF2B5EF4-FFF2-40B4-BE49-F238E27FC236}">
                <a16:creationId xmlns:a16="http://schemas.microsoft.com/office/drawing/2014/main" id="{FB51FD8C-7162-46C1-B750-3164CCD2856E}"/>
              </a:ext>
            </a:extLst>
          </p:cNvPr>
          <p:cNvSpPr>
            <a:spLocks noChangeShapeType="1"/>
          </p:cNvSpPr>
          <p:nvPr/>
        </p:nvSpPr>
        <p:spPr bwMode="auto">
          <a:xfrm>
            <a:off x="29718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5" name="Line 52">
            <a:extLst>
              <a:ext uri="{FF2B5EF4-FFF2-40B4-BE49-F238E27FC236}">
                <a16:creationId xmlns:a16="http://schemas.microsoft.com/office/drawing/2014/main" id="{1A88FB61-E027-4711-ADC1-34579302316F}"/>
              </a:ext>
            </a:extLst>
          </p:cNvPr>
          <p:cNvSpPr>
            <a:spLocks noChangeShapeType="1"/>
          </p:cNvSpPr>
          <p:nvPr/>
        </p:nvSpPr>
        <p:spPr bwMode="auto">
          <a:xfrm flipH="1">
            <a:off x="50292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6" name="Line 53">
            <a:extLst>
              <a:ext uri="{FF2B5EF4-FFF2-40B4-BE49-F238E27FC236}">
                <a16:creationId xmlns:a16="http://schemas.microsoft.com/office/drawing/2014/main" id="{5819E4A7-D94B-45F2-B320-935801DC6B60}"/>
              </a:ext>
            </a:extLst>
          </p:cNvPr>
          <p:cNvSpPr>
            <a:spLocks noChangeShapeType="1"/>
          </p:cNvSpPr>
          <p:nvPr/>
        </p:nvSpPr>
        <p:spPr bwMode="auto">
          <a:xfrm flipH="1">
            <a:off x="60198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7" name="Line 54">
            <a:extLst>
              <a:ext uri="{FF2B5EF4-FFF2-40B4-BE49-F238E27FC236}">
                <a16:creationId xmlns:a16="http://schemas.microsoft.com/office/drawing/2014/main" id="{A4502B71-5FB6-4601-A93B-C4B7EDBACB13}"/>
              </a:ext>
            </a:extLst>
          </p:cNvPr>
          <p:cNvSpPr>
            <a:spLocks noChangeShapeType="1"/>
          </p:cNvSpPr>
          <p:nvPr/>
        </p:nvSpPr>
        <p:spPr bwMode="auto">
          <a:xfrm>
            <a:off x="60960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8" name="Line 55">
            <a:extLst>
              <a:ext uri="{FF2B5EF4-FFF2-40B4-BE49-F238E27FC236}">
                <a16:creationId xmlns:a16="http://schemas.microsoft.com/office/drawing/2014/main" id="{9F78D421-38B0-43CB-997E-7CE3167B8925}"/>
              </a:ext>
            </a:extLst>
          </p:cNvPr>
          <p:cNvSpPr>
            <a:spLocks noChangeShapeType="1"/>
          </p:cNvSpPr>
          <p:nvPr/>
        </p:nvSpPr>
        <p:spPr bwMode="auto">
          <a:xfrm flipH="1">
            <a:off x="81534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19" name="Line 56">
            <a:extLst>
              <a:ext uri="{FF2B5EF4-FFF2-40B4-BE49-F238E27FC236}">
                <a16:creationId xmlns:a16="http://schemas.microsoft.com/office/drawing/2014/main" id="{E7E384A7-1268-4B4C-A789-6CE276A30700}"/>
              </a:ext>
            </a:extLst>
          </p:cNvPr>
          <p:cNvSpPr>
            <a:spLocks noChangeShapeType="1"/>
          </p:cNvSpPr>
          <p:nvPr/>
        </p:nvSpPr>
        <p:spPr bwMode="auto">
          <a:xfrm flipH="1">
            <a:off x="91440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220" name="Line 57">
            <a:extLst>
              <a:ext uri="{FF2B5EF4-FFF2-40B4-BE49-F238E27FC236}">
                <a16:creationId xmlns:a16="http://schemas.microsoft.com/office/drawing/2014/main" id="{E3D48267-46AD-44C0-9979-7EB9F390841F}"/>
              </a:ext>
            </a:extLst>
          </p:cNvPr>
          <p:cNvSpPr>
            <a:spLocks noChangeShapeType="1"/>
          </p:cNvSpPr>
          <p:nvPr/>
        </p:nvSpPr>
        <p:spPr bwMode="auto">
          <a:xfrm>
            <a:off x="92202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 name="TextBox 1">
            <a:extLst>
              <a:ext uri="{FF2B5EF4-FFF2-40B4-BE49-F238E27FC236}">
                <a16:creationId xmlns:a16="http://schemas.microsoft.com/office/drawing/2014/main" id="{932D0F02-0F70-4EF4-B3DA-795F0C3BE5A8}"/>
              </a:ext>
            </a:extLst>
          </p:cNvPr>
          <p:cNvSpPr txBox="1"/>
          <p:nvPr/>
        </p:nvSpPr>
        <p:spPr>
          <a:xfrm>
            <a:off x="2720010" y="2339236"/>
            <a:ext cx="10518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Here n=4</a:t>
            </a:r>
          </a:p>
        </p:txBody>
      </p:sp>
      <p:sp>
        <p:nvSpPr>
          <p:cNvPr id="56" name="TextBox 55">
            <a:extLst>
              <a:ext uri="{FF2B5EF4-FFF2-40B4-BE49-F238E27FC236}">
                <a16:creationId xmlns:a16="http://schemas.microsoft.com/office/drawing/2014/main" id="{A4BB73EE-4495-4944-8863-F76BE8B77279}"/>
              </a:ext>
            </a:extLst>
          </p:cNvPr>
          <p:cNvSpPr txBox="1"/>
          <p:nvPr/>
        </p:nvSpPr>
        <p:spPr>
          <a:xfrm>
            <a:off x="10204450" y="3903662"/>
            <a:ext cx="10518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Here n=2</a:t>
            </a:r>
          </a:p>
        </p:txBody>
      </p:sp>
      <p:cxnSp>
        <p:nvCxnSpPr>
          <p:cNvPr id="4" name="Straight Arrow Connector 3">
            <a:extLst>
              <a:ext uri="{FF2B5EF4-FFF2-40B4-BE49-F238E27FC236}">
                <a16:creationId xmlns:a16="http://schemas.microsoft.com/office/drawing/2014/main" id="{28D11C0C-8138-4A69-BF37-FD153E8EA077}"/>
              </a:ext>
            </a:extLst>
          </p:cNvPr>
          <p:cNvCxnSpPr/>
          <p:nvPr/>
        </p:nvCxnSpPr>
        <p:spPr bwMode="auto">
          <a:xfrm flipV="1">
            <a:off x="6374296" y="990600"/>
            <a:ext cx="1779104" cy="321365"/>
          </a:xfrm>
          <a:prstGeom prst="straightConnector1">
            <a:avLst/>
          </a:prstGeom>
          <a:noFill/>
          <a:ln w="38100" cap="flat" cmpd="sng" algn="ctr">
            <a:solidFill>
              <a:schemeClr val="hlink"/>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TextBox 4">
            <a:extLst>
              <a:ext uri="{FF2B5EF4-FFF2-40B4-BE49-F238E27FC236}">
                <a16:creationId xmlns:a16="http://schemas.microsoft.com/office/drawing/2014/main" id="{5A0B99EA-E533-492F-8177-4B124AC3A889}"/>
              </a:ext>
            </a:extLst>
          </p:cNvPr>
          <p:cNvSpPr txBox="1"/>
          <p:nvPr/>
        </p:nvSpPr>
        <p:spPr>
          <a:xfrm>
            <a:off x="8375650" y="702365"/>
            <a:ext cx="1297150" cy="646331"/>
          </a:xfrm>
          <a:prstGeom prst="rect">
            <a:avLst/>
          </a:prstGeom>
          <a:noFill/>
          <a:ln w="53975">
            <a:solidFill>
              <a:srgbClr val="0000FF"/>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a=21, b=33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c=23 , d=12</a:t>
            </a:r>
          </a:p>
        </p:txBody>
      </p:sp>
      <p:cxnSp>
        <p:nvCxnSpPr>
          <p:cNvPr id="7" name="Straight Arrow Connector 6">
            <a:extLst>
              <a:ext uri="{FF2B5EF4-FFF2-40B4-BE49-F238E27FC236}">
                <a16:creationId xmlns:a16="http://schemas.microsoft.com/office/drawing/2014/main" id="{E91FD860-DF1D-4727-A7DC-102D45450F7C}"/>
              </a:ext>
            </a:extLst>
          </p:cNvPr>
          <p:cNvCxnSpPr>
            <a:stCxn id="8207" idx="2"/>
          </p:cNvCxnSpPr>
          <p:nvPr/>
        </p:nvCxnSpPr>
        <p:spPr bwMode="auto">
          <a:xfrm>
            <a:off x="3467100" y="2380804"/>
            <a:ext cx="1790700" cy="0"/>
          </a:xfrm>
          <a:prstGeom prst="straightConnector1">
            <a:avLst/>
          </a:prstGeom>
          <a:noFill/>
          <a:ln w="38100" cap="flat" cmpd="sng" algn="ctr">
            <a:solidFill>
              <a:schemeClr val="hlink"/>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E60EF550-557E-4408-BBA9-6D0EDA3A123C}"/>
              </a:ext>
            </a:extLst>
          </p:cNvPr>
          <p:cNvCxnSpPr/>
          <p:nvPr/>
        </p:nvCxnSpPr>
        <p:spPr bwMode="auto">
          <a:xfrm>
            <a:off x="6563296" y="1846329"/>
            <a:ext cx="1818704" cy="0"/>
          </a:xfrm>
          <a:prstGeom prst="straightConnector1">
            <a:avLst/>
          </a:prstGeom>
          <a:noFill/>
          <a:ln w="38100" cap="flat" cmpd="sng" algn="ctr">
            <a:solidFill>
              <a:schemeClr val="hlink"/>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DA9E2C08-E313-4B63-9D47-8C22FC969146}"/>
              </a:ext>
            </a:extLst>
          </p:cNvPr>
          <p:cNvSpPr txBox="1"/>
          <p:nvPr/>
        </p:nvSpPr>
        <p:spPr>
          <a:xfrm>
            <a:off x="8324829" y="1686580"/>
            <a:ext cx="242053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FFFFF"/>
                </a:solidFill>
                <a:effectLst/>
                <a:uLnTx/>
                <a:uFillTx/>
                <a:latin typeface="Times New Roman"/>
                <a:ea typeface="+mn-ea"/>
                <a:cs typeface="+mn-cs"/>
              </a:rPr>
              <a:t>You get help of three friends 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FFFFF"/>
                </a:solidFill>
                <a:effectLst/>
                <a:uLnTx/>
                <a:uFillTx/>
                <a:latin typeface="Times New Roman"/>
                <a:ea typeface="+mn-ea"/>
                <a:cs typeface="+mn-cs"/>
              </a:rPr>
              <a:t>do three multiplications</a:t>
            </a:r>
          </a:p>
        </p:txBody>
      </p:sp>
      <p:cxnSp>
        <p:nvCxnSpPr>
          <p:cNvPr id="13" name="Straight Arrow Connector 12">
            <a:extLst>
              <a:ext uri="{FF2B5EF4-FFF2-40B4-BE49-F238E27FC236}">
                <a16:creationId xmlns:a16="http://schemas.microsoft.com/office/drawing/2014/main" id="{4522FA97-7987-4A0B-B6F5-ACCB9AE3D283}"/>
              </a:ext>
            </a:extLst>
          </p:cNvPr>
          <p:cNvCxnSpPr/>
          <p:nvPr/>
        </p:nvCxnSpPr>
        <p:spPr bwMode="auto">
          <a:xfrm>
            <a:off x="6374296" y="1688068"/>
            <a:ext cx="140804" cy="81994"/>
          </a:xfrm>
          <a:prstGeom prst="straightConnector1">
            <a:avLst/>
          </a:prstGeom>
          <a:noFill/>
          <a:ln w="38100" cap="flat" cmpd="sng" algn="ctr">
            <a:solidFill>
              <a:schemeClr val="hlink"/>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EA20DC95-92ED-4845-82D0-E7019FBC5C10}"/>
              </a:ext>
            </a:extLst>
          </p:cNvPr>
          <p:cNvCxnSpPr/>
          <p:nvPr/>
        </p:nvCxnSpPr>
        <p:spPr bwMode="auto">
          <a:xfrm>
            <a:off x="6374296" y="1872734"/>
            <a:ext cx="140804" cy="0"/>
          </a:xfrm>
          <a:prstGeom prst="straightConnector1">
            <a:avLst/>
          </a:prstGeom>
          <a:noFill/>
          <a:ln w="38100" cap="flat" cmpd="sng" algn="ctr">
            <a:solidFill>
              <a:schemeClr val="hlink"/>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a:extLst>
              <a:ext uri="{FF2B5EF4-FFF2-40B4-BE49-F238E27FC236}">
                <a16:creationId xmlns:a16="http://schemas.microsoft.com/office/drawing/2014/main" id="{A3F51519-FB9B-44E9-8088-2A36D9A88FAF}"/>
              </a:ext>
            </a:extLst>
          </p:cNvPr>
          <p:cNvCxnSpPr/>
          <p:nvPr/>
        </p:nvCxnSpPr>
        <p:spPr bwMode="auto">
          <a:xfrm flipV="1">
            <a:off x="6629400" y="1846329"/>
            <a:ext cx="0" cy="176432"/>
          </a:xfrm>
          <a:prstGeom prst="straightConnector1">
            <a:avLst/>
          </a:prstGeom>
          <a:noFill/>
          <a:ln w="38100" cap="flat" cmpd="sng" algn="ctr">
            <a:solidFill>
              <a:schemeClr val="hlink"/>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a:extLst>
              <a:ext uri="{FF2B5EF4-FFF2-40B4-BE49-F238E27FC236}">
                <a16:creationId xmlns:a16="http://schemas.microsoft.com/office/drawing/2014/main" id="{8A704E9F-244A-4DB8-B189-68AF512D86A6}"/>
              </a:ext>
            </a:extLst>
          </p:cNvPr>
          <p:cNvSpPr txBox="1"/>
          <p:nvPr/>
        </p:nvSpPr>
        <p:spPr>
          <a:xfrm>
            <a:off x="4144050" y="2624864"/>
            <a:ext cx="3898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ac</a:t>
            </a:r>
          </a:p>
        </p:txBody>
      </p:sp>
      <p:sp>
        <p:nvSpPr>
          <p:cNvPr id="73" name="TextBox 72">
            <a:extLst>
              <a:ext uri="{FF2B5EF4-FFF2-40B4-BE49-F238E27FC236}">
                <a16:creationId xmlns:a16="http://schemas.microsoft.com/office/drawing/2014/main" id="{E8812829-868D-4804-995C-2928EFF1B1C0}"/>
              </a:ext>
            </a:extLst>
          </p:cNvPr>
          <p:cNvSpPr txBox="1"/>
          <p:nvPr/>
        </p:nvSpPr>
        <p:spPr>
          <a:xfrm>
            <a:off x="5931878" y="2737405"/>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bd</a:t>
            </a:r>
          </a:p>
        </p:txBody>
      </p:sp>
      <p:sp>
        <p:nvSpPr>
          <p:cNvPr id="80" name="TextBox 79">
            <a:extLst>
              <a:ext uri="{FF2B5EF4-FFF2-40B4-BE49-F238E27FC236}">
                <a16:creationId xmlns:a16="http://schemas.microsoft.com/office/drawing/2014/main" id="{C59F6879-CA78-4ADB-A36B-D0C852AC3D52}"/>
              </a:ext>
            </a:extLst>
          </p:cNvPr>
          <p:cNvSpPr txBox="1"/>
          <p:nvPr/>
        </p:nvSpPr>
        <p:spPr>
          <a:xfrm>
            <a:off x="7292830" y="2612475"/>
            <a:ext cx="1188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a+b</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c+d</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p>
        </p:txBody>
      </p:sp>
      <p:sp>
        <p:nvSpPr>
          <p:cNvPr id="81" name="TextBox 80">
            <a:extLst>
              <a:ext uri="{FF2B5EF4-FFF2-40B4-BE49-F238E27FC236}">
                <a16:creationId xmlns:a16="http://schemas.microsoft.com/office/drawing/2014/main" id="{9E4B084E-D7A0-420A-AAC8-01016B0B7E62}"/>
              </a:ext>
            </a:extLst>
          </p:cNvPr>
          <p:cNvSpPr txBox="1"/>
          <p:nvPr/>
        </p:nvSpPr>
        <p:spPr>
          <a:xfrm>
            <a:off x="8178225" y="4950206"/>
            <a:ext cx="3898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ac</a:t>
            </a:r>
          </a:p>
        </p:txBody>
      </p:sp>
      <p:sp>
        <p:nvSpPr>
          <p:cNvPr id="82" name="TextBox 81">
            <a:extLst>
              <a:ext uri="{FF2B5EF4-FFF2-40B4-BE49-F238E27FC236}">
                <a16:creationId xmlns:a16="http://schemas.microsoft.com/office/drawing/2014/main" id="{3D6737A3-01CB-4948-A2DA-71BAABB59A5C}"/>
              </a:ext>
            </a:extLst>
          </p:cNvPr>
          <p:cNvSpPr txBox="1"/>
          <p:nvPr/>
        </p:nvSpPr>
        <p:spPr>
          <a:xfrm>
            <a:off x="5096550" y="4911209"/>
            <a:ext cx="3898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ac</a:t>
            </a:r>
          </a:p>
        </p:txBody>
      </p:sp>
      <p:sp>
        <p:nvSpPr>
          <p:cNvPr id="83" name="TextBox 82">
            <a:extLst>
              <a:ext uri="{FF2B5EF4-FFF2-40B4-BE49-F238E27FC236}">
                <a16:creationId xmlns:a16="http://schemas.microsoft.com/office/drawing/2014/main" id="{A1D547FD-7D84-4132-AF33-F8FEFB617530}"/>
              </a:ext>
            </a:extLst>
          </p:cNvPr>
          <p:cNvSpPr txBox="1"/>
          <p:nvPr/>
        </p:nvSpPr>
        <p:spPr>
          <a:xfrm>
            <a:off x="1972350" y="4923393"/>
            <a:ext cx="3898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ac</a:t>
            </a:r>
          </a:p>
        </p:txBody>
      </p:sp>
      <p:sp>
        <p:nvSpPr>
          <p:cNvPr id="84" name="TextBox 83">
            <a:extLst>
              <a:ext uri="{FF2B5EF4-FFF2-40B4-BE49-F238E27FC236}">
                <a16:creationId xmlns:a16="http://schemas.microsoft.com/office/drawing/2014/main" id="{69A99F3A-DF7B-417E-879D-3640A17D25D8}"/>
              </a:ext>
            </a:extLst>
          </p:cNvPr>
          <p:cNvSpPr txBox="1"/>
          <p:nvPr/>
        </p:nvSpPr>
        <p:spPr>
          <a:xfrm>
            <a:off x="2666053" y="4916313"/>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bd</a:t>
            </a:r>
          </a:p>
        </p:txBody>
      </p:sp>
      <p:sp>
        <p:nvSpPr>
          <p:cNvPr id="85" name="TextBox 84">
            <a:extLst>
              <a:ext uri="{FF2B5EF4-FFF2-40B4-BE49-F238E27FC236}">
                <a16:creationId xmlns:a16="http://schemas.microsoft.com/office/drawing/2014/main" id="{79DD506D-3C80-4A36-947B-DDD41481CECA}"/>
              </a:ext>
            </a:extLst>
          </p:cNvPr>
          <p:cNvSpPr txBox="1"/>
          <p:nvPr/>
        </p:nvSpPr>
        <p:spPr>
          <a:xfrm>
            <a:off x="8810776" y="4995537"/>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bd</a:t>
            </a:r>
          </a:p>
        </p:txBody>
      </p:sp>
      <p:sp>
        <p:nvSpPr>
          <p:cNvPr id="86" name="TextBox 85">
            <a:extLst>
              <a:ext uri="{FF2B5EF4-FFF2-40B4-BE49-F238E27FC236}">
                <a16:creationId xmlns:a16="http://schemas.microsoft.com/office/drawing/2014/main" id="{FC073E0C-ACDB-411F-870B-DEA090ABB993}"/>
              </a:ext>
            </a:extLst>
          </p:cNvPr>
          <p:cNvSpPr txBox="1"/>
          <p:nvPr/>
        </p:nvSpPr>
        <p:spPr>
          <a:xfrm>
            <a:off x="5790253" y="4950567"/>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bd</a:t>
            </a:r>
          </a:p>
        </p:txBody>
      </p:sp>
      <p:sp>
        <p:nvSpPr>
          <p:cNvPr id="87" name="TextBox 86">
            <a:extLst>
              <a:ext uri="{FF2B5EF4-FFF2-40B4-BE49-F238E27FC236}">
                <a16:creationId xmlns:a16="http://schemas.microsoft.com/office/drawing/2014/main" id="{40A24E5B-C7E9-4553-BAEC-C3774CA26491}"/>
              </a:ext>
            </a:extLst>
          </p:cNvPr>
          <p:cNvSpPr txBox="1"/>
          <p:nvPr/>
        </p:nvSpPr>
        <p:spPr>
          <a:xfrm>
            <a:off x="3324252" y="4841105"/>
            <a:ext cx="1188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a+b</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c+d</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p>
        </p:txBody>
      </p:sp>
      <p:sp>
        <p:nvSpPr>
          <p:cNvPr id="88" name="TextBox 87">
            <a:extLst>
              <a:ext uri="{FF2B5EF4-FFF2-40B4-BE49-F238E27FC236}">
                <a16:creationId xmlns:a16="http://schemas.microsoft.com/office/drawing/2014/main" id="{542D8D38-EE92-423E-A777-2E34E7C1E951}"/>
              </a:ext>
            </a:extLst>
          </p:cNvPr>
          <p:cNvSpPr txBox="1"/>
          <p:nvPr/>
        </p:nvSpPr>
        <p:spPr>
          <a:xfrm>
            <a:off x="6406454" y="4881971"/>
            <a:ext cx="1188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a+b</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c+d</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p>
        </p:txBody>
      </p:sp>
      <p:sp>
        <p:nvSpPr>
          <p:cNvPr id="89" name="TextBox 88">
            <a:extLst>
              <a:ext uri="{FF2B5EF4-FFF2-40B4-BE49-F238E27FC236}">
                <a16:creationId xmlns:a16="http://schemas.microsoft.com/office/drawing/2014/main" id="{8C5C2FDF-AD73-489E-8CBE-2D63F3D61EEF}"/>
              </a:ext>
            </a:extLst>
          </p:cNvPr>
          <p:cNvSpPr txBox="1"/>
          <p:nvPr/>
        </p:nvSpPr>
        <p:spPr>
          <a:xfrm>
            <a:off x="9499600" y="4918075"/>
            <a:ext cx="11881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a+b</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r>
              <a:rPr kumimoji="0" lang="en-IN" sz="1800" b="0" i="0" u="none" strike="noStrike" kern="1200" cap="none" spc="0" normalizeH="0" baseline="0" noProof="0" dirty="0" err="1">
                <a:ln>
                  <a:noFill/>
                </a:ln>
                <a:solidFill>
                  <a:srgbClr val="FFFFFF"/>
                </a:solidFill>
                <a:effectLst/>
                <a:uLnTx/>
                <a:uFillTx/>
                <a:latin typeface="Times New Roman"/>
                <a:ea typeface="+mn-ea"/>
                <a:cs typeface="+mn-cs"/>
              </a:rPr>
              <a:t>c+d</a:t>
            </a:r>
            <a:r>
              <a:rPr kumimoji="0" lang="en-IN" sz="1800" b="0" i="0" u="none" strike="noStrike" kern="1200" cap="none" spc="0" normalizeH="0" baseline="0" noProof="0" dirty="0">
                <a:ln>
                  <a:noFill/>
                </a:ln>
                <a:solidFill>
                  <a:srgbClr val="FFFFFF"/>
                </a:solidFill>
                <a:effectLst/>
                <a:uLnTx/>
                <a:uFillTx/>
                <a:latin typeface="Times New Roman"/>
                <a:ea typeface="+mn-ea"/>
                <a:cs typeface="+mn-cs"/>
              </a:rPr>
              <a:t>)</a:t>
            </a:r>
          </a:p>
        </p:txBody>
      </p:sp>
      <p:sp>
        <p:nvSpPr>
          <p:cNvPr id="90" name="TextBox 89">
            <a:extLst>
              <a:ext uri="{FF2B5EF4-FFF2-40B4-BE49-F238E27FC236}">
                <a16:creationId xmlns:a16="http://schemas.microsoft.com/office/drawing/2014/main" id="{E374DB2E-BAC6-4B3C-80C3-2E9EEC86D5E9}"/>
              </a:ext>
            </a:extLst>
          </p:cNvPr>
          <p:cNvSpPr txBox="1"/>
          <p:nvPr/>
        </p:nvSpPr>
        <p:spPr>
          <a:xfrm>
            <a:off x="-65856" y="3795594"/>
            <a:ext cx="228107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FFFFF"/>
                </a:solidFill>
                <a:effectLst/>
                <a:uLnTx/>
                <a:uFillTx/>
                <a:latin typeface="Times New Roman"/>
                <a:ea typeface="+mn-ea"/>
                <a:cs typeface="+mn-cs"/>
              </a:rPr>
              <a:t>You get help of three friends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FFFFF"/>
                </a:solidFill>
                <a:effectLst/>
                <a:uLnTx/>
                <a:uFillTx/>
                <a:latin typeface="Times New Roman"/>
                <a:ea typeface="+mn-ea"/>
                <a:cs typeface="+mn-cs"/>
              </a:rPr>
              <a:t>To do three multiplications</a:t>
            </a:r>
          </a:p>
        </p:txBody>
      </p:sp>
      <p:cxnSp>
        <p:nvCxnSpPr>
          <p:cNvPr id="23" name="Straight Arrow Connector 22">
            <a:extLst>
              <a:ext uri="{FF2B5EF4-FFF2-40B4-BE49-F238E27FC236}">
                <a16:creationId xmlns:a16="http://schemas.microsoft.com/office/drawing/2014/main" id="{68BD4711-163D-47B3-BD0F-CBF26E0C1A32}"/>
              </a:ext>
            </a:extLst>
          </p:cNvPr>
          <p:cNvCxnSpPr>
            <a:stCxn id="2" idx="1"/>
          </p:cNvCxnSpPr>
          <p:nvPr/>
        </p:nvCxnSpPr>
        <p:spPr bwMode="auto">
          <a:xfrm flipH="1" flipV="1">
            <a:off x="2133600" y="2339236"/>
            <a:ext cx="586410" cy="184666"/>
          </a:xfrm>
          <a:prstGeom prst="straightConnector1">
            <a:avLst/>
          </a:prstGeom>
          <a:noFill/>
          <a:ln w="38100" cap="flat" cmpd="sng" algn="ctr">
            <a:solidFill>
              <a:schemeClr val="hlink"/>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a:extLst>
              <a:ext uri="{FF2B5EF4-FFF2-40B4-BE49-F238E27FC236}">
                <a16:creationId xmlns:a16="http://schemas.microsoft.com/office/drawing/2014/main" id="{8058F385-DAE0-4158-AEB2-4FB5B17AAD46}"/>
              </a:ext>
            </a:extLst>
          </p:cNvPr>
          <p:cNvGrpSpPr>
            <a:grpSpLocks/>
          </p:cNvGrpSpPr>
          <p:nvPr/>
        </p:nvGrpSpPr>
        <p:grpSpPr bwMode="auto">
          <a:xfrm>
            <a:off x="5181601" y="990600"/>
            <a:ext cx="1768475" cy="1676400"/>
            <a:chOff x="2352" y="624"/>
            <a:chExt cx="1114" cy="1056"/>
          </a:xfrm>
        </p:grpSpPr>
        <p:sp>
          <p:nvSpPr>
            <p:cNvPr id="10385" name="Rectangle 3">
              <a:extLst>
                <a:ext uri="{FF2B5EF4-FFF2-40B4-BE49-F238E27FC236}">
                  <a16:creationId xmlns:a16="http://schemas.microsoft.com/office/drawing/2014/main" id="{DDC993FF-D163-473F-ACD7-CD099EF37C84}"/>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86" name="Text Box 4">
              <a:extLst>
                <a:ext uri="{FF2B5EF4-FFF2-40B4-BE49-F238E27FC236}">
                  <a16:creationId xmlns:a16="http://schemas.microsoft.com/office/drawing/2014/main" id="{D8B1E857-3768-44A5-84F2-B2957AC9DBE7}"/>
                </a:ext>
              </a:extLst>
            </p:cNvPr>
            <p:cNvSpPr txBox="1">
              <a:spLocks noChangeArrowheads="1"/>
            </p:cNvSpPr>
            <p:nvPr/>
          </p:nvSpPr>
          <p:spPr bwMode="auto">
            <a:xfrm>
              <a:off x="2400" y="624"/>
              <a:ext cx="1066"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2133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2312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483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396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1890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4931496</a:t>
              </a:r>
            </a:p>
          </p:txBody>
        </p:sp>
      </p:grpSp>
      <p:grpSp>
        <p:nvGrpSpPr>
          <p:cNvPr id="10243" name="Group 5">
            <a:extLst>
              <a:ext uri="{FF2B5EF4-FFF2-40B4-BE49-F238E27FC236}">
                <a16:creationId xmlns:a16="http://schemas.microsoft.com/office/drawing/2014/main" id="{E4613E78-7B74-4845-AFB6-A071DB6ACB81}"/>
              </a:ext>
            </a:extLst>
          </p:cNvPr>
          <p:cNvGrpSpPr>
            <a:grpSpLocks/>
          </p:cNvGrpSpPr>
          <p:nvPr/>
        </p:nvGrpSpPr>
        <p:grpSpPr bwMode="auto">
          <a:xfrm>
            <a:off x="2133600" y="3124200"/>
            <a:ext cx="1676400" cy="1676400"/>
            <a:chOff x="2352" y="624"/>
            <a:chExt cx="1056" cy="1056"/>
          </a:xfrm>
        </p:grpSpPr>
        <p:sp>
          <p:nvSpPr>
            <p:cNvPr id="10383" name="Rectangle 6">
              <a:extLst>
                <a:ext uri="{FF2B5EF4-FFF2-40B4-BE49-F238E27FC236}">
                  <a16:creationId xmlns:a16="http://schemas.microsoft.com/office/drawing/2014/main" id="{A1EE4B7C-9A3F-487B-9AE1-F876A15491F1}"/>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84" name="Text Box 7">
              <a:extLst>
                <a:ext uri="{FF2B5EF4-FFF2-40B4-BE49-F238E27FC236}">
                  <a16:creationId xmlns:a16="http://schemas.microsoft.com/office/drawing/2014/main" id="{D3D9FFE4-1E2A-4B10-BFB5-6B4788DC19CF}"/>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483</a:t>
              </a:r>
            </a:p>
          </p:txBody>
        </p:sp>
      </p:grpSp>
      <p:grpSp>
        <p:nvGrpSpPr>
          <p:cNvPr id="10244" name="Group 8">
            <a:extLst>
              <a:ext uri="{FF2B5EF4-FFF2-40B4-BE49-F238E27FC236}">
                <a16:creationId xmlns:a16="http://schemas.microsoft.com/office/drawing/2014/main" id="{9945EC8F-0D34-4DF7-B723-39F3E75B7E45}"/>
              </a:ext>
            </a:extLst>
          </p:cNvPr>
          <p:cNvGrpSpPr>
            <a:grpSpLocks/>
          </p:cNvGrpSpPr>
          <p:nvPr/>
        </p:nvGrpSpPr>
        <p:grpSpPr bwMode="auto">
          <a:xfrm>
            <a:off x="5181600" y="3124200"/>
            <a:ext cx="1676400" cy="1676400"/>
            <a:chOff x="2352" y="624"/>
            <a:chExt cx="1056" cy="1056"/>
          </a:xfrm>
        </p:grpSpPr>
        <p:sp>
          <p:nvSpPr>
            <p:cNvPr id="10381" name="Rectangle 9">
              <a:extLst>
                <a:ext uri="{FF2B5EF4-FFF2-40B4-BE49-F238E27FC236}">
                  <a16:creationId xmlns:a16="http://schemas.microsoft.com/office/drawing/2014/main" id="{34208EF4-DBB7-4486-83EF-02B2E1AA8C46}"/>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82" name="Text Box 10">
              <a:extLst>
                <a:ext uri="{FF2B5EF4-FFF2-40B4-BE49-F238E27FC236}">
                  <a16:creationId xmlns:a16="http://schemas.microsoft.com/office/drawing/2014/main" id="{382A2FEF-2B10-4E4E-B4B5-AEF9D9E1AC84}"/>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396</a:t>
              </a:r>
            </a:p>
          </p:txBody>
        </p:sp>
      </p:grpSp>
      <p:grpSp>
        <p:nvGrpSpPr>
          <p:cNvPr id="10245" name="Group 11">
            <a:extLst>
              <a:ext uri="{FF2B5EF4-FFF2-40B4-BE49-F238E27FC236}">
                <a16:creationId xmlns:a16="http://schemas.microsoft.com/office/drawing/2014/main" id="{3A32F511-698E-4A0B-BFF4-D9140D08D2BE}"/>
              </a:ext>
            </a:extLst>
          </p:cNvPr>
          <p:cNvGrpSpPr>
            <a:grpSpLocks/>
          </p:cNvGrpSpPr>
          <p:nvPr/>
        </p:nvGrpSpPr>
        <p:grpSpPr bwMode="auto">
          <a:xfrm>
            <a:off x="8382000" y="3124200"/>
            <a:ext cx="1676400" cy="1676400"/>
            <a:chOff x="2352" y="624"/>
            <a:chExt cx="1056" cy="1056"/>
          </a:xfrm>
        </p:grpSpPr>
        <p:sp>
          <p:nvSpPr>
            <p:cNvPr id="10379" name="Rectangle 12">
              <a:extLst>
                <a:ext uri="{FF2B5EF4-FFF2-40B4-BE49-F238E27FC236}">
                  <a16:creationId xmlns:a16="http://schemas.microsoft.com/office/drawing/2014/main" id="{BAE1BB90-8289-489C-9B3A-A550234B2912}"/>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80" name="Text Box 13">
              <a:extLst>
                <a:ext uri="{FF2B5EF4-FFF2-40B4-BE49-F238E27FC236}">
                  <a16:creationId xmlns:a16="http://schemas.microsoft.com/office/drawing/2014/main" id="{016F2B61-A72D-40DD-B28F-63CF89D3F57E}"/>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54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20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72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1890</a:t>
              </a:r>
            </a:p>
          </p:txBody>
        </p:sp>
      </p:grpSp>
      <p:grpSp>
        <p:nvGrpSpPr>
          <p:cNvPr id="10246" name="Group 14">
            <a:extLst>
              <a:ext uri="{FF2B5EF4-FFF2-40B4-BE49-F238E27FC236}">
                <a16:creationId xmlns:a16="http://schemas.microsoft.com/office/drawing/2014/main" id="{57D63E35-8423-48F9-87B3-D95C92D4735E}"/>
              </a:ext>
            </a:extLst>
          </p:cNvPr>
          <p:cNvGrpSpPr>
            <a:grpSpLocks/>
          </p:cNvGrpSpPr>
          <p:nvPr/>
        </p:nvGrpSpPr>
        <p:grpSpPr bwMode="auto">
          <a:xfrm>
            <a:off x="1600200" y="5410200"/>
            <a:ext cx="768350" cy="914400"/>
            <a:chOff x="1968" y="3072"/>
            <a:chExt cx="484" cy="576"/>
          </a:xfrm>
        </p:grpSpPr>
        <p:sp>
          <p:nvSpPr>
            <p:cNvPr id="10377" name="Rectangle 15">
              <a:extLst>
                <a:ext uri="{FF2B5EF4-FFF2-40B4-BE49-F238E27FC236}">
                  <a16:creationId xmlns:a16="http://schemas.microsoft.com/office/drawing/2014/main" id="{71F6C80E-FACC-406D-99CD-F1AA60A5A166}"/>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78" name="Text Box 16">
              <a:extLst>
                <a:ext uri="{FF2B5EF4-FFF2-40B4-BE49-F238E27FC236}">
                  <a16:creationId xmlns:a16="http://schemas.microsoft.com/office/drawing/2014/main" id="{49BDCE0C-1A3B-4CAD-8D08-7D9806D8C314}"/>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XY=4</a:t>
              </a:r>
            </a:p>
          </p:txBody>
        </p:sp>
      </p:grpSp>
      <p:grpSp>
        <p:nvGrpSpPr>
          <p:cNvPr id="10247" name="Group 17">
            <a:extLst>
              <a:ext uri="{FF2B5EF4-FFF2-40B4-BE49-F238E27FC236}">
                <a16:creationId xmlns:a16="http://schemas.microsoft.com/office/drawing/2014/main" id="{9DF1CBB4-506F-4A0A-80FC-CD49FB11ACE9}"/>
              </a:ext>
            </a:extLst>
          </p:cNvPr>
          <p:cNvGrpSpPr>
            <a:grpSpLocks/>
          </p:cNvGrpSpPr>
          <p:nvPr/>
        </p:nvGrpSpPr>
        <p:grpSpPr bwMode="auto">
          <a:xfrm>
            <a:off x="2514600" y="5410200"/>
            <a:ext cx="768350" cy="914400"/>
            <a:chOff x="1968" y="3072"/>
            <a:chExt cx="484" cy="576"/>
          </a:xfrm>
        </p:grpSpPr>
        <p:sp>
          <p:nvSpPr>
            <p:cNvPr id="10375" name="Rectangle 18">
              <a:extLst>
                <a:ext uri="{FF2B5EF4-FFF2-40B4-BE49-F238E27FC236}">
                  <a16:creationId xmlns:a16="http://schemas.microsoft.com/office/drawing/2014/main" id="{EAED0BA7-BE3D-4912-BBA7-192C860DFA57}"/>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76" name="Text Box 19">
              <a:extLst>
                <a:ext uri="{FF2B5EF4-FFF2-40B4-BE49-F238E27FC236}">
                  <a16:creationId xmlns:a16="http://schemas.microsoft.com/office/drawing/2014/main" id="{5DF3F438-60BA-43B4-8F08-B468F6A3B1A8}"/>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10248" name="Group 20">
            <a:extLst>
              <a:ext uri="{FF2B5EF4-FFF2-40B4-BE49-F238E27FC236}">
                <a16:creationId xmlns:a16="http://schemas.microsoft.com/office/drawing/2014/main" id="{C2FFFBAF-4AA3-4F05-94C6-5AB33C12FCE6}"/>
              </a:ext>
            </a:extLst>
          </p:cNvPr>
          <p:cNvGrpSpPr>
            <a:grpSpLocks/>
          </p:cNvGrpSpPr>
          <p:nvPr/>
        </p:nvGrpSpPr>
        <p:grpSpPr bwMode="auto">
          <a:xfrm>
            <a:off x="3429000" y="5410200"/>
            <a:ext cx="869950" cy="914400"/>
            <a:chOff x="1968" y="3072"/>
            <a:chExt cx="548" cy="576"/>
          </a:xfrm>
        </p:grpSpPr>
        <p:sp>
          <p:nvSpPr>
            <p:cNvPr id="10373" name="Rectangle 21">
              <a:extLst>
                <a:ext uri="{FF2B5EF4-FFF2-40B4-BE49-F238E27FC236}">
                  <a16:creationId xmlns:a16="http://schemas.microsoft.com/office/drawing/2014/main" id="{BEFF328D-54C3-42E2-AA28-41F786783B84}"/>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74" name="Text Box 22">
              <a:extLst>
                <a:ext uri="{FF2B5EF4-FFF2-40B4-BE49-F238E27FC236}">
                  <a16:creationId xmlns:a16="http://schemas.microsoft.com/office/drawing/2014/main" id="{4DE93B20-4F34-40CF-91C1-301BCAAE72B2}"/>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10249" name="Group 23">
            <a:extLst>
              <a:ext uri="{FF2B5EF4-FFF2-40B4-BE49-F238E27FC236}">
                <a16:creationId xmlns:a16="http://schemas.microsoft.com/office/drawing/2014/main" id="{F6A49696-F310-4C2C-A69C-C0981B2BB879}"/>
              </a:ext>
            </a:extLst>
          </p:cNvPr>
          <p:cNvGrpSpPr>
            <a:grpSpLocks/>
          </p:cNvGrpSpPr>
          <p:nvPr/>
        </p:nvGrpSpPr>
        <p:grpSpPr bwMode="auto">
          <a:xfrm>
            <a:off x="4800600" y="5410200"/>
            <a:ext cx="768350" cy="914400"/>
            <a:chOff x="1968" y="3072"/>
            <a:chExt cx="484" cy="576"/>
          </a:xfrm>
        </p:grpSpPr>
        <p:sp>
          <p:nvSpPr>
            <p:cNvPr id="10371" name="Rectangle 24">
              <a:extLst>
                <a:ext uri="{FF2B5EF4-FFF2-40B4-BE49-F238E27FC236}">
                  <a16:creationId xmlns:a16="http://schemas.microsoft.com/office/drawing/2014/main" id="{409E3399-D793-4108-96EF-45A5F687FDEA}"/>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72" name="Text Box 25">
              <a:extLst>
                <a:ext uri="{FF2B5EF4-FFF2-40B4-BE49-F238E27FC236}">
                  <a16:creationId xmlns:a16="http://schemas.microsoft.com/office/drawing/2014/main" id="{E337AA4C-2851-4994-B492-EC92EA626882}"/>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10250" name="Group 26">
            <a:extLst>
              <a:ext uri="{FF2B5EF4-FFF2-40B4-BE49-F238E27FC236}">
                <a16:creationId xmlns:a16="http://schemas.microsoft.com/office/drawing/2014/main" id="{E5EE079D-408C-4138-912F-B7C080B1A1D6}"/>
              </a:ext>
            </a:extLst>
          </p:cNvPr>
          <p:cNvGrpSpPr>
            <a:grpSpLocks/>
          </p:cNvGrpSpPr>
          <p:nvPr/>
        </p:nvGrpSpPr>
        <p:grpSpPr bwMode="auto">
          <a:xfrm>
            <a:off x="5715000" y="5410200"/>
            <a:ext cx="768350" cy="914400"/>
            <a:chOff x="1968" y="3072"/>
            <a:chExt cx="484" cy="576"/>
          </a:xfrm>
        </p:grpSpPr>
        <p:sp>
          <p:nvSpPr>
            <p:cNvPr id="10369" name="Rectangle 27">
              <a:extLst>
                <a:ext uri="{FF2B5EF4-FFF2-40B4-BE49-F238E27FC236}">
                  <a16:creationId xmlns:a16="http://schemas.microsoft.com/office/drawing/2014/main" id="{DF037C0A-5961-468C-BED6-07F0A7C41F8C}"/>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70" name="Text Box 28">
              <a:extLst>
                <a:ext uri="{FF2B5EF4-FFF2-40B4-BE49-F238E27FC236}">
                  <a16:creationId xmlns:a16="http://schemas.microsoft.com/office/drawing/2014/main" id="{D6F2AB28-A55C-400C-A0AE-68AC402C88BF}"/>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XY=6</a:t>
              </a:r>
            </a:p>
          </p:txBody>
        </p:sp>
      </p:grpSp>
      <p:grpSp>
        <p:nvGrpSpPr>
          <p:cNvPr id="10251" name="Group 29">
            <a:extLst>
              <a:ext uri="{FF2B5EF4-FFF2-40B4-BE49-F238E27FC236}">
                <a16:creationId xmlns:a16="http://schemas.microsoft.com/office/drawing/2014/main" id="{181C05EA-AD4B-4496-8C51-950439EEAA3B}"/>
              </a:ext>
            </a:extLst>
          </p:cNvPr>
          <p:cNvGrpSpPr>
            <a:grpSpLocks/>
          </p:cNvGrpSpPr>
          <p:nvPr/>
        </p:nvGrpSpPr>
        <p:grpSpPr bwMode="auto">
          <a:xfrm>
            <a:off x="6629400" y="5410200"/>
            <a:ext cx="869950" cy="914400"/>
            <a:chOff x="1968" y="3072"/>
            <a:chExt cx="548" cy="576"/>
          </a:xfrm>
        </p:grpSpPr>
        <p:sp>
          <p:nvSpPr>
            <p:cNvPr id="10367" name="Rectangle 30">
              <a:extLst>
                <a:ext uri="{FF2B5EF4-FFF2-40B4-BE49-F238E27FC236}">
                  <a16:creationId xmlns:a16="http://schemas.microsoft.com/office/drawing/2014/main" id="{B4E63F11-FA8B-430B-99F2-5BE1EC46FE0E}"/>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68" name="Text Box 31">
              <a:extLst>
                <a:ext uri="{FF2B5EF4-FFF2-40B4-BE49-F238E27FC236}">
                  <a16:creationId xmlns:a16="http://schemas.microsoft.com/office/drawing/2014/main" id="{464FBF6C-FD9F-4936-9300-347A2F39DB32}"/>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XY=18</a:t>
              </a:r>
            </a:p>
          </p:txBody>
        </p:sp>
      </p:grpSp>
      <p:grpSp>
        <p:nvGrpSpPr>
          <p:cNvPr id="10252" name="Group 32">
            <a:extLst>
              <a:ext uri="{FF2B5EF4-FFF2-40B4-BE49-F238E27FC236}">
                <a16:creationId xmlns:a16="http://schemas.microsoft.com/office/drawing/2014/main" id="{5705120A-8436-4C13-9D6E-06781213D3E9}"/>
              </a:ext>
            </a:extLst>
          </p:cNvPr>
          <p:cNvGrpSpPr>
            <a:grpSpLocks/>
          </p:cNvGrpSpPr>
          <p:nvPr/>
        </p:nvGrpSpPr>
        <p:grpSpPr bwMode="auto">
          <a:xfrm>
            <a:off x="7994650" y="5410200"/>
            <a:ext cx="869950" cy="914400"/>
            <a:chOff x="1968" y="3072"/>
            <a:chExt cx="548" cy="576"/>
          </a:xfrm>
        </p:grpSpPr>
        <p:sp>
          <p:nvSpPr>
            <p:cNvPr id="10365" name="Rectangle 33">
              <a:extLst>
                <a:ext uri="{FF2B5EF4-FFF2-40B4-BE49-F238E27FC236}">
                  <a16:creationId xmlns:a16="http://schemas.microsoft.com/office/drawing/2014/main" id="{65B98EB1-185B-44DA-B7A6-6CB1AFEFED60}"/>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66" name="Text Box 34">
              <a:extLst>
                <a:ext uri="{FF2B5EF4-FFF2-40B4-BE49-F238E27FC236}">
                  <a16:creationId xmlns:a16="http://schemas.microsoft.com/office/drawing/2014/main" id="{80CC0E28-8ACF-43DB-AFD2-24DE7366081E}"/>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10253" name="Group 35">
            <a:extLst>
              <a:ext uri="{FF2B5EF4-FFF2-40B4-BE49-F238E27FC236}">
                <a16:creationId xmlns:a16="http://schemas.microsoft.com/office/drawing/2014/main" id="{8E78B435-CBFB-42E9-882B-D91C76E87199}"/>
              </a:ext>
            </a:extLst>
          </p:cNvPr>
          <p:cNvGrpSpPr>
            <a:grpSpLocks/>
          </p:cNvGrpSpPr>
          <p:nvPr/>
        </p:nvGrpSpPr>
        <p:grpSpPr bwMode="auto">
          <a:xfrm>
            <a:off x="8909050" y="5410200"/>
            <a:ext cx="869950" cy="914400"/>
            <a:chOff x="1968" y="3072"/>
            <a:chExt cx="548" cy="576"/>
          </a:xfrm>
        </p:grpSpPr>
        <p:sp>
          <p:nvSpPr>
            <p:cNvPr id="10363" name="Rectangle 36">
              <a:extLst>
                <a:ext uri="{FF2B5EF4-FFF2-40B4-BE49-F238E27FC236}">
                  <a16:creationId xmlns:a16="http://schemas.microsoft.com/office/drawing/2014/main" id="{27C42CD8-B472-46D1-ABD7-84DFDD807F5E}"/>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64" name="Text Box 37">
              <a:extLst>
                <a:ext uri="{FF2B5EF4-FFF2-40B4-BE49-F238E27FC236}">
                  <a16:creationId xmlns:a16="http://schemas.microsoft.com/office/drawing/2014/main" id="{7A2DAD56-F99A-4B65-9983-86D38FBB6D5B}"/>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XY=20</a:t>
              </a:r>
            </a:p>
          </p:txBody>
        </p:sp>
      </p:grpSp>
      <p:grpSp>
        <p:nvGrpSpPr>
          <p:cNvPr id="10254" name="Group 38">
            <a:extLst>
              <a:ext uri="{FF2B5EF4-FFF2-40B4-BE49-F238E27FC236}">
                <a16:creationId xmlns:a16="http://schemas.microsoft.com/office/drawing/2014/main" id="{5D033AB0-4037-4770-9936-ACECC96FC985}"/>
              </a:ext>
            </a:extLst>
          </p:cNvPr>
          <p:cNvGrpSpPr>
            <a:grpSpLocks/>
          </p:cNvGrpSpPr>
          <p:nvPr/>
        </p:nvGrpSpPr>
        <p:grpSpPr bwMode="auto">
          <a:xfrm>
            <a:off x="9823450" y="5410200"/>
            <a:ext cx="869950" cy="914400"/>
            <a:chOff x="1968" y="3072"/>
            <a:chExt cx="548" cy="576"/>
          </a:xfrm>
        </p:grpSpPr>
        <p:sp>
          <p:nvSpPr>
            <p:cNvPr id="10361" name="Rectangle 39">
              <a:extLst>
                <a:ext uri="{FF2B5EF4-FFF2-40B4-BE49-F238E27FC236}">
                  <a16:creationId xmlns:a16="http://schemas.microsoft.com/office/drawing/2014/main" id="{3047EE82-FFE4-4C6E-A790-FC35F440D8B0}"/>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62" name="Text Box 40">
              <a:extLst>
                <a:ext uri="{FF2B5EF4-FFF2-40B4-BE49-F238E27FC236}">
                  <a16:creationId xmlns:a16="http://schemas.microsoft.com/office/drawing/2014/main" id="{29ED2855-9A97-4EE8-A59E-052C18F2A405}"/>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9</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XY=72</a:t>
              </a:r>
            </a:p>
          </p:txBody>
        </p:sp>
      </p:grpSp>
      <p:sp>
        <p:nvSpPr>
          <p:cNvPr id="10255" name="Text Box 41">
            <a:extLst>
              <a:ext uri="{FF2B5EF4-FFF2-40B4-BE49-F238E27FC236}">
                <a16:creationId xmlns:a16="http://schemas.microsoft.com/office/drawing/2014/main" id="{2A31DC8B-4F7E-477A-BFBA-1A98EAE26520}"/>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10256" name="Rectangle 42">
            <a:extLst>
              <a:ext uri="{FF2B5EF4-FFF2-40B4-BE49-F238E27FC236}">
                <a16:creationId xmlns:a16="http://schemas.microsoft.com/office/drawing/2014/main" id="{C2936C16-2ACF-42ED-A484-6B0A60BEC9BD}"/>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10257" name="Line 43">
            <a:extLst>
              <a:ext uri="{FF2B5EF4-FFF2-40B4-BE49-F238E27FC236}">
                <a16:creationId xmlns:a16="http://schemas.microsoft.com/office/drawing/2014/main" id="{21DB5056-EC62-49DA-B7A4-BA675337E4EB}"/>
              </a:ext>
            </a:extLst>
          </p:cNvPr>
          <p:cNvSpPr>
            <a:spLocks noChangeShapeType="1"/>
          </p:cNvSpPr>
          <p:nvPr/>
        </p:nvSpPr>
        <p:spPr bwMode="auto">
          <a:xfrm>
            <a:off x="5943600" y="2667000"/>
            <a:ext cx="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58" name="Line 44">
            <a:extLst>
              <a:ext uri="{FF2B5EF4-FFF2-40B4-BE49-F238E27FC236}">
                <a16:creationId xmlns:a16="http://schemas.microsoft.com/office/drawing/2014/main" id="{145E2358-0E13-41D3-AD6E-68F01A272646}"/>
              </a:ext>
            </a:extLst>
          </p:cNvPr>
          <p:cNvSpPr>
            <a:spLocks noChangeShapeType="1"/>
          </p:cNvSpPr>
          <p:nvPr/>
        </p:nvSpPr>
        <p:spPr bwMode="auto">
          <a:xfrm>
            <a:off x="5943600" y="2667000"/>
            <a:ext cx="32004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59" name="Line 45">
            <a:extLst>
              <a:ext uri="{FF2B5EF4-FFF2-40B4-BE49-F238E27FC236}">
                <a16:creationId xmlns:a16="http://schemas.microsoft.com/office/drawing/2014/main" id="{E16BDB80-42BA-45DB-9AFF-F7BBFE5BA2CB}"/>
              </a:ext>
            </a:extLst>
          </p:cNvPr>
          <p:cNvSpPr>
            <a:spLocks noChangeShapeType="1"/>
          </p:cNvSpPr>
          <p:nvPr/>
        </p:nvSpPr>
        <p:spPr bwMode="auto">
          <a:xfrm flipH="1">
            <a:off x="2971800" y="2667000"/>
            <a:ext cx="29718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0" name="Line 46">
            <a:extLst>
              <a:ext uri="{FF2B5EF4-FFF2-40B4-BE49-F238E27FC236}">
                <a16:creationId xmlns:a16="http://schemas.microsoft.com/office/drawing/2014/main" id="{11464FA2-D0C7-405C-BFF2-12832EEEEDC5}"/>
              </a:ext>
            </a:extLst>
          </p:cNvPr>
          <p:cNvSpPr>
            <a:spLocks noChangeShapeType="1"/>
          </p:cNvSpPr>
          <p:nvPr/>
        </p:nvSpPr>
        <p:spPr bwMode="auto">
          <a:xfrm flipH="1">
            <a:off x="19050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1" name="Line 47">
            <a:extLst>
              <a:ext uri="{FF2B5EF4-FFF2-40B4-BE49-F238E27FC236}">
                <a16:creationId xmlns:a16="http://schemas.microsoft.com/office/drawing/2014/main" id="{09EAFCF2-8809-4624-8216-3304CEB7325D}"/>
              </a:ext>
            </a:extLst>
          </p:cNvPr>
          <p:cNvSpPr>
            <a:spLocks noChangeShapeType="1"/>
          </p:cNvSpPr>
          <p:nvPr/>
        </p:nvSpPr>
        <p:spPr bwMode="auto">
          <a:xfrm flipH="1">
            <a:off x="28956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2" name="Line 48">
            <a:extLst>
              <a:ext uri="{FF2B5EF4-FFF2-40B4-BE49-F238E27FC236}">
                <a16:creationId xmlns:a16="http://schemas.microsoft.com/office/drawing/2014/main" id="{1DC40D74-8470-4E96-A170-F1878B457ED8}"/>
              </a:ext>
            </a:extLst>
          </p:cNvPr>
          <p:cNvSpPr>
            <a:spLocks noChangeShapeType="1"/>
          </p:cNvSpPr>
          <p:nvPr/>
        </p:nvSpPr>
        <p:spPr bwMode="auto">
          <a:xfrm>
            <a:off x="29718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3" name="Line 49">
            <a:extLst>
              <a:ext uri="{FF2B5EF4-FFF2-40B4-BE49-F238E27FC236}">
                <a16:creationId xmlns:a16="http://schemas.microsoft.com/office/drawing/2014/main" id="{B460707E-D175-44BB-8538-3D73007CA58C}"/>
              </a:ext>
            </a:extLst>
          </p:cNvPr>
          <p:cNvSpPr>
            <a:spLocks noChangeShapeType="1"/>
          </p:cNvSpPr>
          <p:nvPr/>
        </p:nvSpPr>
        <p:spPr bwMode="auto">
          <a:xfrm flipH="1">
            <a:off x="50292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4" name="Line 50">
            <a:extLst>
              <a:ext uri="{FF2B5EF4-FFF2-40B4-BE49-F238E27FC236}">
                <a16:creationId xmlns:a16="http://schemas.microsoft.com/office/drawing/2014/main" id="{75541FE1-523B-4B0A-95CD-FB7167BF9D4C}"/>
              </a:ext>
            </a:extLst>
          </p:cNvPr>
          <p:cNvSpPr>
            <a:spLocks noChangeShapeType="1"/>
          </p:cNvSpPr>
          <p:nvPr/>
        </p:nvSpPr>
        <p:spPr bwMode="auto">
          <a:xfrm flipH="1">
            <a:off x="60198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5" name="Line 51">
            <a:extLst>
              <a:ext uri="{FF2B5EF4-FFF2-40B4-BE49-F238E27FC236}">
                <a16:creationId xmlns:a16="http://schemas.microsoft.com/office/drawing/2014/main" id="{EDA85BBA-D092-4775-A41A-809D36613C44}"/>
              </a:ext>
            </a:extLst>
          </p:cNvPr>
          <p:cNvSpPr>
            <a:spLocks noChangeShapeType="1"/>
          </p:cNvSpPr>
          <p:nvPr/>
        </p:nvSpPr>
        <p:spPr bwMode="auto">
          <a:xfrm>
            <a:off x="60960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6" name="Line 52">
            <a:extLst>
              <a:ext uri="{FF2B5EF4-FFF2-40B4-BE49-F238E27FC236}">
                <a16:creationId xmlns:a16="http://schemas.microsoft.com/office/drawing/2014/main" id="{4D2551C0-A5B9-49AB-89D7-E14C8FD2D755}"/>
              </a:ext>
            </a:extLst>
          </p:cNvPr>
          <p:cNvSpPr>
            <a:spLocks noChangeShapeType="1"/>
          </p:cNvSpPr>
          <p:nvPr/>
        </p:nvSpPr>
        <p:spPr bwMode="auto">
          <a:xfrm flipH="1">
            <a:off x="81534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7" name="Line 53">
            <a:extLst>
              <a:ext uri="{FF2B5EF4-FFF2-40B4-BE49-F238E27FC236}">
                <a16:creationId xmlns:a16="http://schemas.microsoft.com/office/drawing/2014/main" id="{1003EEA3-40FF-4C05-A5A7-7B0E5E9EEBC5}"/>
              </a:ext>
            </a:extLst>
          </p:cNvPr>
          <p:cNvSpPr>
            <a:spLocks noChangeShapeType="1"/>
          </p:cNvSpPr>
          <p:nvPr/>
        </p:nvSpPr>
        <p:spPr bwMode="auto">
          <a:xfrm flipH="1">
            <a:off x="91440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68" name="Line 54">
            <a:extLst>
              <a:ext uri="{FF2B5EF4-FFF2-40B4-BE49-F238E27FC236}">
                <a16:creationId xmlns:a16="http://schemas.microsoft.com/office/drawing/2014/main" id="{CA3DA6F8-2966-4917-A09A-CA0553EF0E3A}"/>
              </a:ext>
            </a:extLst>
          </p:cNvPr>
          <p:cNvSpPr>
            <a:spLocks noChangeShapeType="1"/>
          </p:cNvSpPr>
          <p:nvPr/>
        </p:nvSpPr>
        <p:spPr bwMode="auto">
          <a:xfrm>
            <a:off x="92202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0269" name="Group 55">
            <a:extLst>
              <a:ext uri="{FF2B5EF4-FFF2-40B4-BE49-F238E27FC236}">
                <a16:creationId xmlns:a16="http://schemas.microsoft.com/office/drawing/2014/main" id="{3C8948C8-B825-46D7-A270-16B6AF500123}"/>
              </a:ext>
            </a:extLst>
          </p:cNvPr>
          <p:cNvGrpSpPr>
            <a:grpSpLocks/>
          </p:cNvGrpSpPr>
          <p:nvPr/>
        </p:nvGrpSpPr>
        <p:grpSpPr bwMode="auto">
          <a:xfrm>
            <a:off x="1524000" y="5943600"/>
            <a:ext cx="457200" cy="914400"/>
            <a:chOff x="2432" y="1328"/>
            <a:chExt cx="906" cy="2075"/>
          </a:xfrm>
        </p:grpSpPr>
        <p:sp>
          <p:nvSpPr>
            <p:cNvPr id="10355" name="Freeform 56">
              <a:extLst>
                <a:ext uri="{FF2B5EF4-FFF2-40B4-BE49-F238E27FC236}">
                  <a16:creationId xmlns:a16="http://schemas.microsoft.com/office/drawing/2014/main" id="{7F76F581-7A93-45F9-85E4-A2C96963023C}"/>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6" name="Freeform 57">
              <a:extLst>
                <a:ext uri="{FF2B5EF4-FFF2-40B4-BE49-F238E27FC236}">
                  <a16:creationId xmlns:a16="http://schemas.microsoft.com/office/drawing/2014/main" id="{8A6FC076-8CB1-467A-8440-E8E1EA9C09F4}"/>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7" name="Freeform 58">
              <a:extLst>
                <a:ext uri="{FF2B5EF4-FFF2-40B4-BE49-F238E27FC236}">
                  <a16:creationId xmlns:a16="http://schemas.microsoft.com/office/drawing/2014/main" id="{8EE2BCDA-97B8-4618-874B-3EA34F46F51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8" name="Freeform 59">
              <a:extLst>
                <a:ext uri="{FF2B5EF4-FFF2-40B4-BE49-F238E27FC236}">
                  <a16:creationId xmlns:a16="http://schemas.microsoft.com/office/drawing/2014/main" id="{520D94F3-B1C8-4AEC-B4FC-2A020F027DDD}"/>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9" name="Freeform 60">
              <a:extLst>
                <a:ext uri="{FF2B5EF4-FFF2-40B4-BE49-F238E27FC236}">
                  <a16:creationId xmlns:a16="http://schemas.microsoft.com/office/drawing/2014/main" id="{86C02D00-7ECC-4EF0-93E6-96A169D3889E}"/>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60" name="Freeform 61">
              <a:extLst>
                <a:ext uri="{FF2B5EF4-FFF2-40B4-BE49-F238E27FC236}">
                  <a16:creationId xmlns:a16="http://schemas.microsoft.com/office/drawing/2014/main" id="{16239A60-FCB9-41F9-8FC1-EFD45A166750}"/>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0" name="Group 62">
            <a:extLst>
              <a:ext uri="{FF2B5EF4-FFF2-40B4-BE49-F238E27FC236}">
                <a16:creationId xmlns:a16="http://schemas.microsoft.com/office/drawing/2014/main" id="{72F91D93-F151-4D4D-89F2-FDE4FE9148AC}"/>
              </a:ext>
            </a:extLst>
          </p:cNvPr>
          <p:cNvGrpSpPr>
            <a:grpSpLocks/>
          </p:cNvGrpSpPr>
          <p:nvPr/>
        </p:nvGrpSpPr>
        <p:grpSpPr bwMode="auto">
          <a:xfrm>
            <a:off x="2362200" y="5943600"/>
            <a:ext cx="457200" cy="914400"/>
            <a:chOff x="2432" y="1328"/>
            <a:chExt cx="906" cy="2075"/>
          </a:xfrm>
        </p:grpSpPr>
        <p:sp>
          <p:nvSpPr>
            <p:cNvPr id="10349" name="Freeform 63">
              <a:extLst>
                <a:ext uri="{FF2B5EF4-FFF2-40B4-BE49-F238E27FC236}">
                  <a16:creationId xmlns:a16="http://schemas.microsoft.com/office/drawing/2014/main" id="{F272F7DD-6B4D-4F13-A498-12C9019C1E4A}"/>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0" name="Freeform 64">
              <a:extLst>
                <a:ext uri="{FF2B5EF4-FFF2-40B4-BE49-F238E27FC236}">
                  <a16:creationId xmlns:a16="http://schemas.microsoft.com/office/drawing/2014/main" id="{6B319B83-9817-4355-B8D5-9910938149FF}"/>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1" name="Freeform 65">
              <a:extLst>
                <a:ext uri="{FF2B5EF4-FFF2-40B4-BE49-F238E27FC236}">
                  <a16:creationId xmlns:a16="http://schemas.microsoft.com/office/drawing/2014/main" id="{A2F7CD40-D9A6-49C1-8345-59835EFD8219}"/>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2" name="Freeform 66">
              <a:extLst>
                <a:ext uri="{FF2B5EF4-FFF2-40B4-BE49-F238E27FC236}">
                  <a16:creationId xmlns:a16="http://schemas.microsoft.com/office/drawing/2014/main" id="{CF02B5CB-9576-44B2-BC1A-C6D25722A5A5}"/>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3" name="Freeform 67">
              <a:extLst>
                <a:ext uri="{FF2B5EF4-FFF2-40B4-BE49-F238E27FC236}">
                  <a16:creationId xmlns:a16="http://schemas.microsoft.com/office/drawing/2014/main" id="{FDFCA1C0-A750-4F2B-AE59-02B90C78FACD}"/>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54" name="Freeform 68">
              <a:extLst>
                <a:ext uri="{FF2B5EF4-FFF2-40B4-BE49-F238E27FC236}">
                  <a16:creationId xmlns:a16="http://schemas.microsoft.com/office/drawing/2014/main" id="{3F32730A-A3EB-4E32-A1EE-DDFD006DB4E2}"/>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1" name="Group 69">
            <a:extLst>
              <a:ext uri="{FF2B5EF4-FFF2-40B4-BE49-F238E27FC236}">
                <a16:creationId xmlns:a16="http://schemas.microsoft.com/office/drawing/2014/main" id="{B983FA9A-62DA-4CEA-87AF-3F34A22F110A}"/>
              </a:ext>
            </a:extLst>
          </p:cNvPr>
          <p:cNvGrpSpPr>
            <a:grpSpLocks/>
          </p:cNvGrpSpPr>
          <p:nvPr/>
        </p:nvGrpSpPr>
        <p:grpSpPr bwMode="auto">
          <a:xfrm>
            <a:off x="3276600" y="5943600"/>
            <a:ext cx="457200" cy="914400"/>
            <a:chOff x="2432" y="1328"/>
            <a:chExt cx="906" cy="2075"/>
          </a:xfrm>
        </p:grpSpPr>
        <p:sp>
          <p:nvSpPr>
            <p:cNvPr id="10343" name="Freeform 70">
              <a:extLst>
                <a:ext uri="{FF2B5EF4-FFF2-40B4-BE49-F238E27FC236}">
                  <a16:creationId xmlns:a16="http://schemas.microsoft.com/office/drawing/2014/main" id="{0B4F427C-01A4-4FAA-B422-D4464E7F85FC}"/>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4" name="Freeform 71">
              <a:extLst>
                <a:ext uri="{FF2B5EF4-FFF2-40B4-BE49-F238E27FC236}">
                  <a16:creationId xmlns:a16="http://schemas.microsoft.com/office/drawing/2014/main" id="{733AB956-E998-4EA5-A2EA-1DD43FCC1FEA}"/>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5" name="Freeform 72">
              <a:extLst>
                <a:ext uri="{FF2B5EF4-FFF2-40B4-BE49-F238E27FC236}">
                  <a16:creationId xmlns:a16="http://schemas.microsoft.com/office/drawing/2014/main" id="{8687CEAA-C835-49F7-80F2-64B16942656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6" name="Freeform 73">
              <a:extLst>
                <a:ext uri="{FF2B5EF4-FFF2-40B4-BE49-F238E27FC236}">
                  <a16:creationId xmlns:a16="http://schemas.microsoft.com/office/drawing/2014/main" id="{83420460-F63A-4783-AD32-B94C966FE1ED}"/>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7" name="Freeform 74">
              <a:extLst>
                <a:ext uri="{FF2B5EF4-FFF2-40B4-BE49-F238E27FC236}">
                  <a16:creationId xmlns:a16="http://schemas.microsoft.com/office/drawing/2014/main" id="{ACCF4703-2F4B-40A2-A982-F35B894DD80D}"/>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8" name="Freeform 75">
              <a:extLst>
                <a:ext uri="{FF2B5EF4-FFF2-40B4-BE49-F238E27FC236}">
                  <a16:creationId xmlns:a16="http://schemas.microsoft.com/office/drawing/2014/main" id="{89DCFA95-3BF4-4B9A-9F66-2B67AA374257}"/>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2" name="Group 76">
            <a:extLst>
              <a:ext uri="{FF2B5EF4-FFF2-40B4-BE49-F238E27FC236}">
                <a16:creationId xmlns:a16="http://schemas.microsoft.com/office/drawing/2014/main" id="{93C56738-DA5A-4309-B446-1A8C1056E49B}"/>
              </a:ext>
            </a:extLst>
          </p:cNvPr>
          <p:cNvGrpSpPr>
            <a:grpSpLocks/>
          </p:cNvGrpSpPr>
          <p:nvPr/>
        </p:nvGrpSpPr>
        <p:grpSpPr bwMode="auto">
          <a:xfrm>
            <a:off x="4648200" y="5943600"/>
            <a:ext cx="457200" cy="914400"/>
            <a:chOff x="2432" y="1328"/>
            <a:chExt cx="906" cy="2075"/>
          </a:xfrm>
        </p:grpSpPr>
        <p:sp>
          <p:nvSpPr>
            <p:cNvPr id="10337" name="Freeform 77">
              <a:extLst>
                <a:ext uri="{FF2B5EF4-FFF2-40B4-BE49-F238E27FC236}">
                  <a16:creationId xmlns:a16="http://schemas.microsoft.com/office/drawing/2014/main" id="{56CA9B54-974C-464F-857E-D8E940FBCBDC}"/>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8" name="Freeform 78">
              <a:extLst>
                <a:ext uri="{FF2B5EF4-FFF2-40B4-BE49-F238E27FC236}">
                  <a16:creationId xmlns:a16="http://schemas.microsoft.com/office/drawing/2014/main" id="{C3D5761A-7A4F-4240-833E-CDDF3850E19A}"/>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9" name="Freeform 79">
              <a:extLst>
                <a:ext uri="{FF2B5EF4-FFF2-40B4-BE49-F238E27FC236}">
                  <a16:creationId xmlns:a16="http://schemas.microsoft.com/office/drawing/2014/main" id="{83DF4407-FE1E-4333-9C31-B954451CCF0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0" name="Freeform 80">
              <a:extLst>
                <a:ext uri="{FF2B5EF4-FFF2-40B4-BE49-F238E27FC236}">
                  <a16:creationId xmlns:a16="http://schemas.microsoft.com/office/drawing/2014/main" id="{EA4663E5-11BD-4C84-8DF2-49534651DFC8}"/>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1" name="Freeform 81">
              <a:extLst>
                <a:ext uri="{FF2B5EF4-FFF2-40B4-BE49-F238E27FC236}">
                  <a16:creationId xmlns:a16="http://schemas.microsoft.com/office/drawing/2014/main" id="{2F7E78AE-2E68-4CF9-9BBE-C11E2612CA98}"/>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42" name="Freeform 82">
              <a:extLst>
                <a:ext uri="{FF2B5EF4-FFF2-40B4-BE49-F238E27FC236}">
                  <a16:creationId xmlns:a16="http://schemas.microsoft.com/office/drawing/2014/main" id="{AA729CA4-3615-4FBB-A8D8-50657A884D88}"/>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3" name="Group 83">
            <a:extLst>
              <a:ext uri="{FF2B5EF4-FFF2-40B4-BE49-F238E27FC236}">
                <a16:creationId xmlns:a16="http://schemas.microsoft.com/office/drawing/2014/main" id="{FC669B8C-E4A6-4B42-9AAD-763E912A97C7}"/>
              </a:ext>
            </a:extLst>
          </p:cNvPr>
          <p:cNvGrpSpPr>
            <a:grpSpLocks/>
          </p:cNvGrpSpPr>
          <p:nvPr/>
        </p:nvGrpSpPr>
        <p:grpSpPr bwMode="auto">
          <a:xfrm>
            <a:off x="5562600" y="5943600"/>
            <a:ext cx="457200" cy="914400"/>
            <a:chOff x="2432" y="1328"/>
            <a:chExt cx="906" cy="2075"/>
          </a:xfrm>
        </p:grpSpPr>
        <p:sp>
          <p:nvSpPr>
            <p:cNvPr id="10331" name="Freeform 84">
              <a:extLst>
                <a:ext uri="{FF2B5EF4-FFF2-40B4-BE49-F238E27FC236}">
                  <a16:creationId xmlns:a16="http://schemas.microsoft.com/office/drawing/2014/main" id="{DC90F82A-F39F-4259-9D37-421C6BF2E0A9}"/>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2" name="Freeform 85">
              <a:extLst>
                <a:ext uri="{FF2B5EF4-FFF2-40B4-BE49-F238E27FC236}">
                  <a16:creationId xmlns:a16="http://schemas.microsoft.com/office/drawing/2014/main" id="{F6E1331C-E55E-4D58-961F-C00FB145D7F2}"/>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3" name="Freeform 86">
              <a:extLst>
                <a:ext uri="{FF2B5EF4-FFF2-40B4-BE49-F238E27FC236}">
                  <a16:creationId xmlns:a16="http://schemas.microsoft.com/office/drawing/2014/main" id="{B0677FA7-2AAB-421B-8A33-B82D692E366E}"/>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4" name="Freeform 87">
              <a:extLst>
                <a:ext uri="{FF2B5EF4-FFF2-40B4-BE49-F238E27FC236}">
                  <a16:creationId xmlns:a16="http://schemas.microsoft.com/office/drawing/2014/main" id="{1B05B6D6-6D4D-485C-A29D-0DBB6207E984}"/>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5" name="Freeform 88">
              <a:extLst>
                <a:ext uri="{FF2B5EF4-FFF2-40B4-BE49-F238E27FC236}">
                  <a16:creationId xmlns:a16="http://schemas.microsoft.com/office/drawing/2014/main" id="{2E76A6C5-615E-4AC0-82C6-222ED4BED076}"/>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6" name="Freeform 89">
              <a:extLst>
                <a:ext uri="{FF2B5EF4-FFF2-40B4-BE49-F238E27FC236}">
                  <a16:creationId xmlns:a16="http://schemas.microsoft.com/office/drawing/2014/main" id="{54687C43-E131-4353-8C92-D6F53F9917FB}"/>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4" name="Group 90">
            <a:extLst>
              <a:ext uri="{FF2B5EF4-FFF2-40B4-BE49-F238E27FC236}">
                <a16:creationId xmlns:a16="http://schemas.microsoft.com/office/drawing/2014/main" id="{D1CF78FD-EB4E-4546-AF34-6DAB7ECE0622}"/>
              </a:ext>
            </a:extLst>
          </p:cNvPr>
          <p:cNvGrpSpPr>
            <a:grpSpLocks/>
          </p:cNvGrpSpPr>
          <p:nvPr/>
        </p:nvGrpSpPr>
        <p:grpSpPr bwMode="auto">
          <a:xfrm>
            <a:off x="6477000" y="5943600"/>
            <a:ext cx="457200" cy="914400"/>
            <a:chOff x="2432" y="1328"/>
            <a:chExt cx="906" cy="2075"/>
          </a:xfrm>
        </p:grpSpPr>
        <p:sp>
          <p:nvSpPr>
            <p:cNvPr id="10325" name="Freeform 91">
              <a:extLst>
                <a:ext uri="{FF2B5EF4-FFF2-40B4-BE49-F238E27FC236}">
                  <a16:creationId xmlns:a16="http://schemas.microsoft.com/office/drawing/2014/main" id="{E5700505-C924-4490-BB29-178E9D6B97EA}"/>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6" name="Freeform 92">
              <a:extLst>
                <a:ext uri="{FF2B5EF4-FFF2-40B4-BE49-F238E27FC236}">
                  <a16:creationId xmlns:a16="http://schemas.microsoft.com/office/drawing/2014/main" id="{A2C6ABEE-5E8F-4A8C-96B6-DE1BD72C8AA4}"/>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7" name="Freeform 93">
              <a:extLst>
                <a:ext uri="{FF2B5EF4-FFF2-40B4-BE49-F238E27FC236}">
                  <a16:creationId xmlns:a16="http://schemas.microsoft.com/office/drawing/2014/main" id="{8C30CB15-1E5D-40FE-8792-C0E4361FF6B6}"/>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8" name="Freeform 94">
              <a:extLst>
                <a:ext uri="{FF2B5EF4-FFF2-40B4-BE49-F238E27FC236}">
                  <a16:creationId xmlns:a16="http://schemas.microsoft.com/office/drawing/2014/main" id="{1DF05ADA-DDC0-42BB-8ECB-18CB0A8F42C6}"/>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9" name="Freeform 95">
              <a:extLst>
                <a:ext uri="{FF2B5EF4-FFF2-40B4-BE49-F238E27FC236}">
                  <a16:creationId xmlns:a16="http://schemas.microsoft.com/office/drawing/2014/main" id="{4EC6D5F1-C695-4469-864C-29D95BBB47F9}"/>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30" name="Freeform 96">
              <a:extLst>
                <a:ext uri="{FF2B5EF4-FFF2-40B4-BE49-F238E27FC236}">
                  <a16:creationId xmlns:a16="http://schemas.microsoft.com/office/drawing/2014/main" id="{ED0A3951-2E77-4674-A70A-FDF2D55D086D}"/>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5" name="Group 97">
            <a:extLst>
              <a:ext uri="{FF2B5EF4-FFF2-40B4-BE49-F238E27FC236}">
                <a16:creationId xmlns:a16="http://schemas.microsoft.com/office/drawing/2014/main" id="{AF62BEB5-6FE5-4C9E-84A4-2CBB6F3CE361}"/>
              </a:ext>
            </a:extLst>
          </p:cNvPr>
          <p:cNvGrpSpPr>
            <a:grpSpLocks/>
          </p:cNvGrpSpPr>
          <p:nvPr/>
        </p:nvGrpSpPr>
        <p:grpSpPr bwMode="auto">
          <a:xfrm>
            <a:off x="7848600" y="5943600"/>
            <a:ext cx="457200" cy="914400"/>
            <a:chOff x="2432" y="1328"/>
            <a:chExt cx="906" cy="2075"/>
          </a:xfrm>
        </p:grpSpPr>
        <p:sp>
          <p:nvSpPr>
            <p:cNvPr id="10319" name="Freeform 98">
              <a:extLst>
                <a:ext uri="{FF2B5EF4-FFF2-40B4-BE49-F238E27FC236}">
                  <a16:creationId xmlns:a16="http://schemas.microsoft.com/office/drawing/2014/main" id="{35C422E0-B781-422D-A9FF-49C6A2DD868B}"/>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0" name="Freeform 99">
              <a:extLst>
                <a:ext uri="{FF2B5EF4-FFF2-40B4-BE49-F238E27FC236}">
                  <a16:creationId xmlns:a16="http://schemas.microsoft.com/office/drawing/2014/main" id="{F4199965-0617-486C-84D8-895790643283}"/>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1" name="Freeform 100">
              <a:extLst>
                <a:ext uri="{FF2B5EF4-FFF2-40B4-BE49-F238E27FC236}">
                  <a16:creationId xmlns:a16="http://schemas.microsoft.com/office/drawing/2014/main" id="{CFF8A441-3065-401F-842D-081D6A691A80}"/>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2" name="Freeform 101">
              <a:extLst>
                <a:ext uri="{FF2B5EF4-FFF2-40B4-BE49-F238E27FC236}">
                  <a16:creationId xmlns:a16="http://schemas.microsoft.com/office/drawing/2014/main" id="{AEDECB3B-D909-4E37-B80C-59738C512686}"/>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3" name="Freeform 102">
              <a:extLst>
                <a:ext uri="{FF2B5EF4-FFF2-40B4-BE49-F238E27FC236}">
                  <a16:creationId xmlns:a16="http://schemas.microsoft.com/office/drawing/2014/main" id="{D006D536-1F9F-4158-955E-CB8B82FA4412}"/>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24" name="Freeform 103">
              <a:extLst>
                <a:ext uri="{FF2B5EF4-FFF2-40B4-BE49-F238E27FC236}">
                  <a16:creationId xmlns:a16="http://schemas.microsoft.com/office/drawing/2014/main" id="{7C9973BB-71AC-472D-AE3F-4E946D78B439}"/>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6" name="Group 104">
            <a:extLst>
              <a:ext uri="{FF2B5EF4-FFF2-40B4-BE49-F238E27FC236}">
                <a16:creationId xmlns:a16="http://schemas.microsoft.com/office/drawing/2014/main" id="{31C09358-6DAB-4FF0-BE2E-CF1BF92CB77D}"/>
              </a:ext>
            </a:extLst>
          </p:cNvPr>
          <p:cNvGrpSpPr>
            <a:grpSpLocks/>
          </p:cNvGrpSpPr>
          <p:nvPr/>
        </p:nvGrpSpPr>
        <p:grpSpPr bwMode="auto">
          <a:xfrm>
            <a:off x="8763000" y="5943600"/>
            <a:ext cx="457200" cy="914400"/>
            <a:chOff x="2432" y="1328"/>
            <a:chExt cx="906" cy="2075"/>
          </a:xfrm>
        </p:grpSpPr>
        <p:sp>
          <p:nvSpPr>
            <p:cNvPr id="10313" name="Freeform 105">
              <a:extLst>
                <a:ext uri="{FF2B5EF4-FFF2-40B4-BE49-F238E27FC236}">
                  <a16:creationId xmlns:a16="http://schemas.microsoft.com/office/drawing/2014/main" id="{CE99CF29-97FB-4A1B-B938-5BB7AAB89A70}"/>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4" name="Freeform 106">
              <a:extLst>
                <a:ext uri="{FF2B5EF4-FFF2-40B4-BE49-F238E27FC236}">
                  <a16:creationId xmlns:a16="http://schemas.microsoft.com/office/drawing/2014/main" id="{996CE53D-034A-43B5-883F-696E3976F6CC}"/>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5" name="Freeform 107">
              <a:extLst>
                <a:ext uri="{FF2B5EF4-FFF2-40B4-BE49-F238E27FC236}">
                  <a16:creationId xmlns:a16="http://schemas.microsoft.com/office/drawing/2014/main" id="{18861928-5709-4E72-94DE-8D2B3CA17082}"/>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6" name="Freeform 108">
              <a:extLst>
                <a:ext uri="{FF2B5EF4-FFF2-40B4-BE49-F238E27FC236}">
                  <a16:creationId xmlns:a16="http://schemas.microsoft.com/office/drawing/2014/main" id="{15493426-B240-48AA-B54F-D16A47FCC1F4}"/>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7" name="Freeform 109">
              <a:extLst>
                <a:ext uri="{FF2B5EF4-FFF2-40B4-BE49-F238E27FC236}">
                  <a16:creationId xmlns:a16="http://schemas.microsoft.com/office/drawing/2014/main" id="{5AFE8998-8E79-46D0-8025-5CE4D1D33DA3}"/>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8" name="Freeform 110">
              <a:extLst>
                <a:ext uri="{FF2B5EF4-FFF2-40B4-BE49-F238E27FC236}">
                  <a16:creationId xmlns:a16="http://schemas.microsoft.com/office/drawing/2014/main" id="{D358EF1B-931B-4671-A040-A1714C6F994C}"/>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7" name="Group 111">
            <a:extLst>
              <a:ext uri="{FF2B5EF4-FFF2-40B4-BE49-F238E27FC236}">
                <a16:creationId xmlns:a16="http://schemas.microsoft.com/office/drawing/2014/main" id="{AC8670E0-3370-47FB-A29A-38913618EA2E}"/>
              </a:ext>
            </a:extLst>
          </p:cNvPr>
          <p:cNvGrpSpPr>
            <a:grpSpLocks/>
          </p:cNvGrpSpPr>
          <p:nvPr/>
        </p:nvGrpSpPr>
        <p:grpSpPr bwMode="auto">
          <a:xfrm>
            <a:off x="9677400" y="5943600"/>
            <a:ext cx="457200" cy="914400"/>
            <a:chOff x="2432" y="1328"/>
            <a:chExt cx="906" cy="2075"/>
          </a:xfrm>
        </p:grpSpPr>
        <p:sp>
          <p:nvSpPr>
            <p:cNvPr id="10307" name="Freeform 112">
              <a:extLst>
                <a:ext uri="{FF2B5EF4-FFF2-40B4-BE49-F238E27FC236}">
                  <a16:creationId xmlns:a16="http://schemas.microsoft.com/office/drawing/2014/main" id="{3F5B9E2F-DC93-4CD3-BAD9-5F9703B30413}"/>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8" name="Freeform 113">
              <a:extLst>
                <a:ext uri="{FF2B5EF4-FFF2-40B4-BE49-F238E27FC236}">
                  <a16:creationId xmlns:a16="http://schemas.microsoft.com/office/drawing/2014/main" id="{BE305058-79F0-4542-A119-F4BD3C11CDA7}"/>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9" name="Freeform 114">
              <a:extLst>
                <a:ext uri="{FF2B5EF4-FFF2-40B4-BE49-F238E27FC236}">
                  <a16:creationId xmlns:a16="http://schemas.microsoft.com/office/drawing/2014/main" id="{E3E62384-5E13-4834-8A78-20FFC1F5329B}"/>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0" name="Freeform 115">
              <a:extLst>
                <a:ext uri="{FF2B5EF4-FFF2-40B4-BE49-F238E27FC236}">
                  <a16:creationId xmlns:a16="http://schemas.microsoft.com/office/drawing/2014/main" id="{6BAC9444-361B-43D3-A720-C4B51C521557}"/>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1" name="Freeform 116">
              <a:extLst>
                <a:ext uri="{FF2B5EF4-FFF2-40B4-BE49-F238E27FC236}">
                  <a16:creationId xmlns:a16="http://schemas.microsoft.com/office/drawing/2014/main" id="{18E7271A-4B7C-4134-8F90-FA3182D9EC0B}"/>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12" name="Freeform 117">
              <a:extLst>
                <a:ext uri="{FF2B5EF4-FFF2-40B4-BE49-F238E27FC236}">
                  <a16:creationId xmlns:a16="http://schemas.microsoft.com/office/drawing/2014/main" id="{EF0C3E1C-77F1-45BD-BE8B-DF2A22A2157A}"/>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8" name="Group 118">
            <a:extLst>
              <a:ext uri="{FF2B5EF4-FFF2-40B4-BE49-F238E27FC236}">
                <a16:creationId xmlns:a16="http://schemas.microsoft.com/office/drawing/2014/main" id="{AC2018EB-B024-41BA-B178-37B85E5965F6}"/>
              </a:ext>
            </a:extLst>
          </p:cNvPr>
          <p:cNvGrpSpPr>
            <a:grpSpLocks/>
          </p:cNvGrpSpPr>
          <p:nvPr/>
        </p:nvGrpSpPr>
        <p:grpSpPr bwMode="auto">
          <a:xfrm>
            <a:off x="8077200" y="4191000"/>
            <a:ext cx="457200" cy="914400"/>
            <a:chOff x="2432" y="1328"/>
            <a:chExt cx="906" cy="2075"/>
          </a:xfrm>
        </p:grpSpPr>
        <p:sp>
          <p:nvSpPr>
            <p:cNvPr id="10301" name="Freeform 119">
              <a:extLst>
                <a:ext uri="{FF2B5EF4-FFF2-40B4-BE49-F238E27FC236}">
                  <a16:creationId xmlns:a16="http://schemas.microsoft.com/office/drawing/2014/main" id="{EDE5E73B-18C2-4A42-842A-A77A44EDD8D6}"/>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2" name="Freeform 120">
              <a:extLst>
                <a:ext uri="{FF2B5EF4-FFF2-40B4-BE49-F238E27FC236}">
                  <a16:creationId xmlns:a16="http://schemas.microsoft.com/office/drawing/2014/main" id="{1BF5B075-F626-4E3A-8578-0D2A6453029D}"/>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3" name="Freeform 121">
              <a:extLst>
                <a:ext uri="{FF2B5EF4-FFF2-40B4-BE49-F238E27FC236}">
                  <a16:creationId xmlns:a16="http://schemas.microsoft.com/office/drawing/2014/main" id="{03D9C7B5-55A2-4475-A5AA-7B345369BF8F}"/>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4" name="Freeform 122">
              <a:extLst>
                <a:ext uri="{FF2B5EF4-FFF2-40B4-BE49-F238E27FC236}">
                  <a16:creationId xmlns:a16="http://schemas.microsoft.com/office/drawing/2014/main" id="{35ED4D97-375A-4352-AB42-AFE980586266}"/>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5" name="Freeform 123">
              <a:extLst>
                <a:ext uri="{FF2B5EF4-FFF2-40B4-BE49-F238E27FC236}">
                  <a16:creationId xmlns:a16="http://schemas.microsoft.com/office/drawing/2014/main" id="{795BA86B-3FF3-47C4-AFFD-406A9E8F4692}"/>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6" name="Freeform 124">
              <a:extLst>
                <a:ext uri="{FF2B5EF4-FFF2-40B4-BE49-F238E27FC236}">
                  <a16:creationId xmlns:a16="http://schemas.microsoft.com/office/drawing/2014/main" id="{822698BB-15F6-44AA-A73A-0CB6611FB049}"/>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79" name="Group 125">
            <a:extLst>
              <a:ext uri="{FF2B5EF4-FFF2-40B4-BE49-F238E27FC236}">
                <a16:creationId xmlns:a16="http://schemas.microsoft.com/office/drawing/2014/main" id="{30FE0F88-7A2F-414C-B909-55738C56FECB}"/>
              </a:ext>
            </a:extLst>
          </p:cNvPr>
          <p:cNvGrpSpPr>
            <a:grpSpLocks/>
          </p:cNvGrpSpPr>
          <p:nvPr/>
        </p:nvGrpSpPr>
        <p:grpSpPr bwMode="auto">
          <a:xfrm>
            <a:off x="4876800" y="4191000"/>
            <a:ext cx="457200" cy="914400"/>
            <a:chOff x="2432" y="1328"/>
            <a:chExt cx="906" cy="2075"/>
          </a:xfrm>
        </p:grpSpPr>
        <p:sp>
          <p:nvSpPr>
            <p:cNvPr id="10295" name="Freeform 126">
              <a:extLst>
                <a:ext uri="{FF2B5EF4-FFF2-40B4-BE49-F238E27FC236}">
                  <a16:creationId xmlns:a16="http://schemas.microsoft.com/office/drawing/2014/main" id="{53FF3266-FB07-4DB1-AC6B-ABE7CCDA0399}"/>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6" name="Freeform 127">
              <a:extLst>
                <a:ext uri="{FF2B5EF4-FFF2-40B4-BE49-F238E27FC236}">
                  <a16:creationId xmlns:a16="http://schemas.microsoft.com/office/drawing/2014/main" id="{A808FE64-6114-4789-A22F-231D638AF1B1}"/>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7" name="Freeform 128">
              <a:extLst>
                <a:ext uri="{FF2B5EF4-FFF2-40B4-BE49-F238E27FC236}">
                  <a16:creationId xmlns:a16="http://schemas.microsoft.com/office/drawing/2014/main" id="{DD1A4BB8-5FF1-4A8A-BC44-83EFBF3D895D}"/>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8" name="Freeform 129">
              <a:extLst>
                <a:ext uri="{FF2B5EF4-FFF2-40B4-BE49-F238E27FC236}">
                  <a16:creationId xmlns:a16="http://schemas.microsoft.com/office/drawing/2014/main" id="{8E4F2B5B-0E9F-4C2A-B197-72D28A1884C6}"/>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9" name="Freeform 130">
              <a:extLst>
                <a:ext uri="{FF2B5EF4-FFF2-40B4-BE49-F238E27FC236}">
                  <a16:creationId xmlns:a16="http://schemas.microsoft.com/office/drawing/2014/main" id="{09A95B97-F045-46F0-A49A-05B40747DAA3}"/>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300" name="Freeform 131">
              <a:extLst>
                <a:ext uri="{FF2B5EF4-FFF2-40B4-BE49-F238E27FC236}">
                  <a16:creationId xmlns:a16="http://schemas.microsoft.com/office/drawing/2014/main" id="{C6D89AFD-E79F-4D36-BAB3-7EAE1423CAC8}"/>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80" name="Group 132">
            <a:extLst>
              <a:ext uri="{FF2B5EF4-FFF2-40B4-BE49-F238E27FC236}">
                <a16:creationId xmlns:a16="http://schemas.microsoft.com/office/drawing/2014/main" id="{A1204D51-9EF2-44BE-AD46-0D2A6A0DC7F1}"/>
              </a:ext>
            </a:extLst>
          </p:cNvPr>
          <p:cNvGrpSpPr>
            <a:grpSpLocks/>
          </p:cNvGrpSpPr>
          <p:nvPr/>
        </p:nvGrpSpPr>
        <p:grpSpPr bwMode="auto">
          <a:xfrm>
            <a:off x="1828800" y="4191000"/>
            <a:ext cx="457200" cy="914400"/>
            <a:chOff x="2432" y="1328"/>
            <a:chExt cx="906" cy="2075"/>
          </a:xfrm>
        </p:grpSpPr>
        <p:sp>
          <p:nvSpPr>
            <p:cNvPr id="10289" name="Freeform 133">
              <a:extLst>
                <a:ext uri="{FF2B5EF4-FFF2-40B4-BE49-F238E27FC236}">
                  <a16:creationId xmlns:a16="http://schemas.microsoft.com/office/drawing/2014/main" id="{0EEFAA33-E1E4-4FBF-B0E5-D8FC876D5949}"/>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0" name="Freeform 134">
              <a:extLst>
                <a:ext uri="{FF2B5EF4-FFF2-40B4-BE49-F238E27FC236}">
                  <a16:creationId xmlns:a16="http://schemas.microsoft.com/office/drawing/2014/main" id="{40EAC6AB-644D-4B1D-B47C-6DD4A6AF5E53}"/>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1" name="Freeform 135">
              <a:extLst>
                <a:ext uri="{FF2B5EF4-FFF2-40B4-BE49-F238E27FC236}">
                  <a16:creationId xmlns:a16="http://schemas.microsoft.com/office/drawing/2014/main" id="{AAAB1D9B-7416-4AB5-9C89-42C423D61D33}"/>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2" name="Freeform 136">
              <a:extLst>
                <a:ext uri="{FF2B5EF4-FFF2-40B4-BE49-F238E27FC236}">
                  <a16:creationId xmlns:a16="http://schemas.microsoft.com/office/drawing/2014/main" id="{0E198ABD-D7DD-42F4-9816-029477193767}"/>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3" name="Freeform 137">
              <a:extLst>
                <a:ext uri="{FF2B5EF4-FFF2-40B4-BE49-F238E27FC236}">
                  <a16:creationId xmlns:a16="http://schemas.microsoft.com/office/drawing/2014/main" id="{48971327-6DE6-43FE-BE88-E2D4257AEFA8}"/>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94" name="Freeform 138">
              <a:extLst>
                <a:ext uri="{FF2B5EF4-FFF2-40B4-BE49-F238E27FC236}">
                  <a16:creationId xmlns:a16="http://schemas.microsoft.com/office/drawing/2014/main" id="{B0E10E8F-CCBF-4EAA-A365-9622EDCCDB81}"/>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0281" name="Group 139">
            <a:extLst>
              <a:ext uri="{FF2B5EF4-FFF2-40B4-BE49-F238E27FC236}">
                <a16:creationId xmlns:a16="http://schemas.microsoft.com/office/drawing/2014/main" id="{19BC780F-0016-42F3-9F13-D013C3BCCA06}"/>
              </a:ext>
            </a:extLst>
          </p:cNvPr>
          <p:cNvGrpSpPr>
            <a:grpSpLocks/>
          </p:cNvGrpSpPr>
          <p:nvPr/>
        </p:nvGrpSpPr>
        <p:grpSpPr bwMode="auto">
          <a:xfrm>
            <a:off x="4953000" y="2133600"/>
            <a:ext cx="457200" cy="914400"/>
            <a:chOff x="2432" y="1328"/>
            <a:chExt cx="906" cy="2075"/>
          </a:xfrm>
        </p:grpSpPr>
        <p:sp>
          <p:nvSpPr>
            <p:cNvPr id="10283" name="Freeform 140">
              <a:extLst>
                <a:ext uri="{FF2B5EF4-FFF2-40B4-BE49-F238E27FC236}">
                  <a16:creationId xmlns:a16="http://schemas.microsoft.com/office/drawing/2014/main" id="{111D0E2C-C47B-40F8-A35B-F7E43627FE69}"/>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84" name="Freeform 141">
              <a:extLst>
                <a:ext uri="{FF2B5EF4-FFF2-40B4-BE49-F238E27FC236}">
                  <a16:creationId xmlns:a16="http://schemas.microsoft.com/office/drawing/2014/main" id="{4AE974FF-2AEE-49E2-A9A3-47F779DC4B9C}"/>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85" name="Freeform 142">
              <a:extLst>
                <a:ext uri="{FF2B5EF4-FFF2-40B4-BE49-F238E27FC236}">
                  <a16:creationId xmlns:a16="http://schemas.microsoft.com/office/drawing/2014/main" id="{D867777C-57CF-4697-84C8-59581E9A7D0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86" name="Freeform 143">
              <a:extLst>
                <a:ext uri="{FF2B5EF4-FFF2-40B4-BE49-F238E27FC236}">
                  <a16:creationId xmlns:a16="http://schemas.microsoft.com/office/drawing/2014/main" id="{69F39E67-94CF-4434-AA3D-CC4FF6B73DE1}"/>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87" name="Freeform 144">
              <a:extLst>
                <a:ext uri="{FF2B5EF4-FFF2-40B4-BE49-F238E27FC236}">
                  <a16:creationId xmlns:a16="http://schemas.microsoft.com/office/drawing/2014/main" id="{2926F9A6-289F-48DE-94BE-67B6C86C02CA}"/>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0288" name="Freeform 145">
              <a:extLst>
                <a:ext uri="{FF2B5EF4-FFF2-40B4-BE49-F238E27FC236}">
                  <a16:creationId xmlns:a16="http://schemas.microsoft.com/office/drawing/2014/main" id="{61AAC01A-197A-4884-A39E-184DE1FD297A}"/>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10282" name="Text Box 146">
            <a:extLst>
              <a:ext uri="{FF2B5EF4-FFF2-40B4-BE49-F238E27FC236}">
                <a16:creationId xmlns:a16="http://schemas.microsoft.com/office/drawing/2014/main" id="{AA01BAF8-02CD-473F-BA5B-B7630246F28F}"/>
              </a:ext>
            </a:extLst>
          </p:cNvPr>
          <p:cNvSpPr txBox="1">
            <a:spLocks noChangeArrowheads="1"/>
          </p:cNvSpPr>
          <p:nvPr/>
        </p:nvSpPr>
        <p:spPr bwMode="auto">
          <a:xfrm>
            <a:off x="7391400" y="762000"/>
            <a:ext cx="304800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One Friend for each stack frame.</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Each worries </a:t>
            </a:r>
            <a:r>
              <a:rPr kumimoji="0" lang="en-US" altLang="zh-TW" sz="2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only</a:t>
            </a: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 about his job.  </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a:extLst>
              <a:ext uri="{FF2B5EF4-FFF2-40B4-BE49-F238E27FC236}">
                <a16:creationId xmlns:a16="http://schemas.microsoft.com/office/drawing/2014/main" id="{137D448F-E825-477C-9830-0AA607F87023}"/>
              </a:ext>
            </a:extLst>
          </p:cNvPr>
          <p:cNvGrpSpPr>
            <a:grpSpLocks/>
          </p:cNvGrpSpPr>
          <p:nvPr/>
        </p:nvGrpSpPr>
        <p:grpSpPr bwMode="auto">
          <a:xfrm>
            <a:off x="5181601" y="990600"/>
            <a:ext cx="1768475" cy="1676400"/>
            <a:chOff x="2352" y="624"/>
            <a:chExt cx="1114" cy="1056"/>
          </a:xfrm>
        </p:grpSpPr>
        <p:sp>
          <p:nvSpPr>
            <p:cNvPr id="12434" name="Rectangle 3">
              <a:extLst>
                <a:ext uri="{FF2B5EF4-FFF2-40B4-BE49-F238E27FC236}">
                  <a16:creationId xmlns:a16="http://schemas.microsoft.com/office/drawing/2014/main" id="{45A7E415-AEE1-4DD4-A0C1-8654F8051EC5}"/>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35" name="Text Box 4">
              <a:extLst>
                <a:ext uri="{FF2B5EF4-FFF2-40B4-BE49-F238E27FC236}">
                  <a16:creationId xmlns:a16="http://schemas.microsoft.com/office/drawing/2014/main" id="{91C4DCCB-708A-470F-931E-ED690D983E7B}"/>
                </a:ext>
              </a:extLst>
            </p:cNvPr>
            <p:cNvSpPr txBox="1">
              <a:spLocks noChangeArrowheads="1"/>
            </p:cNvSpPr>
            <p:nvPr/>
          </p:nvSpPr>
          <p:spPr bwMode="auto">
            <a:xfrm>
              <a:off x="2400" y="624"/>
              <a:ext cx="1066"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2133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2312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483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396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1890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4931496</a:t>
              </a:r>
            </a:p>
          </p:txBody>
        </p:sp>
      </p:grpSp>
      <p:grpSp>
        <p:nvGrpSpPr>
          <p:cNvPr id="12291" name="Group 5">
            <a:extLst>
              <a:ext uri="{FF2B5EF4-FFF2-40B4-BE49-F238E27FC236}">
                <a16:creationId xmlns:a16="http://schemas.microsoft.com/office/drawing/2014/main" id="{6BDE5344-DE6E-4A59-8FD6-16E3AE557B03}"/>
              </a:ext>
            </a:extLst>
          </p:cNvPr>
          <p:cNvGrpSpPr>
            <a:grpSpLocks/>
          </p:cNvGrpSpPr>
          <p:nvPr/>
        </p:nvGrpSpPr>
        <p:grpSpPr bwMode="auto">
          <a:xfrm>
            <a:off x="2133600" y="3124200"/>
            <a:ext cx="1676400" cy="1676400"/>
            <a:chOff x="2352" y="624"/>
            <a:chExt cx="1056" cy="1056"/>
          </a:xfrm>
        </p:grpSpPr>
        <p:sp>
          <p:nvSpPr>
            <p:cNvPr id="12432" name="Rectangle 6">
              <a:extLst>
                <a:ext uri="{FF2B5EF4-FFF2-40B4-BE49-F238E27FC236}">
                  <a16:creationId xmlns:a16="http://schemas.microsoft.com/office/drawing/2014/main" id="{00B83821-2F26-426A-97D5-48392B3CC115}"/>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33" name="Text Box 7">
              <a:extLst>
                <a:ext uri="{FF2B5EF4-FFF2-40B4-BE49-F238E27FC236}">
                  <a16:creationId xmlns:a16="http://schemas.microsoft.com/office/drawing/2014/main" id="{34B4948C-5DD0-410F-AE05-34117493FBA4}"/>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483</a:t>
              </a:r>
            </a:p>
          </p:txBody>
        </p:sp>
      </p:grpSp>
      <p:grpSp>
        <p:nvGrpSpPr>
          <p:cNvPr id="12292" name="Group 8">
            <a:extLst>
              <a:ext uri="{FF2B5EF4-FFF2-40B4-BE49-F238E27FC236}">
                <a16:creationId xmlns:a16="http://schemas.microsoft.com/office/drawing/2014/main" id="{451B87AC-C184-4C1F-86D7-560E3C713EDD}"/>
              </a:ext>
            </a:extLst>
          </p:cNvPr>
          <p:cNvGrpSpPr>
            <a:grpSpLocks/>
          </p:cNvGrpSpPr>
          <p:nvPr/>
        </p:nvGrpSpPr>
        <p:grpSpPr bwMode="auto">
          <a:xfrm>
            <a:off x="5181600" y="3124200"/>
            <a:ext cx="1676400" cy="1676400"/>
            <a:chOff x="2352" y="624"/>
            <a:chExt cx="1056" cy="1056"/>
          </a:xfrm>
        </p:grpSpPr>
        <p:sp>
          <p:nvSpPr>
            <p:cNvPr id="12430" name="Rectangle 9">
              <a:extLst>
                <a:ext uri="{FF2B5EF4-FFF2-40B4-BE49-F238E27FC236}">
                  <a16:creationId xmlns:a16="http://schemas.microsoft.com/office/drawing/2014/main" id="{BD3F6307-5438-4FD1-9262-C81B19396CD5}"/>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31" name="Text Box 10">
              <a:extLst>
                <a:ext uri="{FF2B5EF4-FFF2-40B4-BE49-F238E27FC236}">
                  <a16:creationId xmlns:a16="http://schemas.microsoft.com/office/drawing/2014/main" id="{656F9DAF-4F35-4199-B013-7BEE40937DB4}"/>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396</a:t>
              </a:r>
            </a:p>
          </p:txBody>
        </p:sp>
      </p:grpSp>
      <p:grpSp>
        <p:nvGrpSpPr>
          <p:cNvPr id="12293" name="Group 11">
            <a:extLst>
              <a:ext uri="{FF2B5EF4-FFF2-40B4-BE49-F238E27FC236}">
                <a16:creationId xmlns:a16="http://schemas.microsoft.com/office/drawing/2014/main" id="{FB8462EA-F26E-4320-8A49-35D221A52494}"/>
              </a:ext>
            </a:extLst>
          </p:cNvPr>
          <p:cNvGrpSpPr>
            <a:grpSpLocks/>
          </p:cNvGrpSpPr>
          <p:nvPr/>
        </p:nvGrpSpPr>
        <p:grpSpPr bwMode="auto">
          <a:xfrm>
            <a:off x="8382000" y="3124200"/>
            <a:ext cx="1676400" cy="1676400"/>
            <a:chOff x="2352" y="624"/>
            <a:chExt cx="1056" cy="1056"/>
          </a:xfrm>
        </p:grpSpPr>
        <p:sp>
          <p:nvSpPr>
            <p:cNvPr id="12428" name="Rectangle 12">
              <a:extLst>
                <a:ext uri="{FF2B5EF4-FFF2-40B4-BE49-F238E27FC236}">
                  <a16:creationId xmlns:a16="http://schemas.microsoft.com/office/drawing/2014/main" id="{D1086FC8-8E08-491C-8468-3D4F9CCC1BA9}"/>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29" name="Text Box 13">
              <a:extLst>
                <a:ext uri="{FF2B5EF4-FFF2-40B4-BE49-F238E27FC236}">
                  <a16:creationId xmlns:a16="http://schemas.microsoft.com/office/drawing/2014/main" id="{9B617D6D-1496-4DC5-BDF6-514D476411F5}"/>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54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20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72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1890</a:t>
              </a:r>
            </a:p>
          </p:txBody>
        </p:sp>
      </p:grpSp>
      <p:grpSp>
        <p:nvGrpSpPr>
          <p:cNvPr id="12294" name="Group 14">
            <a:extLst>
              <a:ext uri="{FF2B5EF4-FFF2-40B4-BE49-F238E27FC236}">
                <a16:creationId xmlns:a16="http://schemas.microsoft.com/office/drawing/2014/main" id="{FE0B2E43-BD80-4CE2-8C98-94A416948BE8}"/>
              </a:ext>
            </a:extLst>
          </p:cNvPr>
          <p:cNvGrpSpPr>
            <a:grpSpLocks/>
          </p:cNvGrpSpPr>
          <p:nvPr/>
        </p:nvGrpSpPr>
        <p:grpSpPr bwMode="auto">
          <a:xfrm>
            <a:off x="1600200" y="5410200"/>
            <a:ext cx="768350" cy="914400"/>
            <a:chOff x="1968" y="3072"/>
            <a:chExt cx="484" cy="576"/>
          </a:xfrm>
        </p:grpSpPr>
        <p:sp>
          <p:nvSpPr>
            <p:cNvPr id="12426" name="Rectangle 15">
              <a:extLst>
                <a:ext uri="{FF2B5EF4-FFF2-40B4-BE49-F238E27FC236}">
                  <a16:creationId xmlns:a16="http://schemas.microsoft.com/office/drawing/2014/main" id="{1CEE7E4A-1CA1-4CB2-8230-B392E7EAD78C}"/>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27" name="Text Box 16">
              <a:extLst>
                <a:ext uri="{FF2B5EF4-FFF2-40B4-BE49-F238E27FC236}">
                  <a16:creationId xmlns:a16="http://schemas.microsoft.com/office/drawing/2014/main" id="{6E797F6F-331D-4D99-9A9E-653BE6A5A725}"/>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XY=4</a:t>
              </a:r>
            </a:p>
          </p:txBody>
        </p:sp>
      </p:grpSp>
      <p:grpSp>
        <p:nvGrpSpPr>
          <p:cNvPr id="12295" name="Group 17">
            <a:extLst>
              <a:ext uri="{FF2B5EF4-FFF2-40B4-BE49-F238E27FC236}">
                <a16:creationId xmlns:a16="http://schemas.microsoft.com/office/drawing/2014/main" id="{06F87B1E-9FA8-42EE-A1CB-DB82023318A7}"/>
              </a:ext>
            </a:extLst>
          </p:cNvPr>
          <p:cNvGrpSpPr>
            <a:grpSpLocks/>
          </p:cNvGrpSpPr>
          <p:nvPr/>
        </p:nvGrpSpPr>
        <p:grpSpPr bwMode="auto">
          <a:xfrm>
            <a:off x="2514600" y="5410200"/>
            <a:ext cx="768350" cy="914400"/>
            <a:chOff x="1968" y="3072"/>
            <a:chExt cx="484" cy="576"/>
          </a:xfrm>
        </p:grpSpPr>
        <p:sp>
          <p:nvSpPr>
            <p:cNvPr id="12424" name="Rectangle 18">
              <a:extLst>
                <a:ext uri="{FF2B5EF4-FFF2-40B4-BE49-F238E27FC236}">
                  <a16:creationId xmlns:a16="http://schemas.microsoft.com/office/drawing/2014/main" id="{960FED8C-064D-482D-A24C-4A64F7416A5A}"/>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25" name="Text Box 19">
              <a:extLst>
                <a:ext uri="{FF2B5EF4-FFF2-40B4-BE49-F238E27FC236}">
                  <a16:creationId xmlns:a16="http://schemas.microsoft.com/office/drawing/2014/main" id="{7441F1F0-A91E-41D4-903C-FA691C56CE54}"/>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12296" name="Group 20">
            <a:extLst>
              <a:ext uri="{FF2B5EF4-FFF2-40B4-BE49-F238E27FC236}">
                <a16:creationId xmlns:a16="http://schemas.microsoft.com/office/drawing/2014/main" id="{68375D01-D1DA-4227-849E-9FBFA3958CDF}"/>
              </a:ext>
            </a:extLst>
          </p:cNvPr>
          <p:cNvGrpSpPr>
            <a:grpSpLocks/>
          </p:cNvGrpSpPr>
          <p:nvPr/>
        </p:nvGrpSpPr>
        <p:grpSpPr bwMode="auto">
          <a:xfrm>
            <a:off x="3429000" y="5410200"/>
            <a:ext cx="869950" cy="914400"/>
            <a:chOff x="1968" y="3072"/>
            <a:chExt cx="548" cy="576"/>
          </a:xfrm>
        </p:grpSpPr>
        <p:sp>
          <p:nvSpPr>
            <p:cNvPr id="12422" name="Rectangle 21">
              <a:extLst>
                <a:ext uri="{FF2B5EF4-FFF2-40B4-BE49-F238E27FC236}">
                  <a16:creationId xmlns:a16="http://schemas.microsoft.com/office/drawing/2014/main" id="{E9E0BB30-0228-41CD-9A4C-9EFC7CA37A66}"/>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23" name="Text Box 22">
              <a:extLst>
                <a:ext uri="{FF2B5EF4-FFF2-40B4-BE49-F238E27FC236}">
                  <a16:creationId xmlns:a16="http://schemas.microsoft.com/office/drawing/2014/main" id="{1E7F2184-21AF-41A4-85CE-008C49A9B2FD}"/>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12297" name="Group 23">
            <a:extLst>
              <a:ext uri="{FF2B5EF4-FFF2-40B4-BE49-F238E27FC236}">
                <a16:creationId xmlns:a16="http://schemas.microsoft.com/office/drawing/2014/main" id="{58F09C4C-125C-456F-B35A-706E1E7CFF5D}"/>
              </a:ext>
            </a:extLst>
          </p:cNvPr>
          <p:cNvGrpSpPr>
            <a:grpSpLocks/>
          </p:cNvGrpSpPr>
          <p:nvPr/>
        </p:nvGrpSpPr>
        <p:grpSpPr bwMode="auto">
          <a:xfrm>
            <a:off x="4800600" y="5410200"/>
            <a:ext cx="768350" cy="914400"/>
            <a:chOff x="1968" y="3072"/>
            <a:chExt cx="484" cy="576"/>
          </a:xfrm>
        </p:grpSpPr>
        <p:sp>
          <p:nvSpPr>
            <p:cNvPr id="12420" name="Rectangle 24">
              <a:extLst>
                <a:ext uri="{FF2B5EF4-FFF2-40B4-BE49-F238E27FC236}">
                  <a16:creationId xmlns:a16="http://schemas.microsoft.com/office/drawing/2014/main" id="{7E90F73D-FC64-4F4C-B5D6-7734DF361072}"/>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21" name="Text Box 25">
              <a:extLst>
                <a:ext uri="{FF2B5EF4-FFF2-40B4-BE49-F238E27FC236}">
                  <a16:creationId xmlns:a16="http://schemas.microsoft.com/office/drawing/2014/main" id="{A54B467B-A53B-461E-8C12-9A8BA8DB10DD}"/>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12298" name="Group 26">
            <a:extLst>
              <a:ext uri="{FF2B5EF4-FFF2-40B4-BE49-F238E27FC236}">
                <a16:creationId xmlns:a16="http://schemas.microsoft.com/office/drawing/2014/main" id="{FD343587-1751-4BC9-BB2C-3A37F40DAE85}"/>
              </a:ext>
            </a:extLst>
          </p:cNvPr>
          <p:cNvGrpSpPr>
            <a:grpSpLocks/>
          </p:cNvGrpSpPr>
          <p:nvPr/>
        </p:nvGrpSpPr>
        <p:grpSpPr bwMode="auto">
          <a:xfrm>
            <a:off x="5715000" y="5410200"/>
            <a:ext cx="768350" cy="914400"/>
            <a:chOff x="1968" y="3072"/>
            <a:chExt cx="484" cy="576"/>
          </a:xfrm>
        </p:grpSpPr>
        <p:sp>
          <p:nvSpPr>
            <p:cNvPr id="12418" name="Rectangle 27">
              <a:extLst>
                <a:ext uri="{FF2B5EF4-FFF2-40B4-BE49-F238E27FC236}">
                  <a16:creationId xmlns:a16="http://schemas.microsoft.com/office/drawing/2014/main" id="{7874E594-E61D-4E39-BA04-DD3C49517B1E}"/>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19" name="Text Box 28">
              <a:extLst>
                <a:ext uri="{FF2B5EF4-FFF2-40B4-BE49-F238E27FC236}">
                  <a16:creationId xmlns:a16="http://schemas.microsoft.com/office/drawing/2014/main" id="{D4224735-E17E-4A96-BC26-AAD558349DC0}"/>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XY=6</a:t>
              </a:r>
            </a:p>
          </p:txBody>
        </p:sp>
      </p:grpSp>
      <p:grpSp>
        <p:nvGrpSpPr>
          <p:cNvPr id="12299" name="Group 29">
            <a:extLst>
              <a:ext uri="{FF2B5EF4-FFF2-40B4-BE49-F238E27FC236}">
                <a16:creationId xmlns:a16="http://schemas.microsoft.com/office/drawing/2014/main" id="{E23E585E-BAF3-46D1-8B28-A32CD01AF10E}"/>
              </a:ext>
            </a:extLst>
          </p:cNvPr>
          <p:cNvGrpSpPr>
            <a:grpSpLocks/>
          </p:cNvGrpSpPr>
          <p:nvPr/>
        </p:nvGrpSpPr>
        <p:grpSpPr bwMode="auto">
          <a:xfrm>
            <a:off x="6629400" y="5410200"/>
            <a:ext cx="869950" cy="914400"/>
            <a:chOff x="1968" y="3072"/>
            <a:chExt cx="548" cy="576"/>
          </a:xfrm>
        </p:grpSpPr>
        <p:sp>
          <p:nvSpPr>
            <p:cNvPr id="12416" name="Rectangle 30">
              <a:extLst>
                <a:ext uri="{FF2B5EF4-FFF2-40B4-BE49-F238E27FC236}">
                  <a16:creationId xmlns:a16="http://schemas.microsoft.com/office/drawing/2014/main" id="{ACCA4099-704C-4554-9A13-4885310E0B8D}"/>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17" name="Text Box 31">
              <a:extLst>
                <a:ext uri="{FF2B5EF4-FFF2-40B4-BE49-F238E27FC236}">
                  <a16:creationId xmlns:a16="http://schemas.microsoft.com/office/drawing/2014/main" id="{C2729EB9-CD58-43E6-A49A-37BE2DD84D0E}"/>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XY=18</a:t>
              </a:r>
            </a:p>
          </p:txBody>
        </p:sp>
      </p:grpSp>
      <p:grpSp>
        <p:nvGrpSpPr>
          <p:cNvPr id="12300" name="Group 32">
            <a:extLst>
              <a:ext uri="{FF2B5EF4-FFF2-40B4-BE49-F238E27FC236}">
                <a16:creationId xmlns:a16="http://schemas.microsoft.com/office/drawing/2014/main" id="{569CC2FF-7863-4452-8850-D88B933F8C7C}"/>
              </a:ext>
            </a:extLst>
          </p:cNvPr>
          <p:cNvGrpSpPr>
            <a:grpSpLocks/>
          </p:cNvGrpSpPr>
          <p:nvPr/>
        </p:nvGrpSpPr>
        <p:grpSpPr bwMode="auto">
          <a:xfrm>
            <a:off x="7994650" y="5410200"/>
            <a:ext cx="869950" cy="914400"/>
            <a:chOff x="1968" y="3072"/>
            <a:chExt cx="548" cy="576"/>
          </a:xfrm>
        </p:grpSpPr>
        <p:sp>
          <p:nvSpPr>
            <p:cNvPr id="12414" name="Rectangle 33">
              <a:extLst>
                <a:ext uri="{FF2B5EF4-FFF2-40B4-BE49-F238E27FC236}">
                  <a16:creationId xmlns:a16="http://schemas.microsoft.com/office/drawing/2014/main" id="{2C4EC049-C499-4341-BB71-764383D875B7}"/>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15" name="Text Box 34">
              <a:extLst>
                <a:ext uri="{FF2B5EF4-FFF2-40B4-BE49-F238E27FC236}">
                  <a16:creationId xmlns:a16="http://schemas.microsoft.com/office/drawing/2014/main" id="{41A3FCF8-C564-497E-8F61-6819DA879113}"/>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12301" name="Group 35">
            <a:extLst>
              <a:ext uri="{FF2B5EF4-FFF2-40B4-BE49-F238E27FC236}">
                <a16:creationId xmlns:a16="http://schemas.microsoft.com/office/drawing/2014/main" id="{DE70653E-C734-44A1-8442-F2291B289CC7}"/>
              </a:ext>
            </a:extLst>
          </p:cNvPr>
          <p:cNvGrpSpPr>
            <a:grpSpLocks/>
          </p:cNvGrpSpPr>
          <p:nvPr/>
        </p:nvGrpSpPr>
        <p:grpSpPr bwMode="auto">
          <a:xfrm>
            <a:off x="8909050" y="5410200"/>
            <a:ext cx="869950" cy="914400"/>
            <a:chOff x="1968" y="3072"/>
            <a:chExt cx="548" cy="576"/>
          </a:xfrm>
        </p:grpSpPr>
        <p:sp>
          <p:nvSpPr>
            <p:cNvPr id="12412" name="Rectangle 36">
              <a:extLst>
                <a:ext uri="{FF2B5EF4-FFF2-40B4-BE49-F238E27FC236}">
                  <a16:creationId xmlns:a16="http://schemas.microsoft.com/office/drawing/2014/main" id="{502F138C-01CD-4321-A2DA-6BA72C80F78D}"/>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13" name="Text Box 37">
              <a:extLst>
                <a:ext uri="{FF2B5EF4-FFF2-40B4-BE49-F238E27FC236}">
                  <a16:creationId xmlns:a16="http://schemas.microsoft.com/office/drawing/2014/main" id="{291304F0-9B49-41C9-974B-F92F6F3D568C}"/>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XY=20</a:t>
              </a:r>
            </a:p>
          </p:txBody>
        </p:sp>
      </p:grpSp>
      <p:grpSp>
        <p:nvGrpSpPr>
          <p:cNvPr id="12302" name="Group 38">
            <a:extLst>
              <a:ext uri="{FF2B5EF4-FFF2-40B4-BE49-F238E27FC236}">
                <a16:creationId xmlns:a16="http://schemas.microsoft.com/office/drawing/2014/main" id="{8E3B8C7D-571B-41F4-904F-BAFA4A1EEDF3}"/>
              </a:ext>
            </a:extLst>
          </p:cNvPr>
          <p:cNvGrpSpPr>
            <a:grpSpLocks/>
          </p:cNvGrpSpPr>
          <p:nvPr/>
        </p:nvGrpSpPr>
        <p:grpSpPr bwMode="auto">
          <a:xfrm>
            <a:off x="9823450" y="5410200"/>
            <a:ext cx="869950" cy="914400"/>
            <a:chOff x="1968" y="3072"/>
            <a:chExt cx="548" cy="576"/>
          </a:xfrm>
        </p:grpSpPr>
        <p:sp>
          <p:nvSpPr>
            <p:cNvPr id="12410" name="Rectangle 39">
              <a:extLst>
                <a:ext uri="{FF2B5EF4-FFF2-40B4-BE49-F238E27FC236}">
                  <a16:creationId xmlns:a16="http://schemas.microsoft.com/office/drawing/2014/main" id="{DDA73094-B9B5-409E-96AF-24C7A7290FE9}"/>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11" name="Text Box 40">
              <a:extLst>
                <a:ext uri="{FF2B5EF4-FFF2-40B4-BE49-F238E27FC236}">
                  <a16:creationId xmlns:a16="http://schemas.microsoft.com/office/drawing/2014/main" id="{8FD75FCD-57E8-44AF-B342-CFE5AD7FA397}"/>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9</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XY=72</a:t>
              </a:r>
            </a:p>
          </p:txBody>
        </p:sp>
      </p:grpSp>
      <p:sp>
        <p:nvSpPr>
          <p:cNvPr id="12303" name="Text Box 41">
            <a:extLst>
              <a:ext uri="{FF2B5EF4-FFF2-40B4-BE49-F238E27FC236}">
                <a16:creationId xmlns:a16="http://schemas.microsoft.com/office/drawing/2014/main" id="{332DBCE0-9DE3-41DC-B891-4757C2DA6BF7}"/>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12304" name="Rectangle 42">
            <a:extLst>
              <a:ext uri="{FF2B5EF4-FFF2-40B4-BE49-F238E27FC236}">
                <a16:creationId xmlns:a16="http://schemas.microsoft.com/office/drawing/2014/main" id="{4353D04D-6D50-489F-A123-13D24C3557BE}"/>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12305" name="Line 43">
            <a:extLst>
              <a:ext uri="{FF2B5EF4-FFF2-40B4-BE49-F238E27FC236}">
                <a16:creationId xmlns:a16="http://schemas.microsoft.com/office/drawing/2014/main" id="{1A1620BB-9BF3-4A1C-9EC7-AA269A82FAAD}"/>
              </a:ext>
            </a:extLst>
          </p:cNvPr>
          <p:cNvSpPr>
            <a:spLocks noChangeShapeType="1"/>
          </p:cNvSpPr>
          <p:nvPr/>
        </p:nvSpPr>
        <p:spPr bwMode="auto">
          <a:xfrm>
            <a:off x="5943600" y="2667000"/>
            <a:ext cx="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06" name="Line 44">
            <a:extLst>
              <a:ext uri="{FF2B5EF4-FFF2-40B4-BE49-F238E27FC236}">
                <a16:creationId xmlns:a16="http://schemas.microsoft.com/office/drawing/2014/main" id="{BC915157-D0C4-4E34-8798-2BB209FADBBD}"/>
              </a:ext>
            </a:extLst>
          </p:cNvPr>
          <p:cNvSpPr>
            <a:spLocks noChangeShapeType="1"/>
          </p:cNvSpPr>
          <p:nvPr/>
        </p:nvSpPr>
        <p:spPr bwMode="auto">
          <a:xfrm>
            <a:off x="5943600" y="2667000"/>
            <a:ext cx="32004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07" name="Line 45">
            <a:extLst>
              <a:ext uri="{FF2B5EF4-FFF2-40B4-BE49-F238E27FC236}">
                <a16:creationId xmlns:a16="http://schemas.microsoft.com/office/drawing/2014/main" id="{7397D0C5-1BCC-4D2A-8977-FCE30D9FE48B}"/>
              </a:ext>
            </a:extLst>
          </p:cNvPr>
          <p:cNvSpPr>
            <a:spLocks noChangeShapeType="1"/>
          </p:cNvSpPr>
          <p:nvPr/>
        </p:nvSpPr>
        <p:spPr bwMode="auto">
          <a:xfrm flipH="1">
            <a:off x="2971800" y="2667000"/>
            <a:ext cx="29718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08" name="Line 46">
            <a:extLst>
              <a:ext uri="{FF2B5EF4-FFF2-40B4-BE49-F238E27FC236}">
                <a16:creationId xmlns:a16="http://schemas.microsoft.com/office/drawing/2014/main" id="{5C734231-252E-42EB-9249-7C4E5939EC77}"/>
              </a:ext>
            </a:extLst>
          </p:cNvPr>
          <p:cNvSpPr>
            <a:spLocks noChangeShapeType="1"/>
          </p:cNvSpPr>
          <p:nvPr/>
        </p:nvSpPr>
        <p:spPr bwMode="auto">
          <a:xfrm flipH="1">
            <a:off x="19050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09" name="Line 47">
            <a:extLst>
              <a:ext uri="{FF2B5EF4-FFF2-40B4-BE49-F238E27FC236}">
                <a16:creationId xmlns:a16="http://schemas.microsoft.com/office/drawing/2014/main" id="{9BC4568A-D011-49B9-A98D-580EF442FD10}"/>
              </a:ext>
            </a:extLst>
          </p:cNvPr>
          <p:cNvSpPr>
            <a:spLocks noChangeShapeType="1"/>
          </p:cNvSpPr>
          <p:nvPr/>
        </p:nvSpPr>
        <p:spPr bwMode="auto">
          <a:xfrm flipH="1">
            <a:off x="28956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10" name="Line 48">
            <a:extLst>
              <a:ext uri="{FF2B5EF4-FFF2-40B4-BE49-F238E27FC236}">
                <a16:creationId xmlns:a16="http://schemas.microsoft.com/office/drawing/2014/main" id="{F8138BD0-C8EA-43A0-8DCF-72D33BF64264}"/>
              </a:ext>
            </a:extLst>
          </p:cNvPr>
          <p:cNvSpPr>
            <a:spLocks noChangeShapeType="1"/>
          </p:cNvSpPr>
          <p:nvPr/>
        </p:nvSpPr>
        <p:spPr bwMode="auto">
          <a:xfrm>
            <a:off x="29718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11" name="Line 49">
            <a:extLst>
              <a:ext uri="{FF2B5EF4-FFF2-40B4-BE49-F238E27FC236}">
                <a16:creationId xmlns:a16="http://schemas.microsoft.com/office/drawing/2014/main" id="{29459E11-BBA5-499B-8318-DAC5E4E38DB1}"/>
              </a:ext>
            </a:extLst>
          </p:cNvPr>
          <p:cNvSpPr>
            <a:spLocks noChangeShapeType="1"/>
          </p:cNvSpPr>
          <p:nvPr/>
        </p:nvSpPr>
        <p:spPr bwMode="auto">
          <a:xfrm flipH="1">
            <a:off x="50292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12" name="Line 50">
            <a:extLst>
              <a:ext uri="{FF2B5EF4-FFF2-40B4-BE49-F238E27FC236}">
                <a16:creationId xmlns:a16="http://schemas.microsoft.com/office/drawing/2014/main" id="{8D007023-12D8-4277-9282-9CCF330C0DCD}"/>
              </a:ext>
            </a:extLst>
          </p:cNvPr>
          <p:cNvSpPr>
            <a:spLocks noChangeShapeType="1"/>
          </p:cNvSpPr>
          <p:nvPr/>
        </p:nvSpPr>
        <p:spPr bwMode="auto">
          <a:xfrm flipH="1">
            <a:off x="60198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13" name="Line 51">
            <a:extLst>
              <a:ext uri="{FF2B5EF4-FFF2-40B4-BE49-F238E27FC236}">
                <a16:creationId xmlns:a16="http://schemas.microsoft.com/office/drawing/2014/main" id="{2843C57C-B271-4AFD-8B09-EFDC1CA28589}"/>
              </a:ext>
            </a:extLst>
          </p:cNvPr>
          <p:cNvSpPr>
            <a:spLocks noChangeShapeType="1"/>
          </p:cNvSpPr>
          <p:nvPr/>
        </p:nvSpPr>
        <p:spPr bwMode="auto">
          <a:xfrm>
            <a:off x="60960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14" name="Line 52">
            <a:extLst>
              <a:ext uri="{FF2B5EF4-FFF2-40B4-BE49-F238E27FC236}">
                <a16:creationId xmlns:a16="http://schemas.microsoft.com/office/drawing/2014/main" id="{6C30862A-A91C-4D39-A6AC-6DFE0647DFE9}"/>
              </a:ext>
            </a:extLst>
          </p:cNvPr>
          <p:cNvSpPr>
            <a:spLocks noChangeShapeType="1"/>
          </p:cNvSpPr>
          <p:nvPr/>
        </p:nvSpPr>
        <p:spPr bwMode="auto">
          <a:xfrm flipH="1">
            <a:off x="81534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15" name="Line 53">
            <a:extLst>
              <a:ext uri="{FF2B5EF4-FFF2-40B4-BE49-F238E27FC236}">
                <a16:creationId xmlns:a16="http://schemas.microsoft.com/office/drawing/2014/main" id="{0AC8D978-7B52-4B0F-8A27-42D9996983D9}"/>
              </a:ext>
            </a:extLst>
          </p:cNvPr>
          <p:cNvSpPr>
            <a:spLocks noChangeShapeType="1"/>
          </p:cNvSpPr>
          <p:nvPr/>
        </p:nvSpPr>
        <p:spPr bwMode="auto">
          <a:xfrm flipH="1">
            <a:off x="91440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16" name="Line 54">
            <a:extLst>
              <a:ext uri="{FF2B5EF4-FFF2-40B4-BE49-F238E27FC236}">
                <a16:creationId xmlns:a16="http://schemas.microsoft.com/office/drawing/2014/main" id="{077BC1B4-CC6E-401F-9149-464EA5B93AE7}"/>
              </a:ext>
            </a:extLst>
          </p:cNvPr>
          <p:cNvSpPr>
            <a:spLocks noChangeShapeType="1"/>
          </p:cNvSpPr>
          <p:nvPr/>
        </p:nvSpPr>
        <p:spPr bwMode="auto">
          <a:xfrm>
            <a:off x="92202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12317" name="Group 55">
            <a:extLst>
              <a:ext uri="{FF2B5EF4-FFF2-40B4-BE49-F238E27FC236}">
                <a16:creationId xmlns:a16="http://schemas.microsoft.com/office/drawing/2014/main" id="{178EEDDD-0CA1-4C72-9377-B932EFB6CED5}"/>
              </a:ext>
            </a:extLst>
          </p:cNvPr>
          <p:cNvGrpSpPr>
            <a:grpSpLocks/>
          </p:cNvGrpSpPr>
          <p:nvPr/>
        </p:nvGrpSpPr>
        <p:grpSpPr bwMode="auto">
          <a:xfrm>
            <a:off x="1524000" y="5943600"/>
            <a:ext cx="457200" cy="914400"/>
            <a:chOff x="2432" y="1328"/>
            <a:chExt cx="906" cy="2075"/>
          </a:xfrm>
        </p:grpSpPr>
        <p:sp>
          <p:nvSpPr>
            <p:cNvPr id="12404" name="Freeform 56">
              <a:extLst>
                <a:ext uri="{FF2B5EF4-FFF2-40B4-BE49-F238E27FC236}">
                  <a16:creationId xmlns:a16="http://schemas.microsoft.com/office/drawing/2014/main" id="{C1345AF8-C87F-49EB-9444-EAD0ECDAA93C}"/>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5" name="Freeform 57">
              <a:extLst>
                <a:ext uri="{FF2B5EF4-FFF2-40B4-BE49-F238E27FC236}">
                  <a16:creationId xmlns:a16="http://schemas.microsoft.com/office/drawing/2014/main" id="{DB1A5CA2-D300-4133-8C99-CC72E3337494}"/>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6" name="Freeform 58">
              <a:extLst>
                <a:ext uri="{FF2B5EF4-FFF2-40B4-BE49-F238E27FC236}">
                  <a16:creationId xmlns:a16="http://schemas.microsoft.com/office/drawing/2014/main" id="{EFD7B8B9-10F7-4044-B522-B4551C452F76}"/>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7" name="Freeform 59">
              <a:extLst>
                <a:ext uri="{FF2B5EF4-FFF2-40B4-BE49-F238E27FC236}">
                  <a16:creationId xmlns:a16="http://schemas.microsoft.com/office/drawing/2014/main" id="{C24A527B-023A-40DC-A7D8-13DADBF72A50}"/>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8" name="Freeform 60">
              <a:extLst>
                <a:ext uri="{FF2B5EF4-FFF2-40B4-BE49-F238E27FC236}">
                  <a16:creationId xmlns:a16="http://schemas.microsoft.com/office/drawing/2014/main" id="{B154991E-F6D6-4F7D-B6AB-9C49E8B73A8F}"/>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9" name="Freeform 61">
              <a:extLst>
                <a:ext uri="{FF2B5EF4-FFF2-40B4-BE49-F238E27FC236}">
                  <a16:creationId xmlns:a16="http://schemas.microsoft.com/office/drawing/2014/main" id="{717FD503-6099-46AB-B0F9-2D1301CC3812}"/>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18" name="Group 62">
            <a:extLst>
              <a:ext uri="{FF2B5EF4-FFF2-40B4-BE49-F238E27FC236}">
                <a16:creationId xmlns:a16="http://schemas.microsoft.com/office/drawing/2014/main" id="{C02BCADE-E6CB-4CB1-A24B-A4EA1775B596}"/>
              </a:ext>
            </a:extLst>
          </p:cNvPr>
          <p:cNvGrpSpPr>
            <a:grpSpLocks/>
          </p:cNvGrpSpPr>
          <p:nvPr/>
        </p:nvGrpSpPr>
        <p:grpSpPr bwMode="auto">
          <a:xfrm>
            <a:off x="2362200" y="5943600"/>
            <a:ext cx="457200" cy="914400"/>
            <a:chOff x="2432" y="1328"/>
            <a:chExt cx="906" cy="2075"/>
          </a:xfrm>
        </p:grpSpPr>
        <p:sp>
          <p:nvSpPr>
            <p:cNvPr id="12398" name="Freeform 63">
              <a:extLst>
                <a:ext uri="{FF2B5EF4-FFF2-40B4-BE49-F238E27FC236}">
                  <a16:creationId xmlns:a16="http://schemas.microsoft.com/office/drawing/2014/main" id="{FAC04009-61FA-44F0-AE58-455A74B3C5C4}"/>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9" name="Freeform 64">
              <a:extLst>
                <a:ext uri="{FF2B5EF4-FFF2-40B4-BE49-F238E27FC236}">
                  <a16:creationId xmlns:a16="http://schemas.microsoft.com/office/drawing/2014/main" id="{5E6899EB-563E-4375-A945-F2899F1BDC9E}"/>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0" name="Freeform 65">
              <a:extLst>
                <a:ext uri="{FF2B5EF4-FFF2-40B4-BE49-F238E27FC236}">
                  <a16:creationId xmlns:a16="http://schemas.microsoft.com/office/drawing/2014/main" id="{52BEE590-D6F8-49DE-986D-FC9332129086}"/>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1" name="Freeform 66">
              <a:extLst>
                <a:ext uri="{FF2B5EF4-FFF2-40B4-BE49-F238E27FC236}">
                  <a16:creationId xmlns:a16="http://schemas.microsoft.com/office/drawing/2014/main" id="{2DDC4855-B875-4A13-929E-A43DAC015CC8}"/>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2" name="Freeform 67">
              <a:extLst>
                <a:ext uri="{FF2B5EF4-FFF2-40B4-BE49-F238E27FC236}">
                  <a16:creationId xmlns:a16="http://schemas.microsoft.com/office/drawing/2014/main" id="{6CA6B5EC-45E0-4975-94D8-EFE0FC691183}"/>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03" name="Freeform 68">
              <a:extLst>
                <a:ext uri="{FF2B5EF4-FFF2-40B4-BE49-F238E27FC236}">
                  <a16:creationId xmlns:a16="http://schemas.microsoft.com/office/drawing/2014/main" id="{13E49D0B-689A-4F7D-8643-38B604FB60DC}"/>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19" name="Group 69">
            <a:extLst>
              <a:ext uri="{FF2B5EF4-FFF2-40B4-BE49-F238E27FC236}">
                <a16:creationId xmlns:a16="http://schemas.microsoft.com/office/drawing/2014/main" id="{37B6DDE8-F369-4079-B16C-E18CC4004EBF}"/>
              </a:ext>
            </a:extLst>
          </p:cNvPr>
          <p:cNvGrpSpPr>
            <a:grpSpLocks/>
          </p:cNvGrpSpPr>
          <p:nvPr/>
        </p:nvGrpSpPr>
        <p:grpSpPr bwMode="auto">
          <a:xfrm>
            <a:off x="3276600" y="5943600"/>
            <a:ext cx="457200" cy="914400"/>
            <a:chOff x="2432" y="1328"/>
            <a:chExt cx="906" cy="2075"/>
          </a:xfrm>
        </p:grpSpPr>
        <p:sp>
          <p:nvSpPr>
            <p:cNvPr id="12392" name="Freeform 70">
              <a:extLst>
                <a:ext uri="{FF2B5EF4-FFF2-40B4-BE49-F238E27FC236}">
                  <a16:creationId xmlns:a16="http://schemas.microsoft.com/office/drawing/2014/main" id="{7EFB8431-53FE-4D9A-860F-972986069C96}"/>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3" name="Freeform 71">
              <a:extLst>
                <a:ext uri="{FF2B5EF4-FFF2-40B4-BE49-F238E27FC236}">
                  <a16:creationId xmlns:a16="http://schemas.microsoft.com/office/drawing/2014/main" id="{9F0A3EB2-68A8-4623-AB8E-D26DE035A833}"/>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4" name="Freeform 72">
              <a:extLst>
                <a:ext uri="{FF2B5EF4-FFF2-40B4-BE49-F238E27FC236}">
                  <a16:creationId xmlns:a16="http://schemas.microsoft.com/office/drawing/2014/main" id="{23927781-926D-463E-B643-A79B94ACCFC1}"/>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5" name="Freeform 73">
              <a:extLst>
                <a:ext uri="{FF2B5EF4-FFF2-40B4-BE49-F238E27FC236}">
                  <a16:creationId xmlns:a16="http://schemas.microsoft.com/office/drawing/2014/main" id="{F42EFE91-EA22-427E-BAE6-FC5CFA8AF41C}"/>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6" name="Freeform 74">
              <a:extLst>
                <a:ext uri="{FF2B5EF4-FFF2-40B4-BE49-F238E27FC236}">
                  <a16:creationId xmlns:a16="http://schemas.microsoft.com/office/drawing/2014/main" id="{446AD647-741D-4480-B123-EE6517FF3E79}"/>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7" name="Freeform 75">
              <a:extLst>
                <a:ext uri="{FF2B5EF4-FFF2-40B4-BE49-F238E27FC236}">
                  <a16:creationId xmlns:a16="http://schemas.microsoft.com/office/drawing/2014/main" id="{E31020B4-67AF-4DDA-B670-0D86FF417DFB}"/>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0" name="Group 76">
            <a:extLst>
              <a:ext uri="{FF2B5EF4-FFF2-40B4-BE49-F238E27FC236}">
                <a16:creationId xmlns:a16="http://schemas.microsoft.com/office/drawing/2014/main" id="{A7602E85-F9F1-44DE-A9DF-EBEE5A643FAD}"/>
              </a:ext>
            </a:extLst>
          </p:cNvPr>
          <p:cNvGrpSpPr>
            <a:grpSpLocks/>
          </p:cNvGrpSpPr>
          <p:nvPr/>
        </p:nvGrpSpPr>
        <p:grpSpPr bwMode="auto">
          <a:xfrm>
            <a:off x="4648200" y="5943600"/>
            <a:ext cx="457200" cy="914400"/>
            <a:chOff x="2432" y="1328"/>
            <a:chExt cx="906" cy="2075"/>
          </a:xfrm>
        </p:grpSpPr>
        <p:sp>
          <p:nvSpPr>
            <p:cNvPr id="12386" name="Freeform 77">
              <a:extLst>
                <a:ext uri="{FF2B5EF4-FFF2-40B4-BE49-F238E27FC236}">
                  <a16:creationId xmlns:a16="http://schemas.microsoft.com/office/drawing/2014/main" id="{855569C2-2944-4CD5-8DFA-16D478E8520A}"/>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7" name="Freeform 78">
              <a:extLst>
                <a:ext uri="{FF2B5EF4-FFF2-40B4-BE49-F238E27FC236}">
                  <a16:creationId xmlns:a16="http://schemas.microsoft.com/office/drawing/2014/main" id="{2E3B8EE4-8B6F-4EEF-81AE-623B146E9E8A}"/>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8" name="Freeform 79">
              <a:extLst>
                <a:ext uri="{FF2B5EF4-FFF2-40B4-BE49-F238E27FC236}">
                  <a16:creationId xmlns:a16="http://schemas.microsoft.com/office/drawing/2014/main" id="{4AAF599C-3D5B-4F6B-AC70-D698ED0FC0F7}"/>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9" name="Freeform 80">
              <a:extLst>
                <a:ext uri="{FF2B5EF4-FFF2-40B4-BE49-F238E27FC236}">
                  <a16:creationId xmlns:a16="http://schemas.microsoft.com/office/drawing/2014/main" id="{2628EAEE-52F4-4AE2-818D-6F93793FFBF2}"/>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0" name="Freeform 81">
              <a:extLst>
                <a:ext uri="{FF2B5EF4-FFF2-40B4-BE49-F238E27FC236}">
                  <a16:creationId xmlns:a16="http://schemas.microsoft.com/office/drawing/2014/main" id="{C1B65267-0F23-4D64-9A72-2ECC1392BD7D}"/>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91" name="Freeform 82">
              <a:extLst>
                <a:ext uri="{FF2B5EF4-FFF2-40B4-BE49-F238E27FC236}">
                  <a16:creationId xmlns:a16="http://schemas.microsoft.com/office/drawing/2014/main" id="{F8FAFF8A-9261-4C80-AF64-EA92BC95E884}"/>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1" name="Group 83">
            <a:extLst>
              <a:ext uri="{FF2B5EF4-FFF2-40B4-BE49-F238E27FC236}">
                <a16:creationId xmlns:a16="http://schemas.microsoft.com/office/drawing/2014/main" id="{BCA1134E-F2F5-4395-AE98-1744B1CE2871}"/>
              </a:ext>
            </a:extLst>
          </p:cNvPr>
          <p:cNvGrpSpPr>
            <a:grpSpLocks/>
          </p:cNvGrpSpPr>
          <p:nvPr/>
        </p:nvGrpSpPr>
        <p:grpSpPr bwMode="auto">
          <a:xfrm>
            <a:off x="5562600" y="5943600"/>
            <a:ext cx="457200" cy="914400"/>
            <a:chOff x="2432" y="1328"/>
            <a:chExt cx="906" cy="2075"/>
          </a:xfrm>
        </p:grpSpPr>
        <p:sp>
          <p:nvSpPr>
            <p:cNvPr id="12380" name="Freeform 84">
              <a:extLst>
                <a:ext uri="{FF2B5EF4-FFF2-40B4-BE49-F238E27FC236}">
                  <a16:creationId xmlns:a16="http://schemas.microsoft.com/office/drawing/2014/main" id="{450C68F8-52C1-4E38-90DE-20B0EFD5E0F1}"/>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1" name="Freeform 85">
              <a:extLst>
                <a:ext uri="{FF2B5EF4-FFF2-40B4-BE49-F238E27FC236}">
                  <a16:creationId xmlns:a16="http://schemas.microsoft.com/office/drawing/2014/main" id="{CE951315-385F-4A8F-8711-38944185D55B}"/>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2" name="Freeform 86">
              <a:extLst>
                <a:ext uri="{FF2B5EF4-FFF2-40B4-BE49-F238E27FC236}">
                  <a16:creationId xmlns:a16="http://schemas.microsoft.com/office/drawing/2014/main" id="{A7DF0DD2-BBCF-4442-8A3F-1126A1F597E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3" name="Freeform 87">
              <a:extLst>
                <a:ext uri="{FF2B5EF4-FFF2-40B4-BE49-F238E27FC236}">
                  <a16:creationId xmlns:a16="http://schemas.microsoft.com/office/drawing/2014/main" id="{BEBDD152-EB31-40EC-A564-2156F2A1B9C1}"/>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4" name="Freeform 88">
              <a:extLst>
                <a:ext uri="{FF2B5EF4-FFF2-40B4-BE49-F238E27FC236}">
                  <a16:creationId xmlns:a16="http://schemas.microsoft.com/office/drawing/2014/main" id="{BFE6D6EC-B7E5-4FDF-803E-5C26D65C653F}"/>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85" name="Freeform 89">
              <a:extLst>
                <a:ext uri="{FF2B5EF4-FFF2-40B4-BE49-F238E27FC236}">
                  <a16:creationId xmlns:a16="http://schemas.microsoft.com/office/drawing/2014/main" id="{9D6632E3-D8BF-45B1-B41F-8FF11CA5E4EA}"/>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2" name="Group 90">
            <a:extLst>
              <a:ext uri="{FF2B5EF4-FFF2-40B4-BE49-F238E27FC236}">
                <a16:creationId xmlns:a16="http://schemas.microsoft.com/office/drawing/2014/main" id="{478BEB90-FCBE-4081-B671-9F0FE75FD587}"/>
              </a:ext>
            </a:extLst>
          </p:cNvPr>
          <p:cNvGrpSpPr>
            <a:grpSpLocks/>
          </p:cNvGrpSpPr>
          <p:nvPr/>
        </p:nvGrpSpPr>
        <p:grpSpPr bwMode="auto">
          <a:xfrm>
            <a:off x="6477000" y="5943600"/>
            <a:ext cx="457200" cy="914400"/>
            <a:chOff x="2432" y="1328"/>
            <a:chExt cx="906" cy="2075"/>
          </a:xfrm>
        </p:grpSpPr>
        <p:sp>
          <p:nvSpPr>
            <p:cNvPr id="12374" name="Freeform 91">
              <a:extLst>
                <a:ext uri="{FF2B5EF4-FFF2-40B4-BE49-F238E27FC236}">
                  <a16:creationId xmlns:a16="http://schemas.microsoft.com/office/drawing/2014/main" id="{497AD26C-A9C6-438D-AD9B-EE267451F638}"/>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5" name="Freeform 92">
              <a:extLst>
                <a:ext uri="{FF2B5EF4-FFF2-40B4-BE49-F238E27FC236}">
                  <a16:creationId xmlns:a16="http://schemas.microsoft.com/office/drawing/2014/main" id="{7E1B51C5-8ADA-4C50-82E4-BACB977E9C86}"/>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6" name="Freeform 93">
              <a:extLst>
                <a:ext uri="{FF2B5EF4-FFF2-40B4-BE49-F238E27FC236}">
                  <a16:creationId xmlns:a16="http://schemas.microsoft.com/office/drawing/2014/main" id="{70293D9B-5DEB-4ABB-A800-6D92D18F065A}"/>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7" name="Freeform 94">
              <a:extLst>
                <a:ext uri="{FF2B5EF4-FFF2-40B4-BE49-F238E27FC236}">
                  <a16:creationId xmlns:a16="http://schemas.microsoft.com/office/drawing/2014/main" id="{31C2C5A1-D48B-42E5-8047-491BFCB3F3E5}"/>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8" name="Freeform 95">
              <a:extLst>
                <a:ext uri="{FF2B5EF4-FFF2-40B4-BE49-F238E27FC236}">
                  <a16:creationId xmlns:a16="http://schemas.microsoft.com/office/drawing/2014/main" id="{0B57584E-342D-444C-BBAA-5269AFD9D39A}"/>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9" name="Freeform 96">
              <a:extLst>
                <a:ext uri="{FF2B5EF4-FFF2-40B4-BE49-F238E27FC236}">
                  <a16:creationId xmlns:a16="http://schemas.microsoft.com/office/drawing/2014/main" id="{60A5E6D6-AB78-49CA-A8C4-80B7C2D5736F}"/>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3" name="Group 97">
            <a:extLst>
              <a:ext uri="{FF2B5EF4-FFF2-40B4-BE49-F238E27FC236}">
                <a16:creationId xmlns:a16="http://schemas.microsoft.com/office/drawing/2014/main" id="{EE79D7A6-0CBB-41D4-BE5F-BEF965852B44}"/>
              </a:ext>
            </a:extLst>
          </p:cNvPr>
          <p:cNvGrpSpPr>
            <a:grpSpLocks/>
          </p:cNvGrpSpPr>
          <p:nvPr/>
        </p:nvGrpSpPr>
        <p:grpSpPr bwMode="auto">
          <a:xfrm>
            <a:off x="7848600" y="5943600"/>
            <a:ext cx="457200" cy="914400"/>
            <a:chOff x="2432" y="1328"/>
            <a:chExt cx="906" cy="2075"/>
          </a:xfrm>
        </p:grpSpPr>
        <p:sp>
          <p:nvSpPr>
            <p:cNvPr id="12368" name="Freeform 98">
              <a:extLst>
                <a:ext uri="{FF2B5EF4-FFF2-40B4-BE49-F238E27FC236}">
                  <a16:creationId xmlns:a16="http://schemas.microsoft.com/office/drawing/2014/main" id="{B40283E7-C8EF-4ED9-B754-129D3183837B}"/>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9" name="Freeform 99">
              <a:extLst>
                <a:ext uri="{FF2B5EF4-FFF2-40B4-BE49-F238E27FC236}">
                  <a16:creationId xmlns:a16="http://schemas.microsoft.com/office/drawing/2014/main" id="{A73099E9-1F64-48E4-AAE5-56D733C4BEE5}"/>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0" name="Freeform 100">
              <a:extLst>
                <a:ext uri="{FF2B5EF4-FFF2-40B4-BE49-F238E27FC236}">
                  <a16:creationId xmlns:a16="http://schemas.microsoft.com/office/drawing/2014/main" id="{37F4C1E0-B8D3-484C-AB08-4AD02A50EAE9}"/>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1" name="Freeform 101">
              <a:extLst>
                <a:ext uri="{FF2B5EF4-FFF2-40B4-BE49-F238E27FC236}">
                  <a16:creationId xmlns:a16="http://schemas.microsoft.com/office/drawing/2014/main" id="{4921F80B-BC91-4124-87BF-35C2DFCECA0A}"/>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2" name="Freeform 102">
              <a:extLst>
                <a:ext uri="{FF2B5EF4-FFF2-40B4-BE49-F238E27FC236}">
                  <a16:creationId xmlns:a16="http://schemas.microsoft.com/office/drawing/2014/main" id="{39EAEA4D-513A-4BC4-BEEF-0D891B410CCE}"/>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73" name="Freeform 103">
              <a:extLst>
                <a:ext uri="{FF2B5EF4-FFF2-40B4-BE49-F238E27FC236}">
                  <a16:creationId xmlns:a16="http://schemas.microsoft.com/office/drawing/2014/main" id="{19AE2EA9-B8C0-4026-88BE-3B5509C1387C}"/>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4" name="Group 104">
            <a:extLst>
              <a:ext uri="{FF2B5EF4-FFF2-40B4-BE49-F238E27FC236}">
                <a16:creationId xmlns:a16="http://schemas.microsoft.com/office/drawing/2014/main" id="{F79388A0-85CF-4B35-B524-F29BEF18593A}"/>
              </a:ext>
            </a:extLst>
          </p:cNvPr>
          <p:cNvGrpSpPr>
            <a:grpSpLocks/>
          </p:cNvGrpSpPr>
          <p:nvPr/>
        </p:nvGrpSpPr>
        <p:grpSpPr bwMode="auto">
          <a:xfrm>
            <a:off x="8763000" y="5943600"/>
            <a:ext cx="457200" cy="914400"/>
            <a:chOff x="2432" y="1328"/>
            <a:chExt cx="906" cy="2075"/>
          </a:xfrm>
        </p:grpSpPr>
        <p:sp>
          <p:nvSpPr>
            <p:cNvPr id="12362" name="Freeform 105">
              <a:extLst>
                <a:ext uri="{FF2B5EF4-FFF2-40B4-BE49-F238E27FC236}">
                  <a16:creationId xmlns:a16="http://schemas.microsoft.com/office/drawing/2014/main" id="{4EDADF2E-1C88-4442-A0C4-5210E242DFCA}"/>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3" name="Freeform 106">
              <a:extLst>
                <a:ext uri="{FF2B5EF4-FFF2-40B4-BE49-F238E27FC236}">
                  <a16:creationId xmlns:a16="http://schemas.microsoft.com/office/drawing/2014/main" id="{692EEE6F-B124-4A59-8BAE-BD831C0F838A}"/>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4" name="Freeform 107">
              <a:extLst>
                <a:ext uri="{FF2B5EF4-FFF2-40B4-BE49-F238E27FC236}">
                  <a16:creationId xmlns:a16="http://schemas.microsoft.com/office/drawing/2014/main" id="{04F059E4-E2A3-4B76-A1E2-9551EBC6039C}"/>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5" name="Freeform 108">
              <a:extLst>
                <a:ext uri="{FF2B5EF4-FFF2-40B4-BE49-F238E27FC236}">
                  <a16:creationId xmlns:a16="http://schemas.microsoft.com/office/drawing/2014/main" id="{C59D4DCF-50B9-4E43-8E0C-2BFDCABE9F5D}"/>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6" name="Freeform 109">
              <a:extLst>
                <a:ext uri="{FF2B5EF4-FFF2-40B4-BE49-F238E27FC236}">
                  <a16:creationId xmlns:a16="http://schemas.microsoft.com/office/drawing/2014/main" id="{3F48D077-3676-4485-B590-B82EB1A8137B}"/>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7" name="Freeform 110">
              <a:extLst>
                <a:ext uri="{FF2B5EF4-FFF2-40B4-BE49-F238E27FC236}">
                  <a16:creationId xmlns:a16="http://schemas.microsoft.com/office/drawing/2014/main" id="{61593571-4C38-4125-8262-B789D7224CCF}"/>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5" name="Group 111">
            <a:extLst>
              <a:ext uri="{FF2B5EF4-FFF2-40B4-BE49-F238E27FC236}">
                <a16:creationId xmlns:a16="http://schemas.microsoft.com/office/drawing/2014/main" id="{EB83F989-61E6-4FE7-9563-C07536994854}"/>
              </a:ext>
            </a:extLst>
          </p:cNvPr>
          <p:cNvGrpSpPr>
            <a:grpSpLocks/>
          </p:cNvGrpSpPr>
          <p:nvPr/>
        </p:nvGrpSpPr>
        <p:grpSpPr bwMode="auto">
          <a:xfrm>
            <a:off x="9677400" y="5943600"/>
            <a:ext cx="457200" cy="914400"/>
            <a:chOff x="2432" y="1328"/>
            <a:chExt cx="906" cy="2075"/>
          </a:xfrm>
        </p:grpSpPr>
        <p:sp>
          <p:nvSpPr>
            <p:cNvPr id="12356" name="Freeform 112">
              <a:extLst>
                <a:ext uri="{FF2B5EF4-FFF2-40B4-BE49-F238E27FC236}">
                  <a16:creationId xmlns:a16="http://schemas.microsoft.com/office/drawing/2014/main" id="{2DABDF93-3A88-4395-969B-5774FFD6CDBF}"/>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7" name="Freeform 113">
              <a:extLst>
                <a:ext uri="{FF2B5EF4-FFF2-40B4-BE49-F238E27FC236}">
                  <a16:creationId xmlns:a16="http://schemas.microsoft.com/office/drawing/2014/main" id="{101C5ACF-F264-4391-AD04-A38A7FE3057E}"/>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8" name="Freeform 114">
              <a:extLst>
                <a:ext uri="{FF2B5EF4-FFF2-40B4-BE49-F238E27FC236}">
                  <a16:creationId xmlns:a16="http://schemas.microsoft.com/office/drawing/2014/main" id="{382495C2-DB2C-4348-8C51-8DF14AB10E46}"/>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9" name="Freeform 115">
              <a:extLst>
                <a:ext uri="{FF2B5EF4-FFF2-40B4-BE49-F238E27FC236}">
                  <a16:creationId xmlns:a16="http://schemas.microsoft.com/office/drawing/2014/main" id="{6D96AEFC-4507-446E-BCE0-B42FD7856907}"/>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0" name="Freeform 116">
              <a:extLst>
                <a:ext uri="{FF2B5EF4-FFF2-40B4-BE49-F238E27FC236}">
                  <a16:creationId xmlns:a16="http://schemas.microsoft.com/office/drawing/2014/main" id="{B6FE7FA2-BABC-4098-B590-666ABB2CB7D0}"/>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61" name="Freeform 117">
              <a:extLst>
                <a:ext uri="{FF2B5EF4-FFF2-40B4-BE49-F238E27FC236}">
                  <a16:creationId xmlns:a16="http://schemas.microsoft.com/office/drawing/2014/main" id="{35BA3A26-CA80-4F85-9BE4-BB30EBCFDD3F}"/>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6" name="Group 118">
            <a:extLst>
              <a:ext uri="{FF2B5EF4-FFF2-40B4-BE49-F238E27FC236}">
                <a16:creationId xmlns:a16="http://schemas.microsoft.com/office/drawing/2014/main" id="{B0DEABEF-4AAA-4997-92B3-F4BF737B6DDE}"/>
              </a:ext>
            </a:extLst>
          </p:cNvPr>
          <p:cNvGrpSpPr>
            <a:grpSpLocks/>
          </p:cNvGrpSpPr>
          <p:nvPr/>
        </p:nvGrpSpPr>
        <p:grpSpPr bwMode="auto">
          <a:xfrm>
            <a:off x="8077200" y="4191000"/>
            <a:ext cx="457200" cy="914400"/>
            <a:chOff x="2432" y="1328"/>
            <a:chExt cx="906" cy="2075"/>
          </a:xfrm>
        </p:grpSpPr>
        <p:sp>
          <p:nvSpPr>
            <p:cNvPr id="12350" name="Freeform 119">
              <a:extLst>
                <a:ext uri="{FF2B5EF4-FFF2-40B4-BE49-F238E27FC236}">
                  <a16:creationId xmlns:a16="http://schemas.microsoft.com/office/drawing/2014/main" id="{DC67BF07-2997-419A-B629-8A16339C5FD6}"/>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1" name="Freeform 120">
              <a:extLst>
                <a:ext uri="{FF2B5EF4-FFF2-40B4-BE49-F238E27FC236}">
                  <a16:creationId xmlns:a16="http://schemas.microsoft.com/office/drawing/2014/main" id="{9DE829AD-B189-4A50-A8D2-0EAA08D978C8}"/>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2" name="Freeform 121">
              <a:extLst>
                <a:ext uri="{FF2B5EF4-FFF2-40B4-BE49-F238E27FC236}">
                  <a16:creationId xmlns:a16="http://schemas.microsoft.com/office/drawing/2014/main" id="{A381C6C5-1646-477F-8A62-51B6A599DF0B}"/>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3" name="Freeform 122">
              <a:extLst>
                <a:ext uri="{FF2B5EF4-FFF2-40B4-BE49-F238E27FC236}">
                  <a16:creationId xmlns:a16="http://schemas.microsoft.com/office/drawing/2014/main" id="{C541B612-6508-442D-9050-FE5C6593D6B8}"/>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4" name="Freeform 123">
              <a:extLst>
                <a:ext uri="{FF2B5EF4-FFF2-40B4-BE49-F238E27FC236}">
                  <a16:creationId xmlns:a16="http://schemas.microsoft.com/office/drawing/2014/main" id="{57D7C23E-1DBE-4E01-8B9F-2E95684340D3}"/>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55" name="Freeform 124">
              <a:extLst>
                <a:ext uri="{FF2B5EF4-FFF2-40B4-BE49-F238E27FC236}">
                  <a16:creationId xmlns:a16="http://schemas.microsoft.com/office/drawing/2014/main" id="{55CB5EAA-9845-434A-A9CF-50D5F6CD8A2B}"/>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7" name="Group 125">
            <a:extLst>
              <a:ext uri="{FF2B5EF4-FFF2-40B4-BE49-F238E27FC236}">
                <a16:creationId xmlns:a16="http://schemas.microsoft.com/office/drawing/2014/main" id="{5CAEA3A3-BFB5-4E78-8207-8E95845143FD}"/>
              </a:ext>
            </a:extLst>
          </p:cNvPr>
          <p:cNvGrpSpPr>
            <a:grpSpLocks/>
          </p:cNvGrpSpPr>
          <p:nvPr/>
        </p:nvGrpSpPr>
        <p:grpSpPr bwMode="auto">
          <a:xfrm>
            <a:off x="4876800" y="4191000"/>
            <a:ext cx="457200" cy="914400"/>
            <a:chOff x="2432" y="1328"/>
            <a:chExt cx="906" cy="2075"/>
          </a:xfrm>
        </p:grpSpPr>
        <p:sp>
          <p:nvSpPr>
            <p:cNvPr id="12344" name="Freeform 126">
              <a:extLst>
                <a:ext uri="{FF2B5EF4-FFF2-40B4-BE49-F238E27FC236}">
                  <a16:creationId xmlns:a16="http://schemas.microsoft.com/office/drawing/2014/main" id="{E27642F5-8497-4168-A028-3FE8734D0EFA}"/>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5" name="Freeform 127">
              <a:extLst>
                <a:ext uri="{FF2B5EF4-FFF2-40B4-BE49-F238E27FC236}">
                  <a16:creationId xmlns:a16="http://schemas.microsoft.com/office/drawing/2014/main" id="{77FDCFB4-C8FA-43B7-AB5B-699DD08FF6E9}"/>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6" name="Freeform 128">
              <a:extLst>
                <a:ext uri="{FF2B5EF4-FFF2-40B4-BE49-F238E27FC236}">
                  <a16:creationId xmlns:a16="http://schemas.microsoft.com/office/drawing/2014/main" id="{F8A27C10-9567-4547-9CE8-FEB5DCD3EC8A}"/>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7" name="Freeform 129">
              <a:extLst>
                <a:ext uri="{FF2B5EF4-FFF2-40B4-BE49-F238E27FC236}">
                  <a16:creationId xmlns:a16="http://schemas.microsoft.com/office/drawing/2014/main" id="{0C66FB1B-44B3-43D6-BB19-9F294B5AFD5A}"/>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8" name="Freeform 130">
              <a:extLst>
                <a:ext uri="{FF2B5EF4-FFF2-40B4-BE49-F238E27FC236}">
                  <a16:creationId xmlns:a16="http://schemas.microsoft.com/office/drawing/2014/main" id="{FA50F214-D79D-4F7E-A4C3-1652BE3DBFDF}"/>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9" name="Freeform 131">
              <a:extLst>
                <a:ext uri="{FF2B5EF4-FFF2-40B4-BE49-F238E27FC236}">
                  <a16:creationId xmlns:a16="http://schemas.microsoft.com/office/drawing/2014/main" id="{E57AF7DD-BF85-4D74-99CF-AB8A74D263BD}"/>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8" name="Group 132">
            <a:extLst>
              <a:ext uri="{FF2B5EF4-FFF2-40B4-BE49-F238E27FC236}">
                <a16:creationId xmlns:a16="http://schemas.microsoft.com/office/drawing/2014/main" id="{92558F29-1C3C-4DFF-8629-14F704E8B882}"/>
              </a:ext>
            </a:extLst>
          </p:cNvPr>
          <p:cNvGrpSpPr>
            <a:grpSpLocks/>
          </p:cNvGrpSpPr>
          <p:nvPr/>
        </p:nvGrpSpPr>
        <p:grpSpPr bwMode="auto">
          <a:xfrm>
            <a:off x="1828800" y="4191000"/>
            <a:ext cx="457200" cy="914400"/>
            <a:chOff x="2432" y="1328"/>
            <a:chExt cx="906" cy="2075"/>
          </a:xfrm>
        </p:grpSpPr>
        <p:sp>
          <p:nvSpPr>
            <p:cNvPr id="12338" name="Freeform 133">
              <a:extLst>
                <a:ext uri="{FF2B5EF4-FFF2-40B4-BE49-F238E27FC236}">
                  <a16:creationId xmlns:a16="http://schemas.microsoft.com/office/drawing/2014/main" id="{6647C129-A57F-4C5E-9AE8-DA2ABC411B7D}"/>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39" name="Freeform 134">
              <a:extLst>
                <a:ext uri="{FF2B5EF4-FFF2-40B4-BE49-F238E27FC236}">
                  <a16:creationId xmlns:a16="http://schemas.microsoft.com/office/drawing/2014/main" id="{56FA6972-3118-47AF-8E74-C4286D9A1181}"/>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0" name="Freeform 135">
              <a:extLst>
                <a:ext uri="{FF2B5EF4-FFF2-40B4-BE49-F238E27FC236}">
                  <a16:creationId xmlns:a16="http://schemas.microsoft.com/office/drawing/2014/main" id="{1F3348FA-717F-4D15-BC6C-909C960DA615}"/>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1" name="Freeform 136">
              <a:extLst>
                <a:ext uri="{FF2B5EF4-FFF2-40B4-BE49-F238E27FC236}">
                  <a16:creationId xmlns:a16="http://schemas.microsoft.com/office/drawing/2014/main" id="{80DBB088-8645-4E97-B88B-21222B8F05E5}"/>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2" name="Freeform 137">
              <a:extLst>
                <a:ext uri="{FF2B5EF4-FFF2-40B4-BE49-F238E27FC236}">
                  <a16:creationId xmlns:a16="http://schemas.microsoft.com/office/drawing/2014/main" id="{F06DDD42-EC8C-4E9F-ACEA-4BA5AB9E8043}"/>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43" name="Freeform 138">
              <a:extLst>
                <a:ext uri="{FF2B5EF4-FFF2-40B4-BE49-F238E27FC236}">
                  <a16:creationId xmlns:a16="http://schemas.microsoft.com/office/drawing/2014/main" id="{53AAC003-887B-4F5B-8079-5E41279FAB07}"/>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329" name="Group 139">
            <a:extLst>
              <a:ext uri="{FF2B5EF4-FFF2-40B4-BE49-F238E27FC236}">
                <a16:creationId xmlns:a16="http://schemas.microsoft.com/office/drawing/2014/main" id="{E69A499E-3802-4994-9248-79760117BAB0}"/>
              </a:ext>
            </a:extLst>
          </p:cNvPr>
          <p:cNvGrpSpPr>
            <a:grpSpLocks/>
          </p:cNvGrpSpPr>
          <p:nvPr/>
        </p:nvGrpSpPr>
        <p:grpSpPr bwMode="auto">
          <a:xfrm>
            <a:off x="4953000" y="2133600"/>
            <a:ext cx="457200" cy="914400"/>
            <a:chOff x="2432" y="1328"/>
            <a:chExt cx="906" cy="2075"/>
          </a:xfrm>
        </p:grpSpPr>
        <p:sp>
          <p:nvSpPr>
            <p:cNvPr id="12332" name="Freeform 140">
              <a:extLst>
                <a:ext uri="{FF2B5EF4-FFF2-40B4-BE49-F238E27FC236}">
                  <a16:creationId xmlns:a16="http://schemas.microsoft.com/office/drawing/2014/main" id="{863E7DA1-BA07-420D-BEB3-4C5C00366AFC}"/>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33" name="Freeform 141">
              <a:extLst>
                <a:ext uri="{FF2B5EF4-FFF2-40B4-BE49-F238E27FC236}">
                  <a16:creationId xmlns:a16="http://schemas.microsoft.com/office/drawing/2014/main" id="{61F5DAA1-A8EC-424B-90B7-E1EF69213F99}"/>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34" name="Freeform 142">
              <a:extLst>
                <a:ext uri="{FF2B5EF4-FFF2-40B4-BE49-F238E27FC236}">
                  <a16:creationId xmlns:a16="http://schemas.microsoft.com/office/drawing/2014/main" id="{FC635570-E972-4422-A8A7-9F551198D5F5}"/>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35" name="Freeform 143">
              <a:extLst>
                <a:ext uri="{FF2B5EF4-FFF2-40B4-BE49-F238E27FC236}">
                  <a16:creationId xmlns:a16="http://schemas.microsoft.com/office/drawing/2014/main" id="{B55FF1EF-9222-4EBB-9079-AD417911256B}"/>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36" name="Freeform 144">
              <a:extLst>
                <a:ext uri="{FF2B5EF4-FFF2-40B4-BE49-F238E27FC236}">
                  <a16:creationId xmlns:a16="http://schemas.microsoft.com/office/drawing/2014/main" id="{7AB4EDCD-ED98-4B2D-9729-BE80B8C6E10F}"/>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37" name="Freeform 145">
              <a:extLst>
                <a:ext uri="{FF2B5EF4-FFF2-40B4-BE49-F238E27FC236}">
                  <a16:creationId xmlns:a16="http://schemas.microsoft.com/office/drawing/2014/main" id="{E5BB12F7-2969-4CDA-9F0A-A1D25545AF6A}"/>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12330" name="Text Box 146">
            <a:extLst>
              <a:ext uri="{FF2B5EF4-FFF2-40B4-BE49-F238E27FC236}">
                <a16:creationId xmlns:a16="http://schemas.microsoft.com/office/drawing/2014/main" id="{E1A51F62-970A-410E-BFFA-C8CF2D4214E2}"/>
              </a:ext>
            </a:extLst>
          </p:cNvPr>
          <p:cNvSpPr txBox="1">
            <a:spLocks noChangeArrowheads="1"/>
          </p:cNvSpPr>
          <p:nvPr/>
        </p:nvSpPr>
        <p:spPr bwMode="auto">
          <a:xfrm>
            <a:off x="7391400" y="762001"/>
            <a:ext cx="30480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Worry about one step at a time.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Imagine that you are one specific friend.  </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31" name="Freeform 147">
            <a:extLst>
              <a:ext uri="{FF2B5EF4-FFF2-40B4-BE49-F238E27FC236}">
                <a16:creationId xmlns:a16="http://schemas.microsoft.com/office/drawing/2014/main" id="{1EAC774D-6B6A-4692-9897-D59693638394}"/>
              </a:ext>
            </a:extLst>
          </p:cNvPr>
          <p:cNvSpPr>
            <a:spLocks/>
          </p:cNvSpPr>
          <p:nvPr/>
        </p:nvSpPr>
        <p:spPr bwMode="auto">
          <a:xfrm>
            <a:off x="4597400" y="2819400"/>
            <a:ext cx="2870200" cy="2717800"/>
          </a:xfrm>
          <a:custGeom>
            <a:avLst/>
            <a:gdLst>
              <a:gd name="T0" fmla="*/ 1574800 w 1808"/>
              <a:gd name="T1" fmla="*/ 76200 h 1712"/>
              <a:gd name="T2" fmla="*/ 50800 w 1808"/>
              <a:gd name="T3" fmla="*/ 1066800 h 1712"/>
              <a:gd name="T4" fmla="*/ 1270000 w 1808"/>
              <a:gd name="T5" fmla="*/ 2667000 h 1712"/>
              <a:gd name="T6" fmla="*/ 2794000 w 1808"/>
              <a:gd name="T7" fmla="*/ 1371600 h 1712"/>
              <a:gd name="T8" fmla="*/ 812800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
            <a:extLst>
              <a:ext uri="{FF2B5EF4-FFF2-40B4-BE49-F238E27FC236}">
                <a16:creationId xmlns:a16="http://schemas.microsoft.com/office/drawing/2014/main" id="{547685A1-0F03-422D-8B21-768CA9A9F27F}"/>
              </a:ext>
            </a:extLst>
          </p:cNvPr>
          <p:cNvGrpSpPr>
            <a:grpSpLocks/>
          </p:cNvGrpSpPr>
          <p:nvPr/>
        </p:nvGrpSpPr>
        <p:grpSpPr bwMode="auto">
          <a:xfrm>
            <a:off x="2819400" y="2771776"/>
            <a:ext cx="1676400" cy="1724025"/>
            <a:chOff x="2352" y="594"/>
            <a:chExt cx="1056" cy="1086"/>
          </a:xfrm>
        </p:grpSpPr>
        <p:sp>
          <p:nvSpPr>
            <p:cNvPr id="14366" name="Rectangle 3">
              <a:extLst>
                <a:ext uri="{FF2B5EF4-FFF2-40B4-BE49-F238E27FC236}">
                  <a16:creationId xmlns:a16="http://schemas.microsoft.com/office/drawing/2014/main" id="{A9A26828-B7BE-4693-A63E-FF8274859499}"/>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367" name="Text Box 4">
              <a:extLst>
                <a:ext uri="{FF2B5EF4-FFF2-40B4-BE49-F238E27FC236}">
                  <a16:creationId xmlns:a16="http://schemas.microsoft.com/office/drawing/2014/main" id="{26FC0EF7-D1EA-4CB8-AA06-FE403531A396}"/>
                </a:ext>
              </a:extLst>
            </p:cNvPr>
            <p:cNvSpPr txBox="1">
              <a:spLocks noChangeArrowheads="1"/>
            </p:cNvSpPr>
            <p:nvPr/>
          </p:nvSpPr>
          <p:spPr bwMode="auto">
            <a:xfrm>
              <a:off x="2400" y="594"/>
              <a:ext cx="810" cy="1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a:t>
              </a:r>
              <a:r>
                <a:rPr kumimoji="0" lang="en-US" altLang="zh-TW" sz="20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a:t>
              </a:r>
              <a:r>
                <a:rPr kumimoji="0" lang="en-US" altLang="zh-TW" sz="20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a:t>
              </a:r>
              <a:endPar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a:t>
              </a:r>
              <a:endPar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endParaRPr>
            </a:p>
          </p:txBody>
        </p:sp>
      </p:grpSp>
      <p:sp>
        <p:nvSpPr>
          <p:cNvPr id="14339" name="Text Box 5">
            <a:extLst>
              <a:ext uri="{FF2B5EF4-FFF2-40B4-BE49-F238E27FC236}">
                <a16:creationId xmlns:a16="http://schemas.microsoft.com/office/drawing/2014/main" id="{649DD08B-93B4-4A04-ADFC-393F75820655}"/>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14340" name="Rectangle 6">
            <a:extLst>
              <a:ext uri="{FF2B5EF4-FFF2-40B4-BE49-F238E27FC236}">
                <a16:creationId xmlns:a16="http://schemas.microsoft.com/office/drawing/2014/main" id="{6AA42470-ECB5-4BFD-999A-E93A84C7A85D}"/>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14341" name="Text Box 7">
            <a:extLst>
              <a:ext uri="{FF2B5EF4-FFF2-40B4-BE49-F238E27FC236}">
                <a16:creationId xmlns:a16="http://schemas.microsoft.com/office/drawing/2014/main" id="{90352860-61DE-4962-9FAA-2F7D68BD881A}"/>
              </a:ext>
            </a:extLst>
          </p:cNvPr>
          <p:cNvSpPr txBox="1">
            <a:spLocks noChangeArrowheads="1"/>
          </p:cNvSpPr>
          <p:nvPr/>
        </p:nvSpPr>
        <p:spPr bwMode="auto">
          <a:xfrm>
            <a:off x="5334000" y="914400"/>
            <a:ext cx="5181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Consider your input instance</a:t>
            </a: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2" name="Group 8">
            <a:extLst>
              <a:ext uri="{FF2B5EF4-FFF2-40B4-BE49-F238E27FC236}">
                <a16:creationId xmlns:a16="http://schemas.microsoft.com/office/drawing/2014/main" id="{6DC5A75A-6C5F-4A8F-B582-3E5A9F9B0597}"/>
              </a:ext>
            </a:extLst>
          </p:cNvPr>
          <p:cNvGrpSpPr>
            <a:grpSpLocks/>
          </p:cNvGrpSpPr>
          <p:nvPr/>
        </p:nvGrpSpPr>
        <p:grpSpPr bwMode="auto">
          <a:xfrm>
            <a:off x="2065337" y="3681902"/>
            <a:ext cx="441325" cy="1066800"/>
            <a:chOff x="864" y="465"/>
            <a:chExt cx="1046" cy="2358"/>
          </a:xfrm>
        </p:grpSpPr>
        <p:grpSp>
          <p:nvGrpSpPr>
            <p:cNvPr id="33" name="Group 9">
              <a:extLst>
                <a:ext uri="{FF2B5EF4-FFF2-40B4-BE49-F238E27FC236}">
                  <a16:creationId xmlns:a16="http://schemas.microsoft.com/office/drawing/2014/main" id="{538D022F-290F-4951-AE92-4C55348DAB7B}"/>
                </a:ext>
              </a:extLst>
            </p:cNvPr>
            <p:cNvGrpSpPr>
              <a:grpSpLocks/>
            </p:cNvGrpSpPr>
            <p:nvPr/>
          </p:nvGrpSpPr>
          <p:grpSpPr bwMode="auto">
            <a:xfrm>
              <a:off x="864" y="465"/>
              <a:ext cx="1008" cy="2319"/>
              <a:chOff x="587" y="528"/>
              <a:chExt cx="1008" cy="2319"/>
            </a:xfrm>
          </p:grpSpPr>
          <p:grpSp>
            <p:nvGrpSpPr>
              <p:cNvPr id="36" name="Group 10">
                <a:extLst>
                  <a:ext uri="{FF2B5EF4-FFF2-40B4-BE49-F238E27FC236}">
                    <a16:creationId xmlns:a16="http://schemas.microsoft.com/office/drawing/2014/main" id="{410B9921-C3FA-4545-B8AD-01E78F0B1CDC}"/>
                  </a:ext>
                </a:extLst>
              </p:cNvPr>
              <p:cNvGrpSpPr>
                <a:grpSpLocks/>
              </p:cNvGrpSpPr>
              <p:nvPr/>
            </p:nvGrpSpPr>
            <p:grpSpPr bwMode="auto">
              <a:xfrm>
                <a:off x="587" y="528"/>
                <a:ext cx="1008" cy="2319"/>
                <a:chOff x="587" y="528"/>
                <a:chExt cx="1008" cy="2319"/>
              </a:xfrm>
            </p:grpSpPr>
            <p:grpSp>
              <p:nvGrpSpPr>
                <p:cNvPr id="38" name="Group 11">
                  <a:extLst>
                    <a:ext uri="{FF2B5EF4-FFF2-40B4-BE49-F238E27FC236}">
                      <a16:creationId xmlns:a16="http://schemas.microsoft.com/office/drawing/2014/main" id="{E7655371-DC64-46AF-A324-C935CF73CB6B}"/>
                    </a:ext>
                  </a:extLst>
                </p:cNvPr>
                <p:cNvGrpSpPr>
                  <a:grpSpLocks/>
                </p:cNvGrpSpPr>
                <p:nvPr/>
              </p:nvGrpSpPr>
              <p:grpSpPr bwMode="auto">
                <a:xfrm>
                  <a:off x="587" y="528"/>
                  <a:ext cx="1008" cy="2319"/>
                  <a:chOff x="1151" y="1104"/>
                  <a:chExt cx="686" cy="1741"/>
                </a:xfrm>
              </p:grpSpPr>
              <p:sp>
                <p:nvSpPr>
                  <p:cNvPr id="45" name="Freeform 12">
                    <a:extLst>
                      <a:ext uri="{FF2B5EF4-FFF2-40B4-BE49-F238E27FC236}">
                        <a16:creationId xmlns:a16="http://schemas.microsoft.com/office/drawing/2014/main" id="{5762FA84-7C30-476A-B184-77E0A8D51A78}"/>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46" name="Freeform 13">
                    <a:extLst>
                      <a:ext uri="{FF2B5EF4-FFF2-40B4-BE49-F238E27FC236}">
                        <a16:creationId xmlns:a16="http://schemas.microsoft.com/office/drawing/2014/main" id="{B59B53BD-3B31-4410-929B-A1B6F9390EB6}"/>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47" name="Freeform 14">
                    <a:extLst>
                      <a:ext uri="{FF2B5EF4-FFF2-40B4-BE49-F238E27FC236}">
                        <a16:creationId xmlns:a16="http://schemas.microsoft.com/office/drawing/2014/main" id="{F2A13723-7F07-4DC2-8785-E84E2ED6A9D6}"/>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48" name="Freeform 15">
                    <a:extLst>
                      <a:ext uri="{FF2B5EF4-FFF2-40B4-BE49-F238E27FC236}">
                        <a16:creationId xmlns:a16="http://schemas.microsoft.com/office/drawing/2014/main" id="{BA57E7DB-C079-4F5A-A45F-946EE383E3A2}"/>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49" name="Freeform 16">
                    <a:extLst>
                      <a:ext uri="{FF2B5EF4-FFF2-40B4-BE49-F238E27FC236}">
                        <a16:creationId xmlns:a16="http://schemas.microsoft.com/office/drawing/2014/main" id="{BB5A1583-979C-4C39-B436-050830BA7471}"/>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0" name="Freeform 17">
                    <a:extLst>
                      <a:ext uri="{FF2B5EF4-FFF2-40B4-BE49-F238E27FC236}">
                        <a16:creationId xmlns:a16="http://schemas.microsoft.com/office/drawing/2014/main" id="{0074A777-A912-449A-A9B7-588DDD8DC828}"/>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51" name="Group 18">
                    <a:extLst>
                      <a:ext uri="{FF2B5EF4-FFF2-40B4-BE49-F238E27FC236}">
                        <a16:creationId xmlns:a16="http://schemas.microsoft.com/office/drawing/2014/main" id="{08244806-D444-46F5-9B2F-DCEFAA4636EE}"/>
                      </a:ext>
                    </a:extLst>
                  </p:cNvPr>
                  <p:cNvGrpSpPr>
                    <a:grpSpLocks/>
                  </p:cNvGrpSpPr>
                  <p:nvPr/>
                </p:nvGrpSpPr>
                <p:grpSpPr bwMode="auto">
                  <a:xfrm flipH="1">
                    <a:off x="1212" y="1104"/>
                    <a:ext cx="277" cy="235"/>
                    <a:chOff x="1590" y="1104"/>
                    <a:chExt cx="277" cy="235"/>
                  </a:xfrm>
                </p:grpSpPr>
                <p:sp>
                  <p:nvSpPr>
                    <p:cNvPr id="52" name="Freeform 19">
                      <a:extLst>
                        <a:ext uri="{FF2B5EF4-FFF2-40B4-BE49-F238E27FC236}">
                          <a16:creationId xmlns:a16="http://schemas.microsoft.com/office/drawing/2014/main" id="{9D9AADEE-5430-4EA8-9EB0-A157CF46D3FF}"/>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3" name="Freeform 20">
                      <a:extLst>
                        <a:ext uri="{FF2B5EF4-FFF2-40B4-BE49-F238E27FC236}">
                          <a16:creationId xmlns:a16="http://schemas.microsoft.com/office/drawing/2014/main" id="{22728FC0-6876-43AA-BDDB-8F6495F158B7}"/>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4" name="Freeform 21">
                      <a:extLst>
                        <a:ext uri="{FF2B5EF4-FFF2-40B4-BE49-F238E27FC236}">
                          <a16:creationId xmlns:a16="http://schemas.microsoft.com/office/drawing/2014/main" id="{B99A8BC7-E127-4320-9B32-551A8F7D65A2}"/>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5" name="Freeform 22">
                      <a:extLst>
                        <a:ext uri="{FF2B5EF4-FFF2-40B4-BE49-F238E27FC236}">
                          <a16:creationId xmlns:a16="http://schemas.microsoft.com/office/drawing/2014/main" id="{BF6AC765-4451-421B-9CD2-2ED161647080}"/>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39" name="Group 23">
                  <a:extLst>
                    <a:ext uri="{FF2B5EF4-FFF2-40B4-BE49-F238E27FC236}">
                      <a16:creationId xmlns:a16="http://schemas.microsoft.com/office/drawing/2014/main" id="{AC5DD4C6-E39B-4004-AC71-DBB1C9CC293E}"/>
                    </a:ext>
                  </a:extLst>
                </p:cNvPr>
                <p:cNvGrpSpPr>
                  <a:grpSpLocks/>
                </p:cNvGrpSpPr>
                <p:nvPr/>
              </p:nvGrpSpPr>
              <p:grpSpPr bwMode="auto">
                <a:xfrm rot="4286940" flipH="1">
                  <a:off x="1038" y="766"/>
                  <a:ext cx="141" cy="50"/>
                  <a:chOff x="4032" y="2817"/>
                  <a:chExt cx="417" cy="635"/>
                </a:xfrm>
              </p:grpSpPr>
              <p:sp>
                <p:nvSpPr>
                  <p:cNvPr id="43" name="Oval 24">
                    <a:extLst>
                      <a:ext uri="{FF2B5EF4-FFF2-40B4-BE49-F238E27FC236}">
                        <a16:creationId xmlns:a16="http://schemas.microsoft.com/office/drawing/2014/main" id="{4BA61FB9-E312-406D-A7FA-60DBE108AF32}"/>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4" name="Oval 25">
                    <a:extLst>
                      <a:ext uri="{FF2B5EF4-FFF2-40B4-BE49-F238E27FC236}">
                        <a16:creationId xmlns:a16="http://schemas.microsoft.com/office/drawing/2014/main" id="{8938FD12-C52C-4260-A73B-A506D0D91CC9}"/>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40" name="Group 26">
                  <a:extLst>
                    <a:ext uri="{FF2B5EF4-FFF2-40B4-BE49-F238E27FC236}">
                      <a16:creationId xmlns:a16="http://schemas.microsoft.com/office/drawing/2014/main" id="{E94DEF70-3154-47AA-90F4-E1B9D0E3AA2A}"/>
                    </a:ext>
                  </a:extLst>
                </p:cNvPr>
                <p:cNvGrpSpPr>
                  <a:grpSpLocks/>
                </p:cNvGrpSpPr>
                <p:nvPr/>
              </p:nvGrpSpPr>
              <p:grpSpPr bwMode="auto">
                <a:xfrm rot="4286940" flipH="1">
                  <a:off x="962" y="766"/>
                  <a:ext cx="141" cy="50"/>
                  <a:chOff x="4032" y="2817"/>
                  <a:chExt cx="417" cy="635"/>
                </a:xfrm>
              </p:grpSpPr>
              <p:sp>
                <p:nvSpPr>
                  <p:cNvPr id="41" name="Oval 27">
                    <a:extLst>
                      <a:ext uri="{FF2B5EF4-FFF2-40B4-BE49-F238E27FC236}">
                        <a16:creationId xmlns:a16="http://schemas.microsoft.com/office/drawing/2014/main" id="{B44A2713-6EEE-4507-964A-4483F1B0ADA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2" name="Oval 28">
                    <a:extLst>
                      <a:ext uri="{FF2B5EF4-FFF2-40B4-BE49-F238E27FC236}">
                        <a16:creationId xmlns:a16="http://schemas.microsoft.com/office/drawing/2014/main" id="{03D5CC6E-1120-4A91-ADA5-721AF8167385}"/>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7" name="Oval 29">
                <a:extLst>
                  <a:ext uri="{FF2B5EF4-FFF2-40B4-BE49-F238E27FC236}">
                    <a16:creationId xmlns:a16="http://schemas.microsoft.com/office/drawing/2014/main" id="{1FD82F03-ED42-498A-8CE6-2AE6568C3B83}"/>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34" name="Freeform 30">
              <a:extLst>
                <a:ext uri="{FF2B5EF4-FFF2-40B4-BE49-F238E27FC236}">
                  <a16:creationId xmlns:a16="http://schemas.microsoft.com/office/drawing/2014/main" id="{C12FD591-21CC-45DD-B25B-4460D5C48512}"/>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35" name="Freeform 31">
              <a:extLst>
                <a:ext uri="{FF2B5EF4-FFF2-40B4-BE49-F238E27FC236}">
                  <a16:creationId xmlns:a16="http://schemas.microsoft.com/office/drawing/2014/main" id="{3401F1CE-455A-4566-8488-142FD77E8684}"/>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8">
            <a:extLst>
              <a:ext uri="{FF2B5EF4-FFF2-40B4-BE49-F238E27FC236}">
                <a16:creationId xmlns:a16="http://schemas.microsoft.com/office/drawing/2014/main" id="{22D4D6FE-A2DA-49A9-B183-EA1CAC967191}"/>
              </a:ext>
            </a:extLst>
          </p:cNvPr>
          <p:cNvGrpSpPr>
            <a:grpSpLocks/>
          </p:cNvGrpSpPr>
          <p:nvPr/>
        </p:nvGrpSpPr>
        <p:grpSpPr bwMode="auto">
          <a:xfrm>
            <a:off x="2819400" y="2819400"/>
            <a:ext cx="1676400" cy="1676400"/>
            <a:chOff x="2352" y="624"/>
            <a:chExt cx="1056" cy="1056"/>
          </a:xfrm>
        </p:grpSpPr>
        <p:sp>
          <p:nvSpPr>
            <p:cNvPr id="16423" name="Rectangle 9">
              <a:extLst>
                <a:ext uri="{FF2B5EF4-FFF2-40B4-BE49-F238E27FC236}">
                  <a16:creationId xmlns:a16="http://schemas.microsoft.com/office/drawing/2014/main" id="{821AC578-821D-4A6C-80AC-6FFCE78A92F8}"/>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424" name="Text Box 10">
              <a:extLst>
                <a:ext uri="{FF2B5EF4-FFF2-40B4-BE49-F238E27FC236}">
                  <a16:creationId xmlns:a16="http://schemas.microsoft.com/office/drawing/2014/main" id="{9FF360AF-5C95-48FC-9C8B-E621BEB29143}"/>
                </a:ext>
              </a:extLst>
            </p:cNvPr>
            <p:cNvSpPr txBox="1">
              <a:spLocks noChangeArrowheads="1"/>
            </p:cNvSpPr>
            <p:nvPr/>
          </p:nvSpPr>
          <p:spPr bwMode="auto">
            <a:xfrm>
              <a:off x="2400" y="624"/>
              <a:ext cx="810"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endPar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a:t>
              </a:r>
            </a:p>
          </p:txBody>
        </p:sp>
      </p:grpSp>
      <p:sp>
        <p:nvSpPr>
          <p:cNvPr id="16387" name="Text Box 41">
            <a:extLst>
              <a:ext uri="{FF2B5EF4-FFF2-40B4-BE49-F238E27FC236}">
                <a16:creationId xmlns:a16="http://schemas.microsoft.com/office/drawing/2014/main" id="{B59365AD-4B79-4E92-B2CC-276D31CBEDA4}"/>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16388" name="Rectangle 42">
            <a:extLst>
              <a:ext uri="{FF2B5EF4-FFF2-40B4-BE49-F238E27FC236}">
                <a16:creationId xmlns:a16="http://schemas.microsoft.com/office/drawing/2014/main" id="{1DFED0B6-A19A-4A85-A399-CC1CAFEE52FA}"/>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16389" name="Text Box 146">
            <a:extLst>
              <a:ext uri="{FF2B5EF4-FFF2-40B4-BE49-F238E27FC236}">
                <a16:creationId xmlns:a16="http://schemas.microsoft.com/office/drawing/2014/main" id="{C808283E-F5A6-481D-AA0E-1627141035ED}"/>
              </a:ext>
            </a:extLst>
          </p:cNvPr>
          <p:cNvSpPr txBox="1">
            <a:spLocks noChangeArrowheads="1"/>
          </p:cNvSpPr>
          <p:nvPr/>
        </p:nvSpPr>
        <p:spPr bwMode="auto">
          <a:xfrm>
            <a:off x="5334000" y="914401"/>
            <a:ext cx="56388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Consider your input instance</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Allocate work </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Construct one or more subinstances</a:t>
            </a: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391" name="AutoShape 276">
            <a:extLst>
              <a:ext uri="{FF2B5EF4-FFF2-40B4-BE49-F238E27FC236}">
                <a16:creationId xmlns:a16="http://schemas.microsoft.com/office/drawing/2014/main" id="{009141E9-2306-459E-9279-A205E8C063A6}"/>
              </a:ext>
            </a:extLst>
          </p:cNvPr>
          <p:cNvSpPr>
            <a:spLocks noChangeArrowheads="1"/>
          </p:cNvSpPr>
          <p:nvPr/>
        </p:nvSpPr>
        <p:spPr bwMode="auto">
          <a:xfrm>
            <a:off x="3124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392" name="AutoShape 277">
            <a:extLst>
              <a:ext uri="{FF2B5EF4-FFF2-40B4-BE49-F238E27FC236}">
                <a16:creationId xmlns:a16="http://schemas.microsoft.com/office/drawing/2014/main" id="{A20FAA79-61FE-4F6E-9580-4FD44961D647}"/>
              </a:ext>
            </a:extLst>
          </p:cNvPr>
          <p:cNvSpPr>
            <a:spLocks noChangeArrowheads="1"/>
          </p:cNvSpPr>
          <p:nvPr/>
        </p:nvSpPr>
        <p:spPr bwMode="auto">
          <a:xfrm>
            <a:off x="4038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393" name="AutoShape 278">
            <a:extLst>
              <a:ext uri="{FF2B5EF4-FFF2-40B4-BE49-F238E27FC236}">
                <a16:creationId xmlns:a16="http://schemas.microsoft.com/office/drawing/2014/main" id="{85DD3998-1577-455E-9B75-D79D9C3C3B65}"/>
              </a:ext>
            </a:extLst>
          </p:cNvPr>
          <p:cNvSpPr>
            <a:spLocks noChangeArrowheads="1"/>
          </p:cNvSpPr>
          <p:nvPr/>
        </p:nvSpPr>
        <p:spPr bwMode="auto">
          <a:xfrm>
            <a:off x="2133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394" name="Text Box 279">
            <a:extLst>
              <a:ext uri="{FF2B5EF4-FFF2-40B4-BE49-F238E27FC236}">
                <a16:creationId xmlns:a16="http://schemas.microsoft.com/office/drawing/2014/main" id="{6B62CA72-EF90-4D6A-BF24-21B48AFED2EA}"/>
              </a:ext>
            </a:extLst>
          </p:cNvPr>
          <p:cNvSpPr txBox="1">
            <a:spLocks noChangeArrowheads="1"/>
          </p:cNvSpPr>
          <p:nvPr/>
        </p:nvSpPr>
        <p:spPr bwMode="auto">
          <a:xfrm>
            <a:off x="2286000" y="5651500"/>
            <a:ext cx="6810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p:txBody>
      </p:sp>
      <p:sp>
        <p:nvSpPr>
          <p:cNvPr id="16395" name="Text Box 280">
            <a:extLst>
              <a:ext uri="{FF2B5EF4-FFF2-40B4-BE49-F238E27FC236}">
                <a16:creationId xmlns:a16="http://schemas.microsoft.com/office/drawing/2014/main" id="{BD6D3891-28E4-43F9-B5E1-469A14DA2047}"/>
              </a:ext>
            </a:extLst>
          </p:cNvPr>
          <p:cNvSpPr txBox="1">
            <a:spLocks noChangeArrowheads="1"/>
          </p:cNvSpPr>
          <p:nvPr/>
        </p:nvSpPr>
        <p:spPr bwMode="auto">
          <a:xfrm>
            <a:off x="3270250" y="5638800"/>
            <a:ext cx="6810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p:txBody>
      </p:sp>
      <p:sp>
        <p:nvSpPr>
          <p:cNvPr id="16396" name="Text Box 281">
            <a:extLst>
              <a:ext uri="{FF2B5EF4-FFF2-40B4-BE49-F238E27FC236}">
                <a16:creationId xmlns:a16="http://schemas.microsoft.com/office/drawing/2014/main" id="{3584C3CF-6EB4-4B90-AA90-F53B27AF0B30}"/>
              </a:ext>
            </a:extLst>
          </p:cNvPr>
          <p:cNvSpPr txBox="1">
            <a:spLocks noChangeArrowheads="1"/>
          </p:cNvSpPr>
          <p:nvPr/>
        </p:nvSpPr>
        <p:spPr bwMode="auto">
          <a:xfrm>
            <a:off x="4159250" y="5651500"/>
            <a:ext cx="6810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p:txBody>
      </p:sp>
      <p:sp>
        <p:nvSpPr>
          <p:cNvPr id="16397" name="Line 282">
            <a:extLst>
              <a:ext uri="{FF2B5EF4-FFF2-40B4-BE49-F238E27FC236}">
                <a16:creationId xmlns:a16="http://schemas.microsoft.com/office/drawing/2014/main" id="{724749D9-7D53-422B-A946-7AF556855228}"/>
              </a:ext>
            </a:extLst>
          </p:cNvPr>
          <p:cNvSpPr>
            <a:spLocks noChangeShapeType="1"/>
          </p:cNvSpPr>
          <p:nvPr/>
        </p:nvSpPr>
        <p:spPr bwMode="auto">
          <a:xfrm flipH="1">
            <a:off x="2590800" y="44958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398" name="Line 283">
            <a:extLst>
              <a:ext uri="{FF2B5EF4-FFF2-40B4-BE49-F238E27FC236}">
                <a16:creationId xmlns:a16="http://schemas.microsoft.com/office/drawing/2014/main" id="{F4F6195D-FA16-460D-AB83-6BDA118FB6C7}"/>
              </a:ext>
            </a:extLst>
          </p:cNvPr>
          <p:cNvSpPr>
            <a:spLocks noChangeShapeType="1"/>
          </p:cNvSpPr>
          <p:nvPr/>
        </p:nvSpPr>
        <p:spPr bwMode="auto">
          <a:xfrm flipH="1">
            <a:off x="3581400" y="44958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399" name="Line 284">
            <a:extLst>
              <a:ext uri="{FF2B5EF4-FFF2-40B4-BE49-F238E27FC236}">
                <a16:creationId xmlns:a16="http://schemas.microsoft.com/office/drawing/2014/main" id="{B18FB880-FC13-490F-BF12-AD5C0DBDDA06}"/>
              </a:ext>
            </a:extLst>
          </p:cNvPr>
          <p:cNvSpPr>
            <a:spLocks noChangeShapeType="1"/>
          </p:cNvSpPr>
          <p:nvPr/>
        </p:nvSpPr>
        <p:spPr bwMode="auto">
          <a:xfrm>
            <a:off x="3657600" y="44958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41" name="Group 8">
            <a:extLst>
              <a:ext uri="{FF2B5EF4-FFF2-40B4-BE49-F238E27FC236}">
                <a16:creationId xmlns:a16="http://schemas.microsoft.com/office/drawing/2014/main" id="{C2CF35C9-5CE1-4AE2-BFF8-F8ABDD6AC617}"/>
              </a:ext>
            </a:extLst>
          </p:cNvPr>
          <p:cNvGrpSpPr>
            <a:grpSpLocks/>
          </p:cNvGrpSpPr>
          <p:nvPr/>
        </p:nvGrpSpPr>
        <p:grpSpPr bwMode="auto">
          <a:xfrm>
            <a:off x="2073275" y="3713398"/>
            <a:ext cx="441325" cy="1066800"/>
            <a:chOff x="864" y="465"/>
            <a:chExt cx="1046" cy="2358"/>
          </a:xfrm>
        </p:grpSpPr>
        <p:grpSp>
          <p:nvGrpSpPr>
            <p:cNvPr id="42" name="Group 9">
              <a:extLst>
                <a:ext uri="{FF2B5EF4-FFF2-40B4-BE49-F238E27FC236}">
                  <a16:creationId xmlns:a16="http://schemas.microsoft.com/office/drawing/2014/main" id="{FBB21876-2AC4-4DF4-BB0B-CDB5ED0F8404}"/>
                </a:ext>
              </a:extLst>
            </p:cNvPr>
            <p:cNvGrpSpPr>
              <a:grpSpLocks/>
            </p:cNvGrpSpPr>
            <p:nvPr/>
          </p:nvGrpSpPr>
          <p:grpSpPr bwMode="auto">
            <a:xfrm>
              <a:off x="864" y="465"/>
              <a:ext cx="1008" cy="2319"/>
              <a:chOff x="587" y="528"/>
              <a:chExt cx="1008" cy="2319"/>
            </a:xfrm>
          </p:grpSpPr>
          <p:grpSp>
            <p:nvGrpSpPr>
              <p:cNvPr id="45" name="Group 10">
                <a:extLst>
                  <a:ext uri="{FF2B5EF4-FFF2-40B4-BE49-F238E27FC236}">
                    <a16:creationId xmlns:a16="http://schemas.microsoft.com/office/drawing/2014/main" id="{26F078CE-5007-4146-A03E-C11CFCD4A71F}"/>
                  </a:ext>
                </a:extLst>
              </p:cNvPr>
              <p:cNvGrpSpPr>
                <a:grpSpLocks/>
              </p:cNvGrpSpPr>
              <p:nvPr/>
            </p:nvGrpSpPr>
            <p:grpSpPr bwMode="auto">
              <a:xfrm>
                <a:off x="587" y="528"/>
                <a:ext cx="1008" cy="2319"/>
                <a:chOff x="587" y="528"/>
                <a:chExt cx="1008" cy="2319"/>
              </a:xfrm>
            </p:grpSpPr>
            <p:grpSp>
              <p:nvGrpSpPr>
                <p:cNvPr id="47" name="Group 11">
                  <a:extLst>
                    <a:ext uri="{FF2B5EF4-FFF2-40B4-BE49-F238E27FC236}">
                      <a16:creationId xmlns:a16="http://schemas.microsoft.com/office/drawing/2014/main" id="{901CC631-C4F0-48DB-BEEA-C2BF5312BEA5}"/>
                    </a:ext>
                  </a:extLst>
                </p:cNvPr>
                <p:cNvGrpSpPr>
                  <a:grpSpLocks/>
                </p:cNvGrpSpPr>
                <p:nvPr/>
              </p:nvGrpSpPr>
              <p:grpSpPr bwMode="auto">
                <a:xfrm>
                  <a:off x="587" y="528"/>
                  <a:ext cx="1008" cy="2319"/>
                  <a:chOff x="1151" y="1104"/>
                  <a:chExt cx="686" cy="1741"/>
                </a:xfrm>
              </p:grpSpPr>
              <p:sp>
                <p:nvSpPr>
                  <p:cNvPr id="54" name="Freeform 12">
                    <a:extLst>
                      <a:ext uri="{FF2B5EF4-FFF2-40B4-BE49-F238E27FC236}">
                        <a16:creationId xmlns:a16="http://schemas.microsoft.com/office/drawing/2014/main" id="{742AFFB7-D79C-479D-BF93-3A4DCEBB724C}"/>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5" name="Freeform 13">
                    <a:extLst>
                      <a:ext uri="{FF2B5EF4-FFF2-40B4-BE49-F238E27FC236}">
                        <a16:creationId xmlns:a16="http://schemas.microsoft.com/office/drawing/2014/main" id="{24379E3C-684A-42B9-9094-9D96290CAF32}"/>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6" name="Freeform 14">
                    <a:extLst>
                      <a:ext uri="{FF2B5EF4-FFF2-40B4-BE49-F238E27FC236}">
                        <a16:creationId xmlns:a16="http://schemas.microsoft.com/office/drawing/2014/main" id="{6227999D-1F68-4C96-859F-45F08D3EB613}"/>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7" name="Freeform 15">
                    <a:extLst>
                      <a:ext uri="{FF2B5EF4-FFF2-40B4-BE49-F238E27FC236}">
                        <a16:creationId xmlns:a16="http://schemas.microsoft.com/office/drawing/2014/main" id="{7C69B478-C7A6-4BFC-8370-EE195805B441}"/>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8" name="Freeform 16">
                    <a:extLst>
                      <a:ext uri="{FF2B5EF4-FFF2-40B4-BE49-F238E27FC236}">
                        <a16:creationId xmlns:a16="http://schemas.microsoft.com/office/drawing/2014/main" id="{EDD4E65B-D77C-4B52-9EAD-FF4ADE5CBC59}"/>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9" name="Freeform 17">
                    <a:extLst>
                      <a:ext uri="{FF2B5EF4-FFF2-40B4-BE49-F238E27FC236}">
                        <a16:creationId xmlns:a16="http://schemas.microsoft.com/office/drawing/2014/main" id="{E336A295-DF42-4187-A521-7EF66867FF67}"/>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60" name="Group 18">
                    <a:extLst>
                      <a:ext uri="{FF2B5EF4-FFF2-40B4-BE49-F238E27FC236}">
                        <a16:creationId xmlns:a16="http://schemas.microsoft.com/office/drawing/2014/main" id="{346D4898-FA4A-4A17-BB17-44FA82D9A66F}"/>
                      </a:ext>
                    </a:extLst>
                  </p:cNvPr>
                  <p:cNvGrpSpPr>
                    <a:grpSpLocks/>
                  </p:cNvGrpSpPr>
                  <p:nvPr/>
                </p:nvGrpSpPr>
                <p:grpSpPr bwMode="auto">
                  <a:xfrm flipH="1">
                    <a:off x="1212" y="1104"/>
                    <a:ext cx="277" cy="235"/>
                    <a:chOff x="1590" y="1104"/>
                    <a:chExt cx="277" cy="235"/>
                  </a:xfrm>
                </p:grpSpPr>
                <p:sp>
                  <p:nvSpPr>
                    <p:cNvPr id="61" name="Freeform 19">
                      <a:extLst>
                        <a:ext uri="{FF2B5EF4-FFF2-40B4-BE49-F238E27FC236}">
                          <a16:creationId xmlns:a16="http://schemas.microsoft.com/office/drawing/2014/main" id="{52935D46-7E3F-4D97-A395-29E9086E45A4}"/>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2" name="Freeform 20">
                      <a:extLst>
                        <a:ext uri="{FF2B5EF4-FFF2-40B4-BE49-F238E27FC236}">
                          <a16:creationId xmlns:a16="http://schemas.microsoft.com/office/drawing/2014/main" id="{D369CF51-BF03-402C-B268-3F7926AB130A}"/>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3" name="Freeform 21">
                      <a:extLst>
                        <a:ext uri="{FF2B5EF4-FFF2-40B4-BE49-F238E27FC236}">
                          <a16:creationId xmlns:a16="http://schemas.microsoft.com/office/drawing/2014/main" id="{EB6DDC48-4B0E-4EE2-89C1-3FCD77D12B06}"/>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4" name="Freeform 22">
                      <a:extLst>
                        <a:ext uri="{FF2B5EF4-FFF2-40B4-BE49-F238E27FC236}">
                          <a16:creationId xmlns:a16="http://schemas.microsoft.com/office/drawing/2014/main" id="{418DEFCA-9A40-435D-A23A-7C3EBD6938BD}"/>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48" name="Group 23">
                  <a:extLst>
                    <a:ext uri="{FF2B5EF4-FFF2-40B4-BE49-F238E27FC236}">
                      <a16:creationId xmlns:a16="http://schemas.microsoft.com/office/drawing/2014/main" id="{EAEB5DD2-3CC2-4C54-90E2-8A4534963A9B}"/>
                    </a:ext>
                  </a:extLst>
                </p:cNvPr>
                <p:cNvGrpSpPr>
                  <a:grpSpLocks/>
                </p:cNvGrpSpPr>
                <p:nvPr/>
              </p:nvGrpSpPr>
              <p:grpSpPr bwMode="auto">
                <a:xfrm rot="4286940" flipH="1">
                  <a:off x="1038" y="766"/>
                  <a:ext cx="141" cy="50"/>
                  <a:chOff x="4032" y="2817"/>
                  <a:chExt cx="417" cy="635"/>
                </a:xfrm>
              </p:grpSpPr>
              <p:sp>
                <p:nvSpPr>
                  <p:cNvPr id="52" name="Oval 24">
                    <a:extLst>
                      <a:ext uri="{FF2B5EF4-FFF2-40B4-BE49-F238E27FC236}">
                        <a16:creationId xmlns:a16="http://schemas.microsoft.com/office/drawing/2014/main" id="{23DA3426-BE3C-4E02-90AF-3DECE7320BB2}"/>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53" name="Oval 25">
                    <a:extLst>
                      <a:ext uri="{FF2B5EF4-FFF2-40B4-BE49-F238E27FC236}">
                        <a16:creationId xmlns:a16="http://schemas.microsoft.com/office/drawing/2014/main" id="{0FEA9963-A8FA-4C46-B132-25A6563718FE}"/>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49" name="Group 26">
                  <a:extLst>
                    <a:ext uri="{FF2B5EF4-FFF2-40B4-BE49-F238E27FC236}">
                      <a16:creationId xmlns:a16="http://schemas.microsoft.com/office/drawing/2014/main" id="{D9F1F6D8-908B-4F3F-B43A-0D8B1C60678E}"/>
                    </a:ext>
                  </a:extLst>
                </p:cNvPr>
                <p:cNvGrpSpPr>
                  <a:grpSpLocks/>
                </p:cNvGrpSpPr>
                <p:nvPr/>
              </p:nvGrpSpPr>
              <p:grpSpPr bwMode="auto">
                <a:xfrm rot="4286940" flipH="1">
                  <a:off x="962" y="766"/>
                  <a:ext cx="141" cy="50"/>
                  <a:chOff x="4032" y="2817"/>
                  <a:chExt cx="417" cy="635"/>
                </a:xfrm>
              </p:grpSpPr>
              <p:sp>
                <p:nvSpPr>
                  <p:cNvPr id="50" name="Oval 27">
                    <a:extLst>
                      <a:ext uri="{FF2B5EF4-FFF2-40B4-BE49-F238E27FC236}">
                        <a16:creationId xmlns:a16="http://schemas.microsoft.com/office/drawing/2014/main" id="{C33F06F5-9FCB-49E6-A05B-AA3B00205BA3}"/>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51" name="Oval 28">
                    <a:extLst>
                      <a:ext uri="{FF2B5EF4-FFF2-40B4-BE49-F238E27FC236}">
                        <a16:creationId xmlns:a16="http://schemas.microsoft.com/office/drawing/2014/main" id="{11E928A3-B00F-4716-A069-73A4ACD9431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46" name="Oval 29">
                <a:extLst>
                  <a:ext uri="{FF2B5EF4-FFF2-40B4-BE49-F238E27FC236}">
                    <a16:creationId xmlns:a16="http://schemas.microsoft.com/office/drawing/2014/main" id="{D655EF65-F1AC-45E4-8DAA-94EC3C66C6FB}"/>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43" name="Freeform 30">
              <a:extLst>
                <a:ext uri="{FF2B5EF4-FFF2-40B4-BE49-F238E27FC236}">
                  <a16:creationId xmlns:a16="http://schemas.microsoft.com/office/drawing/2014/main" id="{F6B8EA23-8627-4983-A7A4-694B63491C9A}"/>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44" name="Freeform 31">
              <a:extLst>
                <a:ext uri="{FF2B5EF4-FFF2-40B4-BE49-F238E27FC236}">
                  <a16:creationId xmlns:a16="http://schemas.microsoft.com/office/drawing/2014/main" id="{1D4F2796-1534-4C7B-B77D-B3722696CA33}"/>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2">
            <a:extLst>
              <a:ext uri="{FF2B5EF4-FFF2-40B4-BE49-F238E27FC236}">
                <a16:creationId xmlns:a16="http://schemas.microsoft.com/office/drawing/2014/main" id="{5FD9D52D-8F2F-4FAC-9A32-35EEDD0578CE}"/>
              </a:ext>
            </a:extLst>
          </p:cNvPr>
          <p:cNvGrpSpPr>
            <a:grpSpLocks/>
          </p:cNvGrpSpPr>
          <p:nvPr/>
        </p:nvGrpSpPr>
        <p:grpSpPr bwMode="auto">
          <a:xfrm>
            <a:off x="2819400" y="2819400"/>
            <a:ext cx="1676400" cy="1676400"/>
            <a:chOff x="2352" y="624"/>
            <a:chExt cx="1056" cy="1056"/>
          </a:xfrm>
        </p:grpSpPr>
        <p:sp>
          <p:nvSpPr>
            <p:cNvPr id="18516" name="Rectangle 3">
              <a:extLst>
                <a:ext uri="{FF2B5EF4-FFF2-40B4-BE49-F238E27FC236}">
                  <a16:creationId xmlns:a16="http://schemas.microsoft.com/office/drawing/2014/main" id="{717E94E5-BEC6-4D5F-B3FF-757130163FC9}"/>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517" name="Text Box 4">
              <a:extLst>
                <a:ext uri="{FF2B5EF4-FFF2-40B4-BE49-F238E27FC236}">
                  <a16:creationId xmlns:a16="http://schemas.microsoft.com/office/drawing/2014/main" id="{0319E807-CC83-4942-AC92-A6A7766D9EE1}"/>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a:t>
              </a:r>
              <a:endPar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endParaRPr>
            </a:p>
          </p:txBody>
        </p:sp>
      </p:grpSp>
      <p:sp>
        <p:nvSpPr>
          <p:cNvPr id="18435" name="Text Box 5">
            <a:extLst>
              <a:ext uri="{FF2B5EF4-FFF2-40B4-BE49-F238E27FC236}">
                <a16:creationId xmlns:a16="http://schemas.microsoft.com/office/drawing/2014/main" id="{B90B43CF-CB6A-4B17-B557-FCEB18658C3A}"/>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18436" name="Rectangle 6">
            <a:extLst>
              <a:ext uri="{FF2B5EF4-FFF2-40B4-BE49-F238E27FC236}">
                <a16:creationId xmlns:a16="http://schemas.microsoft.com/office/drawing/2014/main" id="{9FA2B705-2519-4906-B57A-CCC90EEF4FA8}"/>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18437" name="Text Box 7">
            <a:extLst>
              <a:ext uri="{FF2B5EF4-FFF2-40B4-BE49-F238E27FC236}">
                <a16:creationId xmlns:a16="http://schemas.microsoft.com/office/drawing/2014/main" id="{A7BD9790-1483-49DA-897D-2F2C3A83C15F}"/>
              </a:ext>
            </a:extLst>
          </p:cNvPr>
          <p:cNvSpPr txBox="1">
            <a:spLocks noChangeArrowheads="1"/>
          </p:cNvSpPr>
          <p:nvPr/>
        </p:nvSpPr>
        <p:spPr bwMode="auto">
          <a:xfrm>
            <a:off x="5334000" y="914401"/>
            <a:ext cx="51816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Consider your input instance</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Allocate work </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Construct one or more subinstances</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Assume by magic your friends give you the answer for these.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439" name="AutoShape 32">
            <a:extLst>
              <a:ext uri="{FF2B5EF4-FFF2-40B4-BE49-F238E27FC236}">
                <a16:creationId xmlns:a16="http://schemas.microsoft.com/office/drawing/2014/main" id="{37BFC09B-4196-4C3E-BEE0-3C2C5540AA96}"/>
              </a:ext>
            </a:extLst>
          </p:cNvPr>
          <p:cNvSpPr>
            <a:spLocks noChangeArrowheads="1"/>
          </p:cNvSpPr>
          <p:nvPr/>
        </p:nvSpPr>
        <p:spPr bwMode="auto">
          <a:xfrm>
            <a:off x="3124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440" name="AutoShape 33">
            <a:extLst>
              <a:ext uri="{FF2B5EF4-FFF2-40B4-BE49-F238E27FC236}">
                <a16:creationId xmlns:a16="http://schemas.microsoft.com/office/drawing/2014/main" id="{DB8BEDAA-33A6-4A74-8FDF-09A7BF763E30}"/>
              </a:ext>
            </a:extLst>
          </p:cNvPr>
          <p:cNvSpPr>
            <a:spLocks noChangeArrowheads="1"/>
          </p:cNvSpPr>
          <p:nvPr/>
        </p:nvSpPr>
        <p:spPr bwMode="auto">
          <a:xfrm>
            <a:off x="4038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441" name="AutoShape 34">
            <a:extLst>
              <a:ext uri="{FF2B5EF4-FFF2-40B4-BE49-F238E27FC236}">
                <a16:creationId xmlns:a16="http://schemas.microsoft.com/office/drawing/2014/main" id="{6E91109B-6803-4C80-9566-868228254E2D}"/>
              </a:ext>
            </a:extLst>
          </p:cNvPr>
          <p:cNvSpPr>
            <a:spLocks noChangeArrowheads="1"/>
          </p:cNvSpPr>
          <p:nvPr/>
        </p:nvSpPr>
        <p:spPr bwMode="auto">
          <a:xfrm>
            <a:off x="2133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442" name="Text Box 35">
            <a:extLst>
              <a:ext uri="{FF2B5EF4-FFF2-40B4-BE49-F238E27FC236}">
                <a16:creationId xmlns:a16="http://schemas.microsoft.com/office/drawing/2014/main" id="{B4792F93-27FA-41B9-BAA4-7D915581A42A}"/>
              </a:ext>
            </a:extLst>
          </p:cNvPr>
          <p:cNvSpPr txBox="1">
            <a:spLocks noChangeArrowheads="1"/>
          </p:cNvSpPr>
          <p:nvPr/>
        </p:nvSpPr>
        <p:spPr bwMode="auto">
          <a:xfrm>
            <a:off x="2286000" y="56515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3</a:t>
            </a:r>
          </a:p>
        </p:txBody>
      </p:sp>
      <p:sp>
        <p:nvSpPr>
          <p:cNvPr id="18443" name="Text Box 36">
            <a:extLst>
              <a:ext uri="{FF2B5EF4-FFF2-40B4-BE49-F238E27FC236}">
                <a16:creationId xmlns:a16="http://schemas.microsoft.com/office/drawing/2014/main" id="{F204B92B-9C1A-4A8E-9D3E-C92A3D262EC8}"/>
              </a:ext>
            </a:extLst>
          </p:cNvPr>
          <p:cNvSpPr txBox="1">
            <a:spLocks noChangeArrowheads="1"/>
          </p:cNvSpPr>
          <p:nvPr/>
        </p:nvSpPr>
        <p:spPr bwMode="auto">
          <a:xfrm>
            <a:off x="3270250" y="56388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6</a:t>
            </a:r>
          </a:p>
        </p:txBody>
      </p:sp>
      <p:sp>
        <p:nvSpPr>
          <p:cNvPr id="18444" name="Text Box 37">
            <a:extLst>
              <a:ext uri="{FF2B5EF4-FFF2-40B4-BE49-F238E27FC236}">
                <a16:creationId xmlns:a16="http://schemas.microsoft.com/office/drawing/2014/main" id="{3330BC36-CB0E-4AEB-8F3E-E8E323531B8F}"/>
              </a:ext>
            </a:extLst>
          </p:cNvPr>
          <p:cNvSpPr txBox="1">
            <a:spLocks noChangeArrowheads="1"/>
          </p:cNvSpPr>
          <p:nvPr/>
        </p:nvSpPr>
        <p:spPr bwMode="auto">
          <a:xfrm>
            <a:off x="4159250" y="5651500"/>
            <a:ext cx="793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18</a:t>
            </a:r>
          </a:p>
        </p:txBody>
      </p:sp>
      <p:sp>
        <p:nvSpPr>
          <p:cNvPr id="18445" name="Line 38">
            <a:extLst>
              <a:ext uri="{FF2B5EF4-FFF2-40B4-BE49-F238E27FC236}">
                <a16:creationId xmlns:a16="http://schemas.microsoft.com/office/drawing/2014/main" id="{1E211815-EEE9-41FB-9C40-783823DB382A}"/>
              </a:ext>
            </a:extLst>
          </p:cNvPr>
          <p:cNvSpPr>
            <a:spLocks noChangeShapeType="1"/>
          </p:cNvSpPr>
          <p:nvPr/>
        </p:nvSpPr>
        <p:spPr bwMode="auto">
          <a:xfrm flipH="1">
            <a:off x="2590800" y="44958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446" name="Line 39">
            <a:extLst>
              <a:ext uri="{FF2B5EF4-FFF2-40B4-BE49-F238E27FC236}">
                <a16:creationId xmlns:a16="http://schemas.microsoft.com/office/drawing/2014/main" id="{011F5A9A-920B-4134-90D9-996264605941}"/>
              </a:ext>
            </a:extLst>
          </p:cNvPr>
          <p:cNvSpPr>
            <a:spLocks noChangeShapeType="1"/>
          </p:cNvSpPr>
          <p:nvPr/>
        </p:nvSpPr>
        <p:spPr bwMode="auto">
          <a:xfrm flipH="1">
            <a:off x="3581400" y="44958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447" name="Line 40">
            <a:extLst>
              <a:ext uri="{FF2B5EF4-FFF2-40B4-BE49-F238E27FC236}">
                <a16:creationId xmlns:a16="http://schemas.microsoft.com/office/drawing/2014/main" id="{A932062B-B5AF-44D3-BDD4-C2914E2A1199}"/>
              </a:ext>
            </a:extLst>
          </p:cNvPr>
          <p:cNvSpPr>
            <a:spLocks noChangeShapeType="1"/>
          </p:cNvSpPr>
          <p:nvPr/>
        </p:nvSpPr>
        <p:spPr bwMode="auto">
          <a:xfrm>
            <a:off x="3657600" y="44958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86" name="Group 8">
            <a:extLst>
              <a:ext uri="{FF2B5EF4-FFF2-40B4-BE49-F238E27FC236}">
                <a16:creationId xmlns:a16="http://schemas.microsoft.com/office/drawing/2014/main" id="{311BD4C0-3A31-42D8-9767-2ACF923A0AEC}"/>
              </a:ext>
            </a:extLst>
          </p:cNvPr>
          <p:cNvGrpSpPr>
            <a:grpSpLocks/>
          </p:cNvGrpSpPr>
          <p:nvPr/>
        </p:nvGrpSpPr>
        <p:grpSpPr bwMode="auto">
          <a:xfrm>
            <a:off x="3875830" y="4680740"/>
            <a:ext cx="441325" cy="1066800"/>
            <a:chOff x="864" y="465"/>
            <a:chExt cx="1046" cy="2358"/>
          </a:xfrm>
        </p:grpSpPr>
        <p:grpSp>
          <p:nvGrpSpPr>
            <p:cNvPr id="87" name="Group 9">
              <a:extLst>
                <a:ext uri="{FF2B5EF4-FFF2-40B4-BE49-F238E27FC236}">
                  <a16:creationId xmlns:a16="http://schemas.microsoft.com/office/drawing/2014/main" id="{E384E660-5466-4593-AE7C-B5B1C81CB700}"/>
                </a:ext>
              </a:extLst>
            </p:cNvPr>
            <p:cNvGrpSpPr>
              <a:grpSpLocks/>
            </p:cNvGrpSpPr>
            <p:nvPr/>
          </p:nvGrpSpPr>
          <p:grpSpPr bwMode="auto">
            <a:xfrm>
              <a:off x="864" y="465"/>
              <a:ext cx="1008" cy="2319"/>
              <a:chOff x="587" y="528"/>
              <a:chExt cx="1008" cy="2319"/>
            </a:xfrm>
          </p:grpSpPr>
          <p:grpSp>
            <p:nvGrpSpPr>
              <p:cNvPr id="90" name="Group 10">
                <a:extLst>
                  <a:ext uri="{FF2B5EF4-FFF2-40B4-BE49-F238E27FC236}">
                    <a16:creationId xmlns:a16="http://schemas.microsoft.com/office/drawing/2014/main" id="{8473165A-F881-4A04-9058-6C7439349C4C}"/>
                  </a:ext>
                </a:extLst>
              </p:cNvPr>
              <p:cNvGrpSpPr>
                <a:grpSpLocks/>
              </p:cNvGrpSpPr>
              <p:nvPr/>
            </p:nvGrpSpPr>
            <p:grpSpPr bwMode="auto">
              <a:xfrm>
                <a:off x="587" y="528"/>
                <a:ext cx="1008" cy="2319"/>
                <a:chOff x="587" y="528"/>
                <a:chExt cx="1008" cy="2319"/>
              </a:xfrm>
            </p:grpSpPr>
            <p:grpSp>
              <p:nvGrpSpPr>
                <p:cNvPr id="92" name="Group 11">
                  <a:extLst>
                    <a:ext uri="{FF2B5EF4-FFF2-40B4-BE49-F238E27FC236}">
                      <a16:creationId xmlns:a16="http://schemas.microsoft.com/office/drawing/2014/main" id="{D80B831B-168B-4B77-A7AA-5031367BA7D5}"/>
                    </a:ext>
                  </a:extLst>
                </p:cNvPr>
                <p:cNvGrpSpPr>
                  <a:grpSpLocks/>
                </p:cNvGrpSpPr>
                <p:nvPr/>
              </p:nvGrpSpPr>
              <p:grpSpPr bwMode="auto">
                <a:xfrm>
                  <a:off x="587" y="528"/>
                  <a:ext cx="1008" cy="2319"/>
                  <a:chOff x="1151" y="1104"/>
                  <a:chExt cx="686" cy="1741"/>
                </a:xfrm>
              </p:grpSpPr>
              <p:sp>
                <p:nvSpPr>
                  <p:cNvPr id="99" name="Freeform 12">
                    <a:extLst>
                      <a:ext uri="{FF2B5EF4-FFF2-40B4-BE49-F238E27FC236}">
                        <a16:creationId xmlns:a16="http://schemas.microsoft.com/office/drawing/2014/main" id="{0CB7D011-02D9-4A30-97FF-5B85289A432B}"/>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0" name="Freeform 13">
                    <a:extLst>
                      <a:ext uri="{FF2B5EF4-FFF2-40B4-BE49-F238E27FC236}">
                        <a16:creationId xmlns:a16="http://schemas.microsoft.com/office/drawing/2014/main" id="{1B705CB3-A98E-4A11-B6E7-CF7BD75AA807}"/>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1" name="Freeform 14">
                    <a:extLst>
                      <a:ext uri="{FF2B5EF4-FFF2-40B4-BE49-F238E27FC236}">
                        <a16:creationId xmlns:a16="http://schemas.microsoft.com/office/drawing/2014/main" id="{D4ED6F58-86BC-494E-AB39-68CE701C6C3B}"/>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2" name="Freeform 15">
                    <a:extLst>
                      <a:ext uri="{FF2B5EF4-FFF2-40B4-BE49-F238E27FC236}">
                        <a16:creationId xmlns:a16="http://schemas.microsoft.com/office/drawing/2014/main" id="{CACB8905-DDB8-45C4-82E5-2D3F02FE788B}"/>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3" name="Freeform 16">
                    <a:extLst>
                      <a:ext uri="{FF2B5EF4-FFF2-40B4-BE49-F238E27FC236}">
                        <a16:creationId xmlns:a16="http://schemas.microsoft.com/office/drawing/2014/main" id="{E2B92AAF-952C-4837-9D29-7BB6ACC9775F}"/>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4" name="Freeform 17">
                    <a:extLst>
                      <a:ext uri="{FF2B5EF4-FFF2-40B4-BE49-F238E27FC236}">
                        <a16:creationId xmlns:a16="http://schemas.microsoft.com/office/drawing/2014/main" id="{9C2DDF42-3E5E-45B8-9A37-0A3F205BC2BC}"/>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05" name="Group 18">
                    <a:extLst>
                      <a:ext uri="{FF2B5EF4-FFF2-40B4-BE49-F238E27FC236}">
                        <a16:creationId xmlns:a16="http://schemas.microsoft.com/office/drawing/2014/main" id="{0BF59507-A0E6-4CCA-AE30-E7CDEB631C71}"/>
                      </a:ext>
                    </a:extLst>
                  </p:cNvPr>
                  <p:cNvGrpSpPr>
                    <a:grpSpLocks/>
                  </p:cNvGrpSpPr>
                  <p:nvPr/>
                </p:nvGrpSpPr>
                <p:grpSpPr bwMode="auto">
                  <a:xfrm flipH="1">
                    <a:off x="1212" y="1104"/>
                    <a:ext cx="277" cy="235"/>
                    <a:chOff x="1590" y="1104"/>
                    <a:chExt cx="277" cy="235"/>
                  </a:xfrm>
                </p:grpSpPr>
                <p:sp>
                  <p:nvSpPr>
                    <p:cNvPr id="106" name="Freeform 19">
                      <a:extLst>
                        <a:ext uri="{FF2B5EF4-FFF2-40B4-BE49-F238E27FC236}">
                          <a16:creationId xmlns:a16="http://schemas.microsoft.com/office/drawing/2014/main" id="{2D3E7FC0-37F9-4530-8884-CA46F2B73C47}"/>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7" name="Freeform 20">
                      <a:extLst>
                        <a:ext uri="{FF2B5EF4-FFF2-40B4-BE49-F238E27FC236}">
                          <a16:creationId xmlns:a16="http://schemas.microsoft.com/office/drawing/2014/main" id="{0F493705-F562-43D2-B74E-1E07486BD4F1}"/>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8" name="Freeform 21">
                      <a:extLst>
                        <a:ext uri="{FF2B5EF4-FFF2-40B4-BE49-F238E27FC236}">
                          <a16:creationId xmlns:a16="http://schemas.microsoft.com/office/drawing/2014/main" id="{748B9326-35E9-43FD-A846-B778B6FDD9F9}"/>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9" name="Freeform 22">
                      <a:extLst>
                        <a:ext uri="{FF2B5EF4-FFF2-40B4-BE49-F238E27FC236}">
                          <a16:creationId xmlns:a16="http://schemas.microsoft.com/office/drawing/2014/main" id="{BFA04D63-61DC-438D-A8BB-730B2F5C4653}"/>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93" name="Group 23">
                  <a:extLst>
                    <a:ext uri="{FF2B5EF4-FFF2-40B4-BE49-F238E27FC236}">
                      <a16:creationId xmlns:a16="http://schemas.microsoft.com/office/drawing/2014/main" id="{C7A713AD-2061-4BD9-AEDD-B0B290CBC602}"/>
                    </a:ext>
                  </a:extLst>
                </p:cNvPr>
                <p:cNvGrpSpPr>
                  <a:grpSpLocks/>
                </p:cNvGrpSpPr>
                <p:nvPr/>
              </p:nvGrpSpPr>
              <p:grpSpPr bwMode="auto">
                <a:xfrm rot="4286940" flipH="1">
                  <a:off x="1038" y="766"/>
                  <a:ext cx="141" cy="50"/>
                  <a:chOff x="4032" y="2817"/>
                  <a:chExt cx="417" cy="635"/>
                </a:xfrm>
              </p:grpSpPr>
              <p:sp>
                <p:nvSpPr>
                  <p:cNvPr id="97" name="Oval 24">
                    <a:extLst>
                      <a:ext uri="{FF2B5EF4-FFF2-40B4-BE49-F238E27FC236}">
                        <a16:creationId xmlns:a16="http://schemas.microsoft.com/office/drawing/2014/main" id="{49181578-2AC0-47C5-949B-EB3C94E59B2A}"/>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8" name="Oval 25">
                    <a:extLst>
                      <a:ext uri="{FF2B5EF4-FFF2-40B4-BE49-F238E27FC236}">
                        <a16:creationId xmlns:a16="http://schemas.microsoft.com/office/drawing/2014/main" id="{91A01597-7BEC-4560-9031-1189ADFB62DF}"/>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94" name="Group 26">
                  <a:extLst>
                    <a:ext uri="{FF2B5EF4-FFF2-40B4-BE49-F238E27FC236}">
                      <a16:creationId xmlns:a16="http://schemas.microsoft.com/office/drawing/2014/main" id="{911B61AA-3B77-4635-A357-DE6D55B76FEE}"/>
                    </a:ext>
                  </a:extLst>
                </p:cNvPr>
                <p:cNvGrpSpPr>
                  <a:grpSpLocks/>
                </p:cNvGrpSpPr>
                <p:nvPr/>
              </p:nvGrpSpPr>
              <p:grpSpPr bwMode="auto">
                <a:xfrm rot="4286940" flipH="1">
                  <a:off x="962" y="766"/>
                  <a:ext cx="141" cy="50"/>
                  <a:chOff x="4032" y="2817"/>
                  <a:chExt cx="417" cy="635"/>
                </a:xfrm>
              </p:grpSpPr>
              <p:sp>
                <p:nvSpPr>
                  <p:cNvPr id="95" name="Oval 27">
                    <a:extLst>
                      <a:ext uri="{FF2B5EF4-FFF2-40B4-BE49-F238E27FC236}">
                        <a16:creationId xmlns:a16="http://schemas.microsoft.com/office/drawing/2014/main" id="{5AF6FD1C-15D4-4B77-BA12-8D6D5C2A0EB3}"/>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6" name="Oval 28">
                    <a:extLst>
                      <a:ext uri="{FF2B5EF4-FFF2-40B4-BE49-F238E27FC236}">
                        <a16:creationId xmlns:a16="http://schemas.microsoft.com/office/drawing/2014/main" id="{F0BE7985-D4AA-4E30-9DE6-F65E1BE91131}"/>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91" name="Oval 29">
                <a:extLst>
                  <a:ext uri="{FF2B5EF4-FFF2-40B4-BE49-F238E27FC236}">
                    <a16:creationId xmlns:a16="http://schemas.microsoft.com/office/drawing/2014/main" id="{3C518BD4-5FFE-457C-B4B3-BAF9014B2C12}"/>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88" name="Freeform 30">
              <a:extLst>
                <a:ext uri="{FF2B5EF4-FFF2-40B4-BE49-F238E27FC236}">
                  <a16:creationId xmlns:a16="http://schemas.microsoft.com/office/drawing/2014/main" id="{DFD78EFF-A802-43D2-B470-0DE543781BBE}"/>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89" name="Freeform 31">
              <a:extLst>
                <a:ext uri="{FF2B5EF4-FFF2-40B4-BE49-F238E27FC236}">
                  <a16:creationId xmlns:a16="http://schemas.microsoft.com/office/drawing/2014/main" id="{35B785FE-83A2-4012-A951-F09F332474A1}"/>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10" name="Group 8">
            <a:extLst>
              <a:ext uri="{FF2B5EF4-FFF2-40B4-BE49-F238E27FC236}">
                <a16:creationId xmlns:a16="http://schemas.microsoft.com/office/drawing/2014/main" id="{6C98593D-4B5A-43A2-986E-47F3E73B3075}"/>
              </a:ext>
            </a:extLst>
          </p:cNvPr>
          <p:cNvGrpSpPr>
            <a:grpSpLocks/>
          </p:cNvGrpSpPr>
          <p:nvPr/>
        </p:nvGrpSpPr>
        <p:grpSpPr bwMode="auto">
          <a:xfrm>
            <a:off x="2971112" y="4816921"/>
            <a:ext cx="441325" cy="1066800"/>
            <a:chOff x="864" y="465"/>
            <a:chExt cx="1046" cy="2358"/>
          </a:xfrm>
        </p:grpSpPr>
        <p:grpSp>
          <p:nvGrpSpPr>
            <p:cNvPr id="111" name="Group 9">
              <a:extLst>
                <a:ext uri="{FF2B5EF4-FFF2-40B4-BE49-F238E27FC236}">
                  <a16:creationId xmlns:a16="http://schemas.microsoft.com/office/drawing/2014/main" id="{F172E5E3-A9FB-4A51-8339-E9F77DE6E050}"/>
                </a:ext>
              </a:extLst>
            </p:cNvPr>
            <p:cNvGrpSpPr>
              <a:grpSpLocks/>
            </p:cNvGrpSpPr>
            <p:nvPr/>
          </p:nvGrpSpPr>
          <p:grpSpPr bwMode="auto">
            <a:xfrm>
              <a:off x="864" y="465"/>
              <a:ext cx="1008" cy="2319"/>
              <a:chOff x="587" y="528"/>
              <a:chExt cx="1008" cy="2319"/>
            </a:xfrm>
          </p:grpSpPr>
          <p:grpSp>
            <p:nvGrpSpPr>
              <p:cNvPr id="114" name="Group 10">
                <a:extLst>
                  <a:ext uri="{FF2B5EF4-FFF2-40B4-BE49-F238E27FC236}">
                    <a16:creationId xmlns:a16="http://schemas.microsoft.com/office/drawing/2014/main" id="{D04283E2-F452-4D3E-8367-05D341D7058D}"/>
                  </a:ext>
                </a:extLst>
              </p:cNvPr>
              <p:cNvGrpSpPr>
                <a:grpSpLocks/>
              </p:cNvGrpSpPr>
              <p:nvPr/>
            </p:nvGrpSpPr>
            <p:grpSpPr bwMode="auto">
              <a:xfrm>
                <a:off x="587" y="528"/>
                <a:ext cx="1008" cy="2319"/>
                <a:chOff x="587" y="528"/>
                <a:chExt cx="1008" cy="2319"/>
              </a:xfrm>
            </p:grpSpPr>
            <p:grpSp>
              <p:nvGrpSpPr>
                <p:cNvPr id="116" name="Group 11">
                  <a:extLst>
                    <a:ext uri="{FF2B5EF4-FFF2-40B4-BE49-F238E27FC236}">
                      <a16:creationId xmlns:a16="http://schemas.microsoft.com/office/drawing/2014/main" id="{DA21B689-C41E-43BF-9FC4-7696F393D86A}"/>
                    </a:ext>
                  </a:extLst>
                </p:cNvPr>
                <p:cNvGrpSpPr>
                  <a:grpSpLocks/>
                </p:cNvGrpSpPr>
                <p:nvPr/>
              </p:nvGrpSpPr>
              <p:grpSpPr bwMode="auto">
                <a:xfrm>
                  <a:off x="587" y="528"/>
                  <a:ext cx="1008" cy="2319"/>
                  <a:chOff x="1151" y="1104"/>
                  <a:chExt cx="686" cy="1741"/>
                </a:xfrm>
              </p:grpSpPr>
              <p:sp>
                <p:nvSpPr>
                  <p:cNvPr id="123" name="Freeform 12">
                    <a:extLst>
                      <a:ext uri="{FF2B5EF4-FFF2-40B4-BE49-F238E27FC236}">
                        <a16:creationId xmlns:a16="http://schemas.microsoft.com/office/drawing/2014/main" id="{DCED9D77-F63B-4A20-B991-E7968CFE28CF}"/>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4" name="Freeform 13">
                    <a:extLst>
                      <a:ext uri="{FF2B5EF4-FFF2-40B4-BE49-F238E27FC236}">
                        <a16:creationId xmlns:a16="http://schemas.microsoft.com/office/drawing/2014/main" id="{B31CD15F-8ECB-4292-A470-F2ED9F631FE4}"/>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5" name="Freeform 14">
                    <a:extLst>
                      <a:ext uri="{FF2B5EF4-FFF2-40B4-BE49-F238E27FC236}">
                        <a16:creationId xmlns:a16="http://schemas.microsoft.com/office/drawing/2014/main" id="{C5F6CC1B-9967-49E9-B23E-549B02D55DD4}"/>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6" name="Freeform 15">
                    <a:extLst>
                      <a:ext uri="{FF2B5EF4-FFF2-40B4-BE49-F238E27FC236}">
                        <a16:creationId xmlns:a16="http://schemas.microsoft.com/office/drawing/2014/main" id="{9798D983-9C6D-4DC2-A1C6-EE5B6F97A066}"/>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7" name="Freeform 16">
                    <a:extLst>
                      <a:ext uri="{FF2B5EF4-FFF2-40B4-BE49-F238E27FC236}">
                        <a16:creationId xmlns:a16="http://schemas.microsoft.com/office/drawing/2014/main" id="{6A77A3FC-2EA8-4B39-B131-5955F1FCF8A0}"/>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8" name="Freeform 17">
                    <a:extLst>
                      <a:ext uri="{FF2B5EF4-FFF2-40B4-BE49-F238E27FC236}">
                        <a16:creationId xmlns:a16="http://schemas.microsoft.com/office/drawing/2014/main" id="{D9CDD772-F6CA-46AB-9E15-3043256A68BC}"/>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29" name="Group 18">
                    <a:extLst>
                      <a:ext uri="{FF2B5EF4-FFF2-40B4-BE49-F238E27FC236}">
                        <a16:creationId xmlns:a16="http://schemas.microsoft.com/office/drawing/2014/main" id="{DF5F7F43-7719-412A-A47A-070F0F4AC2CD}"/>
                      </a:ext>
                    </a:extLst>
                  </p:cNvPr>
                  <p:cNvGrpSpPr>
                    <a:grpSpLocks/>
                  </p:cNvGrpSpPr>
                  <p:nvPr/>
                </p:nvGrpSpPr>
                <p:grpSpPr bwMode="auto">
                  <a:xfrm flipH="1">
                    <a:off x="1212" y="1104"/>
                    <a:ext cx="277" cy="235"/>
                    <a:chOff x="1590" y="1104"/>
                    <a:chExt cx="277" cy="235"/>
                  </a:xfrm>
                </p:grpSpPr>
                <p:sp>
                  <p:nvSpPr>
                    <p:cNvPr id="130" name="Freeform 19">
                      <a:extLst>
                        <a:ext uri="{FF2B5EF4-FFF2-40B4-BE49-F238E27FC236}">
                          <a16:creationId xmlns:a16="http://schemas.microsoft.com/office/drawing/2014/main" id="{8850D93F-3780-4A8F-93D8-5B6B73D5D95E}"/>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1" name="Freeform 20">
                      <a:extLst>
                        <a:ext uri="{FF2B5EF4-FFF2-40B4-BE49-F238E27FC236}">
                          <a16:creationId xmlns:a16="http://schemas.microsoft.com/office/drawing/2014/main" id="{4BD7E276-616C-4E0F-BBBA-22028B126741}"/>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2" name="Freeform 21">
                      <a:extLst>
                        <a:ext uri="{FF2B5EF4-FFF2-40B4-BE49-F238E27FC236}">
                          <a16:creationId xmlns:a16="http://schemas.microsoft.com/office/drawing/2014/main" id="{35857F75-5C5F-4479-A48C-DC8510BD669E}"/>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3" name="Freeform 22">
                      <a:extLst>
                        <a:ext uri="{FF2B5EF4-FFF2-40B4-BE49-F238E27FC236}">
                          <a16:creationId xmlns:a16="http://schemas.microsoft.com/office/drawing/2014/main" id="{A16EE579-7E4B-4169-B484-68957F1D51EB}"/>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17" name="Group 23">
                  <a:extLst>
                    <a:ext uri="{FF2B5EF4-FFF2-40B4-BE49-F238E27FC236}">
                      <a16:creationId xmlns:a16="http://schemas.microsoft.com/office/drawing/2014/main" id="{EAA3B295-2132-4298-B27A-DF7CB6CA603D}"/>
                    </a:ext>
                  </a:extLst>
                </p:cNvPr>
                <p:cNvGrpSpPr>
                  <a:grpSpLocks/>
                </p:cNvGrpSpPr>
                <p:nvPr/>
              </p:nvGrpSpPr>
              <p:grpSpPr bwMode="auto">
                <a:xfrm rot="4286940" flipH="1">
                  <a:off x="1038" y="766"/>
                  <a:ext cx="141" cy="50"/>
                  <a:chOff x="4032" y="2817"/>
                  <a:chExt cx="417" cy="635"/>
                </a:xfrm>
              </p:grpSpPr>
              <p:sp>
                <p:nvSpPr>
                  <p:cNvPr id="121" name="Oval 24">
                    <a:extLst>
                      <a:ext uri="{FF2B5EF4-FFF2-40B4-BE49-F238E27FC236}">
                        <a16:creationId xmlns:a16="http://schemas.microsoft.com/office/drawing/2014/main" id="{DDB42364-9C10-459E-880F-1F2B71DFE8AC}"/>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2" name="Oval 25">
                    <a:extLst>
                      <a:ext uri="{FF2B5EF4-FFF2-40B4-BE49-F238E27FC236}">
                        <a16:creationId xmlns:a16="http://schemas.microsoft.com/office/drawing/2014/main" id="{319B5BE5-D447-4C2B-B770-002F5FD12148}"/>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8" name="Group 26">
                  <a:extLst>
                    <a:ext uri="{FF2B5EF4-FFF2-40B4-BE49-F238E27FC236}">
                      <a16:creationId xmlns:a16="http://schemas.microsoft.com/office/drawing/2014/main" id="{A25252EA-92F9-4C9F-AFB3-A43DEDF16644}"/>
                    </a:ext>
                  </a:extLst>
                </p:cNvPr>
                <p:cNvGrpSpPr>
                  <a:grpSpLocks/>
                </p:cNvGrpSpPr>
                <p:nvPr/>
              </p:nvGrpSpPr>
              <p:grpSpPr bwMode="auto">
                <a:xfrm rot="4286940" flipH="1">
                  <a:off x="962" y="766"/>
                  <a:ext cx="141" cy="50"/>
                  <a:chOff x="4032" y="2817"/>
                  <a:chExt cx="417" cy="635"/>
                </a:xfrm>
              </p:grpSpPr>
              <p:sp>
                <p:nvSpPr>
                  <p:cNvPr id="119" name="Oval 27">
                    <a:extLst>
                      <a:ext uri="{FF2B5EF4-FFF2-40B4-BE49-F238E27FC236}">
                        <a16:creationId xmlns:a16="http://schemas.microsoft.com/office/drawing/2014/main" id="{BFB385AA-F203-4686-BD6E-686EDAE01ED7}"/>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0" name="Oval 28">
                    <a:extLst>
                      <a:ext uri="{FF2B5EF4-FFF2-40B4-BE49-F238E27FC236}">
                        <a16:creationId xmlns:a16="http://schemas.microsoft.com/office/drawing/2014/main" id="{8E7BC4C1-A88E-4D86-895F-6675291589E2}"/>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15" name="Oval 29">
                <a:extLst>
                  <a:ext uri="{FF2B5EF4-FFF2-40B4-BE49-F238E27FC236}">
                    <a16:creationId xmlns:a16="http://schemas.microsoft.com/office/drawing/2014/main" id="{C33C019B-9B73-4087-925C-F8673F63DE7A}"/>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12" name="Freeform 30">
              <a:extLst>
                <a:ext uri="{FF2B5EF4-FFF2-40B4-BE49-F238E27FC236}">
                  <a16:creationId xmlns:a16="http://schemas.microsoft.com/office/drawing/2014/main" id="{184E398F-1E2B-4099-A31E-B7FB90AEE8E7}"/>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13" name="Freeform 31">
              <a:extLst>
                <a:ext uri="{FF2B5EF4-FFF2-40B4-BE49-F238E27FC236}">
                  <a16:creationId xmlns:a16="http://schemas.microsoft.com/office/drawing/2014/main" id="{0EC7EF8C-230C-4323-837D-7C79726E8A8E}"/>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34" name="Group 8">
            <a:extLst>
              <a:ext uri="{FF2B5EF4-FFF2-40B4-BE49-F238E27FC236}">
                <a16:creationId xmlns:a16="http://schemas.microsoft.com/office/drawing/2014/main" id="{A0A20884-ACDD-4A5C-91DE-346076D7E09D}"/>
              </a:ext>
            </a:extLst>
          </p:cNvPr>
          <p:cNvGrpSpPr>
            <a:grpSpLocks/>
          </p:cNvGrpSpPr>
          <p:nvPr/>
        </p:nvGrpSpPr>
        <p:grpSpPr bwMode="auto">
          <a:xfrm>
            <a:off x="1983514" y="4680740"/>
            <a:ext cx="441325" cy="1066800"/>
            <a:chOff x="864" y="465"/>
            <a:chExt cx="1046" cy="2358"/>
          </a:xfrm>
        </p:grpSpPr>
        <p:grpSp>
          <p:nvGrpSpPr>
            <p:cNvPr id="135" name="Group 9">
              <a:extLst>
                <a:ext uri="{FF2B5EF4-FFF2-40B4-BE49-F238E27FC236}">
                  <a16:creationId xmlns:a16="http://schemas.microsoft.com/office/drawing/2014/main" id="{D23F6E48-24ED-462F-9055-2B6AFEF62176}"/>
                </a:ext>
              </a:extLst>
            </p:cNvPr>
            <p:cNvGrpSpPr>
              <a:grpSpLocks/>
            </p:cNvGrpSpPr>
            <p:nvPr/>
          </p:nvGrpSpPr>
          <p:grpSpPr bwMode="auto">
            <a:xfrm>
              <a:off x="864" y="465"/>
              <a:ext cx="1008" cy="2319"/>
              <a:chOff x="587" y="528"/>
              <a:chExt cx="1008" cy="2319"/>
            </a:xfrm>
          </p:grpSpPr>
          <p:grpSp>
            <p:nvGrpSpPr>
              <p:cNvPr id="138" name="Group 10">
                <a:extLst>
                  <a:ext uri="{FF2B5EF4-FFF2-40B4-BE49-F238E27FC236}">
                    <a16:creationId xmlns:a16="http://schemas.microsoft.com/office/drawing/2014/main" id="{0620D7F4-5FE4-4DF4-955E-02A5FBC149D1}"/>
                  </a:ext>
                </a:extLst>
              </p:cNvPr>
              <p:cNvGrpSpPr>
                <a:grpSpLocks/>
              </p:cNvGrpSpPr>
              <p:nvPr/>
            </p:nvGrpSpPr>
            <p:grpSpPr bwMode="auto">
              <a:xfrm>
                <a:off x="587" y="528"/>
                <a:ext cx="1008" cy="2319"/>
                <a:chOff x="587" y="528"/>
                <a:chExt cx="1008" cy="2319"/>
              </a:xfrm>
            </p:grpSpPr>
            <p:grpSp>
              <p:nvGrpSpPr>
                <p:cNvPr id="140" name="Group 11">
                  <a:extLst>
                    <a:ext uri="{FF2B5EF4-FFF2-40B4-BE49-F238E27FC236}">
                      <a16:creationId xmlns:a16="http://schemas.microsoft.com/office/drawing/2014/main" id="{F4F0D993-AE24-4D60-BC29-951D98460F9A}"/>
                    </a:ext>
                  </a:extLst>
                </p:cNvPr>
                <p:cNvGrpSpPr>
                  <a:grpSpLocks/>
                </p:cNvGrpSpPr>
                <p:nvPr/>
              </p:nvGrpSpPr>
              <p:grpSpPr bwMode="auto">
                <a:xfrm>
                  <a:off x="587" y="528"/>
                  <a:ext cx="1008" cy="2319"/>
                  <a:chOff x="1151" y="1104"/>
                  <a:chExt cx="686" cy="1741"/>
                </a:xfrm>
              </p:grpSpPr>
              <p:sp>
                <p:nvSpPr>
                  <p:cNvPr id="147" name="Freeform 12">
                    <a:extLst>
                      <a:ext uri="{FF2B5EF4-FFF2-40B4-BE49-F238E27FC236}">
                        <a16:creationId xmlns:a16="http://schemas.microsoft.com/office/drawing/2014/main" id="{36873984-485C-4AB9-B1C0-6D789AD76AF4}"/>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8" name="Freeform 13">
                    <a:extLst>
                      <a:ext uri="{FF2B5EF4-FFF2-40B4-BE49-F238E27FC236}">
                        <a16:creationId xmlns:a16="http://schemas.microsoft.com/office/drawing/2014/main" id="{3B186CAC-BB3A-4312-B4D6-F041A51556F9}"/>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9" name="Freeform 14">
                    <a:extLst>
                      <a:ext uri="{FF2B5EF4-FFF2-40B4-BE49-F238E27FC236}">
                        <a16:creationId xmlns:a16="http://schemas.microsoft.com/office/drawing/2014/main" id="{86FF89A9-87D6-462A-8EB9-ADF1E2D8C18B}"/>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0" name="Freeform 15">
                    <a:extLst>
                      <a:ext uri="{FF2B5EF4-FFF2-40B4-BE49-F238E27FC236}">
                        <a16:creationId xmlns:a16="http://schemas.microsoft.com/office/drawing/2014/main" id="{082DA654-B99A-46EF-83BF-3FAB14559FA2}"/>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1" name="Freeform 16">
                    <a:extLst>
                      <a:ext uri="{FF2B5EF4-FFF2-40B4-BE49-F238E27FC236}">
                        <a16:creationId xmlns:a16="http://schemas.microsoft.com/office/drawing/2014/main" id="{8C9056D6-9219-4A12-AD5E-94E43225CB1C}"/>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2" name="Freeform 17">
                    <a:extLst>
                      <a:ext uri="{FF2B5EF4-FFF2-40B4-BE49-F238E27FC236}">
                        <a16:creationId xmlns:a16="http://schemas.microsoft.com/office/drawing/2014/main" id="{BA17FF70-105F-4E8E-9556-758F14D6CD53}"/>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53" name="Group 18">
                    <a:extLst>
                      <a:ext uri="{FF2B5EF4-FFF2-40B4-BE49-F238E27FC236}">
                        <a16:creationId xmlns:a16="http://schemas.microsoft.com/office/drawing/2014/main" id="{D370A168-1640-41A6-BA1D-AB70717DA88C}"/>
                      </a:ext>
                    </a:extLst>
                  </p:cNvPr>
                  <p:cNvGrpSpPr>
                    <a:grpSpLocks/>
                  </p:cNvGrpSpPr>
                  <p:nvPr/>
                </p:nvGrpSpPr>
                <p:grpSpPr bwMode="auto">
                  <a:xfrm flipH="1">
                    <a:off x="1212" y="1104"/>
                    <a:ext cx="277" cy="235"/>
                    <a:chOff x="1590" y="1104"/>
                    <a:chExt cx="277" cy="235"/>
                  </a:xfrm>
                </p:grpSpPr>
                <p:sp>
                  <p:nvSpPr>
                    <p:cNvPr id="154" name="Freeform 19">
                      <a:extLst>
                        <a:ext uri="{FF2B5EF4-FFF2-40B4-BE49-F238E27FC236}">
                          <a16:creationId xmlns:a16="http://schemas.microsoft.com/office/drawing/2014/main" id="{DF1886C8-D01F-473C-B99B-BE9B73DEEFFF}"/>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5" name="Freeform 20">
                      <a:extLst>
                        <a:ext uri="{FF2B5EF4-FFF2-40B4-BE49-F238E27FC236}">
                          <a16:creationId xmlns:a16="http://schemas.microsoft.com/office/drawing/2014/main" id="{CF66A4C9-8D6A-4A99-8B27-9D013337D8CA}"/>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6" name="Freeform 21">
                      <a:extLst>
                        <a:ext uri="{FF2B5EF4-FFF2-40B4-BE49-F238E27FC236}">
                          <a16:creationId xmlns:a16="http://schemas.microsoft.com/office/drawing/2014/main" id="{1445386B-68E4-4CBB-AF21-6FD784B79C72}"/>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7" name="Freeform 22">
                      <a:extLst>
                        <a:ext uri="{FF2B5EF4-FFF2-40B4-BE49-F238E27FC236}">
                          <a16:creationId xmlns:a16="http://schemas.microsoft.com/office/drawing/2014/main" id="{835BEECC-4BB5-4098-8666-DDCFB8CE8850}"/>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41" name="Group 23">
                  <a:extLst>
                    <a:ext uri="{FF2B5EF4-FFF2-40B4-BE49-F238E27FC236}">
                      <a16:creationId xmlns:a16="http://schemas.microsoft.com/office/drawing/2014/main" id="{CDF0C029-445D-4A3C-B904-B30508EF2910}"/>
                    </a:ext>
                  </a:extLst>
                </p:cNvPr>
                <p:cNvGrpSpPr>
                  <a:grpSpLocks/>
                </p:cNvGrpSpPr>
                <p:nvPr/>
              </p:nvGrpSpPr>
              <p:grpSpPr bwMode="auto">
                <a:xfrm rot="4286940" flipH="1">
                  <a:off x="1038" y="766"/>
                  <a:ext cx="141" cy="50"/>
                  <a:chOff x="4032" y="2817"/>
                  <a:chExt cx="417" cy="635"/>
                </a:xfrm>
              </p:grpSpPr>
              <p:sp>
                <p:nvSpPr>
                  <p:cNvPr id="145" name="Oval 24">
                    <a:extLst>
                      <a:ext uri="{FF2B5EF4-FFF2-40B4-BE49-F238E27FC236}">
                        <a16:creationId xmlns:a16="http://schemas.microsoft.com/office/drawing/2014/main" id="{A2E57145-3ADA-463D-89B9-462B7CF4816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6" name="Oval 25">
                    <a:extLst>
                      <a:ext uri="{FF2B5EF4-FFF2-40B4-BE49-F238E27FC236}">
                        <a16:creationId xmlns:a16="http://schemas.microsoft.com/office/drawing/2014/main" id="{B4463267-7C46-49E9-9166-6239E6907D04}"/>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42" name="Group 26">
                  <a:extLst>
                    <a:ext uri="{FF2B5EF4-FFF2-40B4-BE49-F238E27FC236}">
                      <a16:creationId xmlns:a16="http://schemas.microsoft.com/office/drawing/2014/main" id="{20121C0B-16F0-4176-88B6-0DF9D0590802}"/>
                    </a:ext>
                  </a:extLst>
                </p:cNvPr>
                <p:cNvGrpSpPr>
                  <a:grpSpLocks/>
                </p:cNvGrpSpPr>
                <p:nvPr/>
              </p:nvGrpSpPr>
              <p:grpSpPr bwMode="auto">
                <a:xfrm rot="4286940" flipH="1">
                  <a:off x="962" y="766"/>
                  <a:ext cx="141" cy="50"/>
                  <a:chOff x="4032" y="2817"/>
                  <a:chExt cx="417" cy="635"/>
                </a:xfrm>
              </p:grpSpPr>
              <p:sp>
                <p:nvSpPr>
                  <p:cNvPr id="143" name="Oval 27">
                    <a:extLst>
                      <a:ext uri="{FF2B5EF4-FFF2-40B4-BE49-F238E27FC236}">
                        <a16:creationId xmlns:a16="http://schemas.microsoft.com/office/drawing/2014/main" id="{770F4491-2606-4D35-818E-C82884187869}"/>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4" name="Oval 28">
                    <a:extLst>
                      <a:ext uri="{FF2B5EF4-FFF2-40B4-BE49-F238E27FC236}">
                        <a16:creationId xmlns:a16="http://schemas.microsoft.com/office/drawing/2014/main" id="{16D8B3DA-264C-4C47-9982-0513B6658FC7}"/>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39" name="Oval 29">
                <a:extLst>
                  <a:ext uri="{FF2B5EF4-FFF2-40B4-BE49-F238E27FC236}">
                    <a16:creationId xmlns:a16="http://schemas.microsoft.com/office/drawing/2014/main" id="{59A3CE7D-7C3D-44AE-8AD1-BB9621008197}"/>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36" name="Freeform 30">
              <a:extLst>
                <a:ext uri="{FF2B5EF4-FFF2-40B4-BE49-F238E27FC236}">
                  <a16:creationId xmlns:a16="http://schemas.microsoft.com/office/drawing/2014/main" id="{C1C13404-F0F2-498D-AB55-7B6723848E69}"/>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7" name="Freeform 31">
              <a:extLst>
                <a:ext uri="{FF2B5EF4-FFF2-40B4-BE49-F238E27FC236}">
                  <a16:creationId xmlns:a16="http://schemas.microsoft.com/office/drawing/2014/main" id="{BE5597D6-7053-4227-885D-44E9ABEA6BA4}"/>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58" name="Group 8">
            <a:extLst>
              <a:ext uri="{FF2B5EF4-FFF2-40B4-BE49-F238E27FC236}">
                <a16:creationId xmlns:a16="http://schemas.microsoft.com/office/drawing/2014/main" id="{F5F02AF9-2CBF-47C2-AF04-8BFB5670EE31}"/>
              </a:ext>
            </a:extLst>
          </p:cNvPr>
          <p:cNvGrpSpPr>
            <a:grpSpLocks/>
          </p:cNvGrpSpPr>
          <p:nvPr/>
        </p:nvGrpSpPr>
        <p:grpSpPr bwMode="auto">
          <a:xfrm>
            <a:off x="2403319" y="3305255"/>
            <a:ext cx="441325" cy="1066800"/>
            <a:chOff x="864" y="465"/>
            <a:chExt cx="1046" cy="2358"/>
          </a:xfrm>
        </p:grpSpPr>
        <p:grpSp>
          <p:nvGrpSpPr>
            <p:cNvPr id="159" name="Group 9">
              <a:extLst>
                <a:ext uri="{FF2B5EF4-FFF2-40B4-BE49-F238E27FC236}">
                  <a16:creationId xmlns:a16="http://schemas.microsoft.com/office/drawing/2014/main" id="{E92BA3FA-89DF-46A9-BAF5-C8822A3B9103}"/>
                </a:ext>
              </a:extLst>
            </p:cNvPr>
            <p:cNvGrpSpPr>
              <a:grpSpLocks/>
            </p:cNvGrpSpPr>
            <p:nvPr/>
          </p:nvGrpSpPr>
          <p:grpSpPr bwMode="auto">
            <a:xfrm>
              <a:off x="864" y="465"/>
              <a:ext cx="1008" cy="2319"/>
              <a:chOff x="587" y="528"/>
              <a:chExt cx="1008" cy="2319"/>
            </a:xfrm>
          </p:grpSpPr>
          <p:grpSp>
            <p:nvGrpSpPr>
              <p:cNvPr id="162" name="Group 10">
                <a:extLst>
                  <a:ext uri="{FF2B5EF4-FFF2-40B4-BE49-F238E27FC236}">
                    <a16:creationId xmlns:a16="http://schemas.microsoft.com/office/drawing/2014/main" id="{D97834FB-BB8A-4A66-A8C6-E0B801B1F513}"/>
                  </a:ext>
                </a:extLst>
              </p:cNvPr>
              <p:cNvGrpSpPr>
                <a:grpSpLocks/>
              </p:cNvGrpSpPr>
              <p:nvPr/>
            </p:nvGrpSpPr>
            <p:grpSpPr bwMode="auto">
              <a:xfrm>
                <a:off x="587" y="528"/>
                <a:ext cx="1008" cy="2319"/>
                <a:chOff x="587" y="528"/>
                <a:chExt cx="1008" cy="2319"/>
              </a:xfrm>
            </p:grpSpPr>
            <p:grpSp>
              <p:nvGrpSpPr>
                <p:cNvPr id="164" name="Group 11">
                  <a:extLst>
                    <a:ext uri="{FF2B5EF4-FFF2-40B4-BE49-F238E27FC236}">
                      <a16:creationId xmlns:a16="http://schemas.microsoft.com/office/drawing/2014/main" id="{B42C4CE6-6A6D-499B-8A1B-ECA7700221CB}"/>
                    </a:ext>
                  </a:extLst>
                </p:cNvPr>
                <p:cNvGrpSpPr>
                  <a:grpSpLocks/>
                </p:cNvGrpSpPr>
                <p:nvPr/>
              </p:nvGrpSpPr>
              <p:grpSpPr bwMode="auto">
                <a:xfrm>
                  <a:off x="587" y="528"/>
                  <a:ext cx="1008" cy="2319"/>
                  <a:chOff x="1151" y="1104"/>
                  <a:chExt cx="686" cy="1741"/>
                </a:xfrm>
              </p:grpSpPr>
              <p:sp>
                <p:nvSpPr>
                  <p:cNvPr id="171" name="Freeform 12">
                    <a:extLst>
                      <a:ext uri="{FF2B5EF4-FFF2-40B4-BE49-F238E27FC236}">
                        <a16:creationId xmlns:a16="http://schemas.microsoft.com/office/drawing/2014/main" id="{7C33BD75-AFEF-4E2B-8161-ABABC96383B2}"/>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2" name="Freeform 13">
                    <a:extLst>
                      <a:ext uri="{FF2B5EF4-FFF2-40B4-BE49-F238E27FC236}">
                        <a16:creationId xmlns:a16="http://schemas.microsoft.com/office/drawing/2014/main" id="{EECA4A42-E097-4BBE-9B0D-04E6AFDE69C9}"/>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3" name="Freeform 14">
                    <a:extLst>
                      <a:ext uri="{FF2B5EF4-FFF2-40B4-BE49-F238E27FC236}">
                        <a16:creationId xmlns:a16="http://schemas.microsoft.com/office/drawing/2014/main" id="{BD5CC07A-192A-4E2F-AC38-0484E2786592}"/>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4" name="Freeform 15">
                    <a:extLst>
                      <a:ext uri="{FF2B5EF4-FFF2-40B4-BE49-F238E27FC236}">
                        <a16:creationId xmlns:a16="http://schemas.microsoft.com/office/drawing/2014/main" id="{FEE18A51-E838-4F82-9A08-1699B5228E9C}"/>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5" name="Freeform 16">
                    <a:extLst>
                      <a:ext uri="{FF2B5EF4-FFF2-40B4-BE49-F238E27FC236}">
                        <a16:creationId xmlns:a16="http://schemas.microsoft.com/office/drawing/2014/main" id="{1219B9F8-3D58-4C8B-8662-C4F9AB02D5AA}"/>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6" name="Freeform 17">
                    <a:extLst>
                      <a:ext uri="{FF2B5EF4-FFF2-40B4-BE49-F238E27FC236}">
                        <a16:creationId xmlns:a16="http://schemas.microsoft.com/office/drawing/2014/main" id="{347DA2D3-C95D-49B0-9328-99B810381207}"/>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77" name="Group 18">
                    <a:extLst>
                      <a:ext uri="{FF2B5EF4-FFF2-40B4-BE49-F238E27FC236}">
                        <a16:creationId xmlns:a16="http://schemas.microsoft.com/office/drawing/2014/main" id="{E488C0D8-5D95-438A-9776-57B0F0E51F0D}"/>
                      </a:ext>
                    </a:extLst>
                  </p:cNvPr>
                  <p:cNvGrpSpPr>
                    <a:grpSpLocks/>
                  </p:cNvGrpSpPr>
                  <p:nvPr/>
                </p:nvGrpSpPr>
                <p:grpSpPr bwMode="auto">
                  <a:xfrm flipH="1">
                    <a:off x="1212" y="1104"/>
                    <a:ext cx="277" cy="235"/>
                    <a:chOff x="1590" y="1104"/>
                    <a:chExt cx="277" cy="235"/>
                  </a:xfrm>
                </p:grpSpPr>
                <p:sp>
                  <p:nvSpPr>
                    <p:cNvPr id="178" name="Freeform 19">
                      <a:extLst>
                        <a:ext uri="{FF2B5EF4-FFF2-40B4-BE49-F238E27FC236}">
                          <a16:creationId xmlns:a16="http://schemas.microsoft.com/office/drawing/2014/main" id="{5EB2046F-F3B2-49C5-BB1C-E401B428EB2C}"/>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9" name="Freeform 20">
                      <a:extLst>
                        <a:ext uri="{FF2B5EF4-FFF2-40B4-BE49-F238E27FC236}">
                          <a16:creationId xmlns:a16="http://schemas.microsoft.com/office/drawing/2014/main" id="{FD748F97-556F-4F66-8C1A-80BAAFC6806E}"/>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0" name="Freeform 21">
                      <a:extLst>
                        <a:ext uri="{FF2B5EF4-FFF2-40B4-BE49-F238E27FC236}">
                          <a16:creationId xmlns:a16="http://schemas.microsoft.com/office/drawing/2014/main" id="{D5479B3A-D6D1-489A-94D2-B6C86FD1DABB}"/>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1" name="Freeform 22">
                      <a:extLst>
                        <a:ext uri="{FF2B5EF4-FFF2-40B4-BE49-F238E27FC236}">
                          <a16:creationId xmlns:a16="http://schemas.microsoft.com/office/drawing/2014/main" id="{E96384CB-021F-4E11-AEDC-72CAE5007812}"/>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65" name="Group 23">
                  <a:extLst>
                    <a:ext uri="{FF2B5EF4-FFF2-40B4-BE49-F238E27FC236}">
                      <a16:creationId xmlns:a16="http://schemas.microsoft.com/office/drawing/2014/main" id="{3C681652-F97D-4E14-89BB-B326AAE48FBE}"/>
                    </a:ext>
                  </a:extLst>
                </p:cNvPr>
                <p:cNvGrpSpPr>
                  <a:grpSpLocks/>
                </p:cNvGrpSpPr>
                <p:nvPr/>
              </p:nvGrpSpPr>
              <p:grpSpPr bwMode="auto">
                <a:xfrm rot="4286940" flipH="1">
                  <a:off x="1038" y="766"/>
                  <a:ext cx="141" cy="50"/>
                  <a:chOff x="4032" y="2817"/>
                  <a:chExt cx="417" cy="635"/>
                </a:xfrm>
              </p:grpSpPr>
              <p:sp>
                <p:nvSpPr>
                  <p:cNvPr id="169" name="Oval 24">
                    <a:extLst>
                      <a:ext uri="{FF2B5EF4-FFF2-40B4-BE49-F238E27FC236}">
                        <a16:creationId xmlns:a16="http://schemas.microsoft.com/office/drawing/2014/main" id="{C44B209C-103E-4B20-A61E-270C5A3DFB2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0" name="Oval 25">
                    <a:extLst>
                      <a:ext uri="{FF2B5EF4-FFF2-40B4-BE49-F238E27FC236}">
                        <a16:creationId xmlns:a16="http://schemas.microsoft.com/office/drawing/2014/main" id="{CB1DDC5F-DBB5-46BE-87E6-51734151EB8B}"/>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66" name="Group 26">
                  <a:extLst>
                    <a:ext uri="{FF2B5EF4-FFF2-40B4-BE49-F238E27FC236}">
                      <a16:creationId xmlns:a16="http://schemas.microsoft.com/office/drawing/2014/main" id="{3C6BFA85-9FF3-41F5-ACFB-ADB80F8DEE74}"/>
                    </a:ext>
                  </a:extLst>
                </p:cNvPr>
                <p:cNvGrpSpPr>
                  <a:grpSpLocks/>
                </p:cNvGrpSpPr>
                <p:nvPr/>
              </p:nvGrpSpPr>
              <p:grpSpPr bwMode="auto">
                <a:xfrm rot="4286940" flipH="1">
                  <a:off x="962" y="766"/>
                  <a:ext cx="141" cy="50"/>
                  <a:chOff x="4032" y="2817"/>
                  <a:chExt cx="417" cy="635"/>
                </a:xfrm>
              </p:grpSpPr>
              <p:sp>
                <p:nvSpPr>
                  <p:cNvPr id="167" name="Oval 27">
                    <a:extLst>
                      <a:ext uri="{FF2B5EF4-FFF2-40B4-BE49-F238E27FC236}">
                        <a16:creationId xmlns:a16="http://schemas.microsoft.com/office/drawing/2014/main" id="{A3150D4E-8128-40BE-80F0-6506FE7BB5BE}"/>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8" name="Oval 28">
                    <a:extLst>
                      <a:ext uri="{FF2B5EF4-FFF2-40B4-BE49-F238E27FC236}">
                        <a16:creationId xmlns:a16="http://schemas.microsoft.com/office/drawing/2014/main" id="{C077B498-2DE3-4745-A593-90AE6F39459E}"/>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63" name="Oval 29">
                <a:extLst>
                  <a:ext uri="{FF2B5EF4-FFF2-40B4-BE49-F238E27FC236}">
                    <a16:creationId xmlns:a16="http://schemas.microsoft.com/office/drawing/2014/main" id="{37595FE9-32A6-47C0-97DC-11C008B43F88}"/>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60" name="Freeform 30">
              <a:extLst>
                <a:ext uri="{FF2B5EF4-FFF2-40B4-BE49-F238E27FC236}">
                  <a16:creationId xmlns:a16="http://schemas.microsoft.com/office/drawing/2014/main" id="{FE84447C-AB5A-47CC-BE24-66BCAC869A56}"/>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61" name="Freeform 31">
              <a:extLst>
                <a:ext uri="{FF2B5EF4-FFF2-40B4-BE49-F238E27FC236}">
                  <a16:creationId xmlns:a16="http://schemas.microsoft.com/office/drawing/2014/main" id="{07AD4971-3A3B-468F-93B2-A2A08E37F65F}"/>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a:extLst>
              <a:ext uri="{FF2B5EF4-FFF2-40B4-BE49-F238E27FC236}">
                <a16:creationId xmlns:a16="http://schemas.microsoft.com/office/drawing/2014/main" id="{308A74FA-D808-4643-81F6-84560D6C5D21}"/>
              </a:ext>
            </a:extLst>
          </p:cNvPr>
          <p:cNvGrpSpPr>
            <a:grpSpLocks/>
          </p:cNvGrpSpPr>
          <p:nvPr/>
        </p:nvGrpSpPr>
        <p:grpSpPr bwMode="auto">
          <a:xfrm>
            <a:off x="2819400" y="2819400"/>
            <a:ext cx="1676400" cy="1676400"/>
            <a:chOff x="2352" y="624"/>
            <a:chExt cx="1056" cy="1056"/>
          </a:xfrm>
        </p:grpSpPr>
        <p:sp>
          <p:nvSpPr>
            <p:cNvPr id="20564" name="Rectangle 3">
              <a:extLst>
                <a:ext uri="{FF2B5EF4-FFF2-40B4-BE49-F238E27FC236}">
                  <a16:creationId xmlns:a16="http://schemas.microsoft.com/office/drawing/2014/main" id="{C2A1C60D-2A12-4D6B-906C-003DE7C4A7BE}"/>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565" name="Text Box 4">
              <a:extLst>
                <a:ext uri="{FF2B5EF4-FFF2-40B4-BE49-F238E27FC236}">
                  <a16:creationId xmlns:a16="http://schemas.microsoft.com/office/drawing/2014/main" id="{E6A4E153-CC32-4F68-9D8A-591EBF2907E4}"/>
                </a:ext>
              </a:extLst>
            </p:cNvPr>
            <p:cNvSpPr txBox="1">
              <a:spLocks noChangeArrowheads="1"/>
            </p:cNvSpPr>
            <p:nvPr/>
          </p:nvSpPr>
          <p:spPr bwMode="auto">
            <a:xfrm>
              <a:off x="2400" y="624"/>
              <a:ext cx="938" cy="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3</a:t>
              </a:r>
              <a:endPar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a:t>
              </a:r>
              <a:r>
                <a:rPr kumimoji="0" lang="en-US" altLang="zh-TW" sz="1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396</a:t>
              </a:r>
            </a:p>
          </p:txBody>
        </p:sp>
      </p:grpSp>
      <p:sp>
        <p:nvSpPr>
          <p:cNvPr id="20483" name="Text Box 5">
            <a:extLst>
              <a:ext uri="{FF2B5EF4-FFF2-40B4-BE49-F238E27FC236}">
                <a16:creationId xmlns:a16="http://schemas.microsoft.com/office/drawing/2014/main" id="{97D241BC-74A0-48EF-B386-BC871D41E677}"/>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20484" name="Rectangle 6">
            <a:extLst>
              <a:ext uri="{FF2B5EF4-FFF2-40B4-BE49-F238E27FC236}">
                <a16:creationId xmlns:a16="http://schemas.microsoft.com/office/drawing/2014/main" id="{0D53BEE5-D4F8-4117-B723-2824F026610F}"/>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20485" name="Text Box 7">
            <a:extLst>
              <a:ext uri="{FF2B5EF4-FFF2-40B4-BE49-F238E27FC236}">
                <a16:creationId xmlns:a16="http://schemas.microsoft.com/office/drawing/2014/main" id="{AB01CE98-CEA2-473E-822E-93422B0F789C}"/>
              </a:ext>
            </a:extLst>
          </p:cNvPr>
          <p:cNvSpPr txBox="1">
            <a:spLocks noChangeArrowheads="1"/>
          </p:cNvSpPr>
          <p:nvPr/>
        </p:nvSpPr>
        <p:spPr bwMode="auto">
          <a:xfrm>
            <a:off x="5334000" y="914400"/>
            <a:ext cx="51816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Consider your input instance</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Allocate work </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Construct one or more </a:t>
            </a:r>
            <a:r>
              <a:rPr kumimoji="0" lang="en-US" altLang="zh-TW" sz="28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subinstances</a:t>
            </a:r>
            <a:endPar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Assume by magic your friends give you the answer for these.</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Use this help to solve your own instance.</a:t>
            </a:r>
            <a:endParaRPr kumimoji="0" lang="en-CA"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CA"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endParaRPr>
          </a:p>
        </p:txBody>
      </p:sp>
      <p:sp>
        <p:nvSpPr>
          <p:cNvPr id="20487" name="AutoShape 32">
            <a:extLst>
              <a:ext uri="{FF2B5EF4-FFF2-40B4-BE49-F238E27FC236}">
                <a16:creationId xmlns:a16="http://schemas.microsoft.com/office/drawing/2014/main" id="{78E64EFB-215E-4EAA-BA0F-1D1D93ACFF61}"/>
              </a:ext>
            </a:extLst>
          </p:cNvPr>
          <p:cNvSpPr>
            <a:spLocks noChangeArrowheads="1"/>
          </p:cNvSpPr>
          <p:nvPr/>
        </p:nvSpPr>
        <p:spPr bwMode="auto">
          <a:xfrm>
            <a:off x="3124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488" name="AutoShape 33">
            <a:extLst>
              <a:ext uri="{FF2B5EF4-FFF2-40B4-BE49-F238E27FC236}">
                <a16:creationId xmlns:a16="http://schemas.microsoft.com/office/drawing/2014/main" id="{3EE046AD-3767-4CBC-B4FA-43E6AEE4EEA3}"/>
              </a:ext>
            </a:extLst>
          </p:cNvPr>
          <p:cNvSpPr>
            <a:spLocks noChangeArrowheads="1"/>
          </p:cNvSpPr>
          <p:nvPr/>
        </p:nvSpPr>
        <p:spPr bwMode="auto">
          <a:xfrm>
            <a:off x="4038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489" name="AutoShape 34">
            <a:extLst>
              <a:ext uri="{FF2B5EF4-FFF2-40B4-BE49-F238E27FC236}">
                <a16:creationId xmlns:a16="http://schemas.microsoft.com/office/drawing/2014/main" id="{464F8E16-0040-49CD-B867-5501D0FC4EBB}"/>
              </a:ext>
            </a:extLst>
          </p:cNvPr>
          <p:cNvSpPr>
            <a:spLocks noChangeArrowheads="1"/>
          </p:cNvSpPr>
          <p:nvPr/>
        </p:nvSpPr>
        <p:spPr bwMode="auto">
          <a:xfrm>
            <a:off x="2133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490" name="Text Box 35">
            <a:extLst>
              <a:ext uri="{FF2B5EF4-FFF2-40B4-BE49-F238E27FC236}">
                <a16:creationId xmlns:a16="http://schemas.microsoft.com/office/drawing/2014/main" id="{AABD28D1-EF48-4FA7-98CA-3BDCF3809E4A}"/>
              </a:ext>
            </a:extLst>
          </p:cNvPr>
          <p:cNvSpPr txBox="1">
            <a:spLocks noChangeArrowheads="1"/>
          </p:cNvSpPr>
          <p:nvPr/>
        </p:nvSpPr>
        <p:spPr bwMode="auto">
          <a:xfrm>
            <a:off x="2286000" y="56515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sp>
        <p:nvSpPr>
          <p:cNvPr id="20491" name="Text Box 36">
            <a:extLst>
              <a:ext uri="{FF2B5EF4-FFF2-40B4-BE49-F238E27FC236}">
                <a16:creationId xmlns:a16="http://schemas.microsoft.com/office/drawing/2014/main" id="{8B55BAFD-8C57-454A-87FA-D82146B4EBA2}"/>
              </a:ext>
            </a:extLst>
          </p:cNvPr>
          <p:cNvSpPr txBox="1">
            <a:spLocks noChangeArrowheads="1"/>
          </p:cNvSpPr>
          <p:nvPr/>
        </p:nvSpPr>
        <p:spPr bwMode="auto">
          <a:xfrm>
            <a:off x="3270250" y="56388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XY=6</a:t>
            </a:r>
          </a:p>
        </p:txBody>
      </p:sp>
      <p:sp>
        <p:nvSpPr>
          <p:cNvPr id="20492" name="Text Box 37">
            <a:extLst>
              <a:ext uri="{FF2B5EF4-FFF2-40B4-BE49-F238E27FC236}">
                <a16:creationId xmlns:a16="http://schemas.microsoft.com/office/drawing/2014/main" id="{46661D3F-CDA0-4051-9F8C-92AC77F193F7}"/>
              </a:ext>
            </a:extLst>
          </p:cNvPr>
          <p:cNvSpPr txBox="1">
            <a:spLocks noChangeArrowheads="1"/>
          </p:cNvSpPr>
          <p:nvPr/>
        </p:nvSpPr>
        <p:spPr bwMode="auto">
          <a:xfrm>
            <a:off x="4159250" y="5651500"/>
            <a:ext cx="793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XY=18</a:t>
            </a:r>
          </a:p>
        </p:txBody>
      </p:sp>
      <p:sp>
        <p:nvSpPr>
          <p:cNvPr id="20493" name="Line 38">
            <a:extLst>
              <a:ext uri="{FF2B5EF4-FFF2-40B4-BE49-F238E27FC236}">
                <a16:creationId xmlns:a16="http://schemas.microsoft.com/office/drawing/2014/main" id="{37888C4B-C378-4859-A32F-D80F8F2B9FEE}"/>
              </a:ext>
            </a:extLst>
          </p:cNvPr>
          <p:cNvSpPr>
            <a:spLocks noChangeShapeType="1"/>
          </p:cNvSpPr>
          <p:nvPr/>
        </p:nvSpPr>
        <p:spPr bwMode="auto">
          <a:xfrm flipH="1">
            <a:off x="2590800" y="44958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494" name="Line 39">
            <a:extLst>
              <a:ext uri="{FF2B5EF4-FFF2-40B4-BE49-F238E27FC236}">
                <a16:creationId xmlns:a16="http://schemas.microsoft.com/office/drawing/2014/main" id="{C2928694-AC51-478B-AD99-3B24E1B90038}"/>
              </a:ext>
            </a:extLst>
          </p:cNvPr>
          <p:cNvSpPr>
            <a:spLocks noChangeShapeType="1"/>
          </p:cNvSpPr>
          <p:nvPr/>
        </p:nvSpPr>
        <p:spPr bwMode="auto">
          <a:xfrm flipH="1">
            <a:off x="3581400" y="44958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495" name="Line 40">
            <a:extLst>
              <a:ext uri="{FF2B5EF4-FFF2-40B4-BE49-F238E27FC236}">
                <a16:creationId xmlns:a16="http://schemas.microsoft.com/office/drawing/2014/main" id="{8509A52D-79C1-4F4B-9FC9-1CADC7724291}"/>
              </a:ext>
            </a:extLst>
          </p:cNvPr>
          <p:cNvSpPr>
            <a:spLocks noChangeShapeType="1"/>
          </p:cNvSpPr>
          <p:nvPr/>
        </p:nvSpPr>
        <p:spPr bwMode="auto">
          <a:xfrm>
            <a:off x="3657600" y="44958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86" name="Group 8">
            <a:extLst>
              <a:ext uri="{FF2B5EF4-FFF2-40B4-BE49-F238E27FC236}">
                <a16:creationId xmlns:a16="http://schemas.microsoft.com/office/drawing/2014/main" id="{80E7BBC5-5798-4050-AC3C-3C3C7A469FD2}"/>
              </a:ext>
            </a:extLst>
          </p:cNvPr>
          <p:cNvGrpSpPr>
            <a:grpSpLocks/>
          </p:cNvGrpSpPr>
          <p:nvPr/>
        </p:nvGrpSpPr>
        <p:grpSpPr bwMode="auto">
          <a:xfrm>
            <a:off x="3831620" y="4692830"/>
            <a:ext cx="441325" cy="1066800"/>
            <a:chOff x="864" y="465"/>
            <a:chExt cx="1046" cy="2358"/>
          </a:xfrm>
        </p:grpSpPr>
        <p:grpSp>
          <p:nvGrpSpPr>
            <p:cNvPr id="87" name="Group 9">
              <a:extLst>
                <a:ext uri="{FF2B5EF4-FFF2-40B4-BE49-F238E27FC236}">
                  <a16:creationId xmlns:a16="http://schemas.microsoft.com/office/drawing/2014/main" id="{3DCFFFCD-865A-46AA-82A1-E834BC1DE430}"/>
                </a:ext>
              </a:extLst>
            </p:cNvPr>
            <p:cNvGrpSpPr>
              <a:grpSpLocks/>
            </p:cNvGrpSpPr>
            <p:nvPr/>
          </p:nvGrpSpPr>
          <p:grpSpPr bwMode="auto">
            <a:xfrm>
              <a:off x="864" y="465"/>
              <a:ext cx="1008" cy="2319"/>
              <a:chOff x="587" y="528"/>
              <a:chExt cx="1008" cy="2319"/>
            </a:xfrm>
          </p:grpSpPr>
          <p:grpSp>
            <p:nvGrpSpPr>
              <p:cNvPr id="90" name="Group 10">
                <a:extLst>
                  <a:ext uri="{FF2B5EF4-FFF2-40B4-BE49-F238E27FC236}">
                    <a16:creationId xmlns:a16="http://schemas.microsoft.com/office/drawing/2014/main" id="{ECB0B17D-AF5D-45ED-B144-FE4680B4D37B}"/>
                  </a:ext>
                </a:extLst>
              </p:cNvPr>
              <p:cNvGrpSpPr>
                <a:grpSpLocks/>
              </p:cNvGrpSpPr>
              <p:nvPr/>
            </p:nvGrpSpPr>
            <p:grpSpPr bwMode="auto">
              <a:xfrm>
                <a:off x="587" y="528"/>
                <a:ext cx="1008" cy="2319"/>
                <a:chOff x="587" y="528"/>
                <a:chExt cx="1008" cy="2319"/>
              </a:xfrm>
            </p:grpSpPr>
            <p:grpSp>
              <p:nvGrpSpPr>
                <p:cNvPr id="92" name="Group 11">
                  <a:extLst>
                    <a:ext uri="{FF2B5EF4-FFF2-40B4-BE49-F238E27FC236}">
                      <a16:creationId xmlns:a16="http://schemas.microsoft.com/office/drawing/2014/main" id="{D884FA9C-DC19-4828-BC4E-61534E3E3DEB}"/>
                    </a:ext>
                  </a:extLst>
                </p:cNvPr>
                <p:cNvGrpSpPr>
                  <a:grpSpLocks/>
                </p:cNvGrpSpPr>
                <p:nvPr/>
              </p:nvGrpSpPr>
              <p:grpSpPr bwMode="auto">
                <a:xfrm>
                  <a:off x="587" y="528"/>
                  <a:ext cx="1008" cy="2319"/>
                  <a:chOff x="1151" y="1104"/>
                  <a:chExt cx="686" cy="1741"/>
                </a:xfrm>
              </p:grpSpPr>
              <p:sp>
                <p:nvSpPr>
                  <p:cNvPr id="99" name="Freeform 12">
                    <a:extLst>
                      <a:ext uri="{FF2B5EF4-FFF2-40B4-BE49-F238E27FC236}">
                        <a16:creationId xmlns:a16="http://schemas.microsoft.com/office/drawing/2014/main" id="{A1D8411E-1259-4C68-9D80-3FF39D38418C}"/>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0" name="Freeform 13">
                    <a:extLst>
                      <a:ext uri="{FF2B5EF4-FFF2-40B4-BE49-F238E27FC236}">
                        <a16:creationId xmlns:a16="http://schemas.microsoft.com/office/drawing/2014/main" id="{6AC5C547-82C2-4C45-BFDA-BABF44022A14}"/>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1" name="Freeform 14">
                    <a:extLst>
                      <a:ext uri="{FF2B5EF4-FFF2-40B4-BE49-F238E27FC236}">
                        <a16:creationId xmlns:a16="http://schemas.microsoft.com/office/drawing/2014/main" id="{9B53034B-09C3-4E4D-8021-105FB6948555}"/>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2" name="Freeform 15">
                    <a:extLst>
                      <a:ext uri="{FF2B5EF4-FFF2-40B4-BE49-F238E27FC236}">
                        <a16:creationId xmlns:a16="http://schemas.microsoft.com/office/drawing/2014/main" id="{F286B676-998A-40D1-849C-82DEF1919DB7}"/>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3" name="Freeform 16">
                    <a:extLst>
                      <a:ext uri="{FF2B5EF4-FFF2-40B4-BE49-F238E27FC236}">
                        <a16:creationId xmlns:a16="http://schemas.microsoft.com/office/drawing/2014/main" id="{FE3A5C69-4EA8-40FE-BF20-389DD5C2A215}"/>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4" name="Freeform 17">
                    <a:extLst>
                      <a:ext uri="{FF2B5EF4-FFF2-40B4-BE49-F238E27FC236}">
                        <a16:creationId xmlns:a16="http://schemas.microsoft.com/office/drawing/2014/main" id="{14885737-7D67-403A-B75E-B253D8E913AE}"/>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05" name="Group 18">
                    <a:extLst>
                      <a:ext uri="{FF2B5EF4-FFF2-40B4-BE49-F238E27FC236}">
                        <a16:creationId xmlns:a16="http://schemas.microsoft.com/office/drawing/2014/main" id="{62BBEE36-165D-4359-A5F7-E6B0DC76093E}"/>
                      </a:ext>
                    </a:extLst>
                  </p:cNvPr>
                  <p:cNvGrpSpPr>
                    <a:grpSpLocks/>
                  </p:cNvGrpSpPr>
                  <p:nvPr/>
                </p:nvGrpSpPr>
                <p:grpSpPr bwMode="auto">
                  <a:xfrm flipH="1">
                    <a:off x="1212" y="1104"/>
                    <a:ext cx="277" cy="235"/>
                    <a:chOff x="1590" y="1104"/>
                    <a:chExt cx="277" cy="235"/>
                  </a:xfrm>
                </p:grpSpPr>
                <p:sp>
                  <p:nvSpPr>
                    <p:cNvPr id="106" name="Freeform 19">
                      <a:extLst>
                        <a:ext uri="{FF2B5EF4-FFF2-40B4-BE49-F238E27FC236}">
                          <a16:creationId xmlns:a16="http://schemas.microsoft.com/office/drawing/2014/main" id="{F544715E-3010-4D92-BB5A-2F29A229413B}"/>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7" name="Freeform 20">
                      <a:extLst>
                        <a:ext uri="{FF2B5EF4-FFF2-40B4-BE49-F238E27FC236}">
                          <a16:creationId xmlns:a16="http://schemas.microsoft.com/office/drawing/2014/main" id="{0F19FD6B-B784-4235-AD79-94F86B18486B}"/>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8" name="Freeform 21">
                      <a:extLst>
                        <a:ext uri="{FF2B5EF4-FFF2-40B4-BE49-F238E27FC236}">
                          <a16:creationId xmlns:a16="http://schemas.microsoft.com/office/drawing/2014/main" id="{4373DE07-AB30-4394-91BF-6974E8FB1C1E}"/>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9" name="Freeform 22">
                      <a:extLst>
                        <a:ext uri="{FF2B5EF4-FFF2-40B4-BE49-F238E27FC236}">
                          <a16:creationId xmlns:a16="http://schemas.microsoft.com/office/drawing/2014/main" id="{993A840F-C3A1-48B6-A505-1F88830274F3}"/>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93" name="Group 23">
                  <a:extLst>
                    <a:ext uri="{FF2B5EF4-FFF2-40B4-BE49-F238E27FC236}">
                      <a16:creationId xmlns:a16="http://schemas.microsoft.com/office/drawing/2014/main" id="{31F7B362-AAED-491E-9F30-33756F392452}"/>
                    </a:ext>
                  </a:extLst>
                </p:cNvPr>
                <p:cNvGrpSpPr>
                  <a:grpSpLocks/>
                </p:cNvGrpSpPr>
                <p:nvPr/>
              </p:nvGrpSpPr>
              <p:grpSpPr bwMode="auto">
                <a:xfrm rot="4286940" flipH="1">
                  <a:off x="1038" y="766"/>
                  <a:ext cx="141" cy="50"/>
                  <a:chOff x="4032" y="2817"/>
                  <a:chExt cx="417" cy="635"/>
                </a:xfrm>
              </p:grpSpPr>
              <p:sp>
                <p:nvSpPr>
                  <p:cNvPr id="97" name="Oval 24">
                    <a:extLst>
                      <a:ext uri="{FF2B5EF4-FFF2-40B4-BE49-F238E27FC236}">
                        <a16:creationId xmlns:a16="http://schemas.microsoft.com/office/drawing/2014/main" id="{D738813E-9A81-4048-8C27-E80EC8C97992}"/>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8" name="Oval 25">
                    <a:extLst>
                      <a:ext uri="{FF2B5EF4-FFF2-40B4-BE49-F238E27FC236}">
                        <a16:creationId xmlns:a16="http://schemas.microsoft.com/office/drawing/2014/main" id="{411D4AD6-ACF2-4803-A15C-951D4834CCE4}"/>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94" name="Group 26">
                  <a:extLst>
                    <a:ext uri="{FF2B5EF4-FFF2-40B4-BE49-F238E27FC236}">
                      <a16:creationId xmlns:a16="http://schemas.microsoft.com/office/drawing/2014/main" id="{4954F20C-49C8-4426-9620-05248C548F3D}"/>
                    </a:ext>
                  </a:extLst>
                </p:cNvPr>
                <p:cNvGrpSpPr>
                  <a:grpSpLocks/>
                </p:cNvGrpSpPr>
                <p:nvPr/>
              </p:nvGrpSpPr>
              <p:grpSpPr bwMode="auto">
                <a:xfrm rot="4286940" flipH="1">
                  <a:off x="962" y="766"/>
                  <a:ext cx="141" cy="50"/>
                  <a:chOff x="4032" y="2817"/>
                  <a:chExt cx="417" cy="635"/>
                </a:xfrm>
              </p:grpSpPr>
              <p:sp>
                <p:nvSpPr>
                  <p:cNvPr id="95" name="Oval 27">
                    <a:extLst>
                      <a:ext uri="{FF2B5EF4-FFF2-40B4-BE49-F238E27FC236}">
                        <a16:creationId xmlns:a16="http://schemas.microsoft.com/office/drawing/2014/main" id="{650FFF7A-04F2-4B95-BD0A-B8C3494FEB94}"/>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6" name="Oval 28">
                    <a:extLst>
                      <a:ext uri="{FF2B5EF4-FFF2-40B4-BE49-F238E27FC236}">
                        <a16:creationId xmlns:a16="http://schemas.microsoft.com/office/drawing/2014/main" id="{3B6A4AAD-312A-40AB-88F4-A5B1A03B0DDD}"/>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91" name="Oval 29">
                <a:extLst>
                  <a:ext uri="{FF2B5EF4-FFF2-40B4-BE49-F238E27FC236}">
                    <a16:creationId xmlns:a16="http://schemas.microsoft.com/office/drawing/2014/main" id="{7A922D18-BAAB-4BFF-A1EC-1970C452C7DB}"/>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88" name="Freeform 30">
              <a:extLst>
                <a:ext uri="{FF2B5EF4-FFF2-40B4-BE49-F238E27FC236}">
                  <a16:creationId xmlns:a16="http://schemas.microsoft.com/office/drawing/2014/main" id="{1924867C-869C-4133-A4C6-36B5C8D2693B}"/>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89" name="Freeform 31">
              <a:extLst>
                <a:ext uri="{FF2B5EF4-FFF2-40B4-BE49-F238E27FC236}">
                  <a16:creationId xmlns:a16="http://schemas.microsoft.com/office/drawing/2014/main" id="{A5A9406E-36FA-4967-93D3-82C3ED94C89C}"/>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10" name="Group 8">
            <a:extLst>
              <a:ext uri="{FF2B5EF4-FFF2-40B4-BE49-F238E27FC236}">
                <a16:creationId xmlns:a16="http://schemas.microsoft.com/office/drawing/2014/main" id="{46600812-9B86-466E-818D-E1D0AF274059}"/>
              </a:ext>
            </a:extLst>
          </p:cNvPr>
          <p:cNvGrpSpPr>
            <a:grpSpLocks/>
          </p:cNvGrpSpPr>
          <p:nvPr/>
        </p:nvGrpSpPr>
        <p:grpSpPr bwMode="auto">
          <a:xfrm>
            <a:off x="2970846" y="4589806"/>
            <a:ext cx="441325" cy="1066800"/>
            <a:chOff x="864" y="465"/>
            <a:chExt cx="1046" cy="2358"/>
          </a:xfrm>
        </p:grpSpPr>
        <p:grpSp>
          <p:nvGrpSpPr>
            <p:cNvPr id="111" name="Group 9">
              <a:extLst>
                <a:ext uri="{FF2B5EF4-FFF2-40B4-BE49-F238E27FC236}">
                  <a16:creationId xmlns:a16="http://schemas.microsoft.com/office/drawing/2014/main" id="{A8279687-108D-4D10-816E-E48151927504}"/>
                </a:ext>
              </a:extLst>
            </p:cNvPr>
            <p:cNvGrpSpPr>
              <a:grpSpLocks/>
            </p:cNvGrpSpPr>
            <p:nvPr/>
          </p:nvGrpSpPr>
          <p:grpSpPr bwMode="auto">
            <a:xfrm>
              <a:off x="864" y="465"/>
              <a:ext cx="1008" cy="2319"/>
              <a:chOff x="587" y="528"/>
              <a:chExt cx="1008" cy="2319"/>
            </a:xfrm>
          </p:grpSpPr>
          <p:grpSp>
            <p:nvGrpSpPr>
              <p:cNvPr id="114" name="Group 10">
                <a:extLst>
                  <a:ext uri="{FF2B5EF4-FFF2-40B4-BE49-F238E27FC236}">
                    <a16:creationId xmlns:a16="http://schemas.microsoft.com/office/drawing/2014/main" id="{DDA5F021-596E-4021-B4D8-7CC28D83DF8F}"/>
                  </a:ext>
                </a:extLst>
              </p:cNvPr>
              <p:cNvGrpSpPr>
                <a:grpSpLocks/>
              </p:cNvGrpSpPr>
              <p:nvPr/>
            </p:nvGrpSpPr>
            <p:grpSpPr bwMode="auto">
              <a:xfrm>
                <a:off x="587" y="528"/>
                <a:ext cx="1008" cy="2319"/>
                <a:chOff x="587" y="528"/>
                <a:chExt cx="1008" cy="2319"/>
              </a:xfrm>
            </p:grpSpPr>
            <p:grpSp>
              <p:nvGrpSpPr>
                <p:cNvPr id="116" name="Group 11">
                  <a:extLst>
                    <a:ext uri="{FF2B5EF4-FFF2-40B4-BE49-F238E27FC236}">
                      <a16:creationId xmlns:a16="http://schemas.microsoft.com/office/drawing/2014/main" id="{5288DFD2-1B8D-414E-9D01-50D136E24300}"/>
                    </a:ext>
                  </a:extLst>
                </p:cNvPr>
                <p:cNvGrpSpPr>
                  <a:grpSpLocks/>
                </p:cNvGrpSpPr>
                <p:nvPr/>
              </p:nvGrpSpPr>
              <p:grpSpPr bwMode="auto">
                <a:xfrm>
                  <a:off x="587" y="528"/>
                  <a:ext cx="1008" cy="2319"/>
                  <a:chOff x="1151" y="1104"/>
                  <a:chExt cx="686" cy="1741"/>
                </a:xfrm>
              </p:grpSpPr>
              <p:sp>
                <p:nvSpPr>
                  <p:cNvPr id="123" name="Freeform 12">
                    <a:extLst>
                      <a:ext uri="{FF2B5EF4-FFF2-40B4-BE49-F238E27FC236}">
                        <a16:creationId xmlns:a16="http://schemas.microsoft.com/office/drawing/2014/main" id="{5F5E38D5-5D86-4281-9911-0FE731048740}"/>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4" name="Freeform 13">
                    <a:extLst>
                      <a:ext uri="{FF2B5EF4-FFF2-40B4-BE49-F238E27FC236}">
                        <a16:creationId xmlns:a16="http://schemas.microsoft.com/office/drawing/2014/main" id="{AA649107-F3B0-48C6-9320-CBF737093282}"/>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5" name="Freeform 14">
                    <a:extLst>
                      <a:ext uri="{FF2B5EF4-FFF2-40B4-BE49-F238E27FC236}">
                        <a16:creationId xmlns:a16="http://schemas.microsoft.com/office/drawing/2014/main" id="{653187B0-FEF5-4616-A712-F82D5C9C7E17}"/>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6" name="Freeform 15">
                    <a:extLst>
                      <a:ext uri="{FF2B5EF4-FFF2-40B4-BE49-F238E27FC236}">
                        <a16:creationId xmlns:a16="http://schemas.microsoft.com/office/drawing/2014/main" id="{F730E6FA-F258-4DFF-9E81-3689FE43AFEA}"/>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7" name="Freeform 16">
                    <a:extLst>
                      <a:ext uri="{FF2B5EF4-FFF2-40B4-BE49-F238E27FC236}">
                        <a16:creationId xmlns:a16="http://schemas.microsoft.com/office/drawing/2014/main" id="{46FE74F2-52E2-4788-B2DC-01DBEDA28B0E}"/>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8" name="Freeform 17">
                    <a:extLst>
                      <a:ext uri="{FF2B5EF4-FFF2-40B4-BE49-F238E27FC236}">
                        <a16:creationId xmlns:a16="http://schemas.microsoft.com/office/drawing/2014/main" id="{B253F5EC-445A-40B3-BFC8-CC452182D878}"/>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29" name="Group 18">
                    <a:extLst>
                      <a:ext uri="{FF2B5EF4-FFF2-40B4-BE49-F238E27FC236}">
                        <a16:creationId xmlns:a16="http://schemas.microsoft.com/office/drawing/2014/main" id="{1E27612F-910C-4F47-BA5E-D6DE3CC17970}"/>
                      </a:ext>
                    </a:extLst>
                  </p:cNvPr>
                  <p:cNvGrpSpPr>
                    <a:grpSpLocks/>
                  </p:cNvGrpSpPr>
                  <p:nvPr/>
                </p:nvGrpSpPr>
                <p:grpSpPr bwMode="auto">
                  <a:xfrm flipH="1">
                    <a:off x="1212" y="1104"/>
                    <a:ext cx="277" cy="235"/>
                    <a:chOff x="1590" y="1104"/>
                    <a:chExt cx="277" cy="235"/>
                  </a:xfrm>
                </p:grpSpPr>
                <p:sp>
                  <p:nvSpPr>
                    <p:cNvPr id="130" name="Freeform 19">
                      <a:extLst>
                        <a:ext uri="{FF2B5EF4-FFF2-40B4-BE49-F238E27FC236}">
                          <a16:creationId xmlns:a16="http://schemas.microsoft.com/office/drawing/2014/main" id="{AC066BAB-1500-4D5D-9E30-37089DE5736B}"/>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1" name="Freeform 20">
                      <a:extLst>
                        <a:ext uri="{FF2B5EF4-FFF2-40B4-BE49-F238E27FC236}">
                          <a16:creationId xmlns:a16="http://schemas.microsoft.com/office/drawing/2014/main" id="{8A0CC12D-EF31-4C10-9225-C751D46F44A2}"/>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2" name="Freeform 21">
                      <a:extLst>
                        <a:ext uri="{FF2B5EF4-FFF2-40B4-BE49-F238E27FC236}">
                          <a16:creationId xmlns:a16="http://schemas.microsoft.com/office/drawing/2014/main" id="{C720D885-DEC3-4A32-B7B6-DB0C3EAA73E4}"/>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3" name="Freeform 22">
                      <a:extLst>
                        <a:ext uri="{FF2B5EF4-FFF2-40B4-BE49-F238E27FC236}">
                          <a16:creationId xmlns:a16="http://schemas.microsoft.com/office/drawing/2014/main" id="{67BB0442-F7EA-4209-B84D-9327D7EA3D6D}"/>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17" name="Group 23">
                  <a:extLst>
                    <a:ext uri="{FF2B5EF4-FFF2-40B4-BE49-F238E27FC236}">
                      <a16:creationId xmlns:a16="http://schemas.microsoft.com/office/drawing/2014/main" id="{0F0587E6-DBFB-4BBA-991D-FE575CF9352D}"/>
                    </a:ext>
                  </a:extLst>
                </p:cNvPr>
                <p:cNvGrpSpPr>
                  <a:grpSpLocks/>
                </p:cNvGrpSpPr>
                <p:nvPr/>
              </p:nvGrpSpPr>
              <p:grpSpPr bwMode="auto">
                <a:xfrm rot="4286940" flipH="1">
                  <a:off x="1038" y="766"/>
                  <a:ext cx="141" cy="50"/>
                  <a:chOff x="4032" y="2817"/>
                  <a:chExt cx="417" cy="635"/>
                </a:xfrm>
              </p:grpSpPr>
              <p:sp>
                <p:nvSpPr>
                  <p:cNvPr id="121" name="Oval 24">
                    <a:extLst>
                      <a:ext uri="{FF2B5EF4-FFF2-40B4-BE49-F238E27FC236}">
                        <a16:creationId xmlns:a16="http://schemas.microsoft.com/office/drawing/2014/main" id="{6338EF97-B9FE-433C-B426-9F3A73BC1877}"/>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2" name="Oval 25">
                    <a:extLst>
                      <a:ext uri="{FF2B5EF4-FFF2-40B4-BE49-F238E27FC236}">
                        <a16:creationId xmlns:a16="http://schemas.microsoft.com/office/drawing/2014/main" id="{97D53A84-8401-4C92-9EA6-C70B225342D1}"/>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8" name="Group 26">
                  <a:extLst>
                    <a:ext uri="{FF2B5EF4-FFF2-40B4-BE49-F238E27FC236}">
                      <a16:creationId xmlns:a16="http://schemas.microsoft.com/office/drawing/2014/main" id="{2506FEDD-D5ED-41B1-AA1A-C38B7DA6D4A6}"/>
                    </a:ext>
                  </a:extLst>
                </p:cNvPr>
                <p:cNvGrpSpPr>
                  <a:grpSpLocks/>
                </p:cNvGrpSpPr>
                <p:nvPr/>
              </p:nvGrpSpPr>
              <p:grpSpPr bwMode="auto">
                <a:xfrm rot="4286940" flipH="1">
                  <a:off x="962" y="766"/>
                  <a:ext cx="141" cy="50"/>
                  <a:chOff x="4032" y="2817"/>
                  <a:chExt cx="417" cy="635"/>
                </a:xfrm>
              </p:grpSpPr>
              <p:sp>
                <p:nvSpPr>
                  <p:cNvPr id="119" name="Oval 27">
                    <a:extLst>
                      <a:ext uri="{FF2B5EF4-FFF2-40B4-BE49-F238E27FC236}">
                        <a16:creationId xmlns:a16="http://schemas.microsoft.com/office/drawing/2014/main" id="{F1DC1869-EEAB-467B-91BD-DF2CD2A41FB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0" name="Oval 28">
                    <a:extLst>
                      <a:ext uri="{FF2B5EF4-FFF2-40B4-BE49-F238E27FC236}">
                        <a16:creationId xmlns:a16="http://schemas.microsoft.com/office/drawing/2014/main" id="{52B3B5FE-7BA0-4502-A44A-182113C51A3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15" name="Oval 29">
                <a:extLst>
                  <a:ext uri="{FF2B5EF4-FFF2-40B4-BE49-F238E27FC236}">
                    <a16:creationId xmlns:a16="http://schemas.microsoft.com/office/drawing/2014/main" id="{A27B8E70-DDB1-4D8E-BEA6-EC4BE19FD0D2}"/>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12" name="Freeform 30">
              <a:extLst>
                <a:ext uri="{FF2B5EF4-FFF2-40B4-BE49-F238E27FC236}">
                  <a16:creationId xmlns:a16="http://schemas.microsoft.com/office/drawing/2014/main" id="{C82ABCC4-788F-414C-83E6-7A755A752D46}"/>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13" name="Freeform 31">
              <a:extLst>
                <a:ext uri="{FF2B5EF4-FFF2-40B4-BE49-F238E27FC236}">
                  <a16:creationId xmlns:a16="http://schemas.microsoft.com/office/drawing/2014/main" id="{019CC589-03D1-4DC4-B35B-12751B2D233D}"/>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34" name="Group 8">
            <a:extLst>
              <a:ext uri="{FF2B5EF4-FFF2-40B4-BE49-F238E27FC236}">
                <a16:creationId xmlns:a16="http://schemas.microsoft.com/office/drawing/2014/main" id="{D36EB507-4396-43F5-8B5D-4B85728ADC23}"/>
              </a:ext>
            </a:extLst>
          </p:cNvPr>
          <p:cNvGrpSpPr>
            <a:grpSpLocks/>
          </p:cNvGrpSpPr>
          <p:nvPr/>
        </p:nvGrpSpPr>
        <p:grpSpPr bwMode="auto">
          <a:xfrm>
            <a:off x="2026091" y="4686300"/>
            <a:ext cx="441325" cy="1066800"/>
            <a:chOff x="864" y="465"/>
            <a:chExt cx="1046" cy="2358"/>
          </a:xfrm>
        </p:grpSpPr>
        <p:grpSp>
          <p:nvGrpSpPr>
            <p:cNvPr id="135" name="Group 9">
              <a:extLst>
                <a:ext uri="{FF2B5EF4-FFF2-40B4-BE49-F238E27FC236}">
                  <a16:creationId xmlns:a16="http://schemas.microsoft.com/office/drawing/2014/main" id="{1A4D3057-730C-44A8-BD4E-6FB94C84495E}"/>
                </a:ext>
              </a:extLst>
            </p:cNvPr>
            <p:cNvGrpSpPr>
              <a:grpSpLocks/>
            </p:cNvGrpSpPr>
            <p:nvPr/>
          </p:nvGrpSpPr>
          <p:grpSpPr bwMode="auto">
            <a:xfrm>
              <a:off x="864" y="465"/>
              <a:ext cx="1008" cy="2319"/>
              <a:chOff x="587" y="528"/>
              <a:chExt cx="1008" cy="2319"/>
            </a:xfrm>
          </p:grpSpPr>
          <p:grpSp>
            <p:nvGrpSpPr>
              <p:cNvPr id="138" name="Group 10">
                <a:extLst>
                  <a:ext uri="{FF2B5EF4-FFF2-40B4-BE49-F238E27FC236}">
                    <a16:creationId xmlns:a16="http://schemas.microsoft.com/office/drawing/2014/main" id="{3FA08D10-3527-4DE4-B38C-1CE462A98694}"/>
                  </a:ext>
                </a:extLst>
              </p:cNvPr>
              <p:cNvGrpSpPr>
                <a:grpSpLocks/>
              </p:cNvGrpSpPr>
              <p:nvPr/>
            </p:nvGrpSpPr>
            <p:grpSpPr bwMode="auto">
              <a:xfrm>
                <a:off x="587" y="528"/>
                <a:ext cx="1008" cy="2319"/>
                <a:chOff x="587" y="528"/>
                <a:chExt cx="1008" cy="2319"/>
              </a:xfrm>
            </p:grpSpPr>
            <p:grpSp>
              <p:nvGrpSpPr>
                <p:cNvPr id="140" name="Group 11">
                  <a:extLst>
                    <a:ext uri="{FF2B5EF4-FFF2-40B4-BE49-F238E27FC236}">
                      <a16:creationId xmlns:a16="http://schemas.microsoft.com/office/drawing/2014/main" id="{3BC68576-2D77-4272-B633-D21BD5FBDCB6}"/>
                    </a:ext>
                  </a:extLst>
                </p:cNvPr>
                <p:cNvGrpSpPr>
                  <a:grpSpLocks/>
                </p:cNvGrpSpPr>
                <p:nvPr/>
              </p:nvGrpSpPr>
              <p:grpSpPr bwMode="auto">
                <a:xfrm>
                  <a:off x="587" y="528"/>
                  <a:ext cx="1008" cy="2319"/>
                  <a:chOff x="1151" y="1104"/>
                  <a:chExt cx="686" cy="1741"/>
                </a:xfrm>
              </p:grpSpPr>
              <p:sp>
                <p:nvSpPr>
                  <p:cNvPr id="147" name="Freeform 12">
                    <a:extLst>
                      <a:ext uri="{FF2B5EF4-FFF2-40B4-BE49-F238E27FC236}">
                        <a16:creationId xmlns:a16="http://schemas.microsoft.com/office/drawing/2014/main" id="{EEE29647-1F2D-4172-A742-5AB5FC11ADA7}"/>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8" name="Freeform 13">
                    <a:extLst>
                      <a:ext uri="{FF2B5EF4-FFF2-40B4-BE49-F238E27FC236}">
                        <a16:creationId xmlns:a16="http://schemas.microsoft.com/office/drawing/2014/main" id="{D6272C2C-8469-435B-98C9-D687CD80FD15}"/>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9" name="Freeform 14">
                    <a:extLst>
                      <a:ext uri="{FF2B5EF4-FFF2-40B4-BE49-F238E27FC236}">
                        <a16:creationId xmlns:a16="http://schemas.microsoft.com/office/drawing/2014/main" id="{8F9BB218-2AA4-4A0D-847A-68AE39742C17}"/>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0" name="Freeform 15">
                    <a:extLst>
                      <a:ext uri="{FF2B5EF4-FFF2-40B4-BE49-F238E27FC236}">
                        <a16:creationId xmlns:a16="http://schemas.microsoft.com/office/drawing/2014/main" id="{5A7F6E98-2378-4F85-BB64-72C441E74AE7}"/>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1" name="Freeform 16">
                    <a:extLst>
                      <a:ext uri="{FF2B5EF4-FFF2-40B4-BE49-F238E27FC236}">
                        <a16:creationId xmlns:a16="http://schemas.microsoft.com/office/drawing/2014/main" id="{B2533678-AEF0-4A91-8647-AAFCC7BCC020}"/>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2" name="Freeform 17">
                    <a:extLst>
                      <a:ext uri="{FF2B5EF4-FFF2-40B4-BE49-F238E27FC236}">
                        <a16:creationId xmlns:a16="http://schemas.microsoft.com/office/drawing/2014/main" id="{2A668497-8293-45C1-B7E7-75ABA60554F4}"/>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53" name="Group 18">
                    <a:extLst>
                      <a:ext uri="{FF2B5EF4-FFF2-40B4-BE49-F238E27FC236}">
                        <a16:creationId xmlns:a16="http://schemas.microsoft.com/office/drawing/2014/main" id="{116BCE2B-F9CC-4FA4-99A8-5D2B149755B7}"/>
                      </a:ext>
                    </a:extLst>
                  </p:cNvPr>
                  <p:cNvGrpSpPr>
                    <a:grpSpLocks/>
                  </p:cNvGrpSpPr>
                  <p:nvPr/>
                </p:nvGrpSpPr>
                <p:grpSpPr bwMode="auto">
                  <a:xfrm flipH="1">
                    <a:off x="1212" y="1104"/>
                    <a:ext cx="277" cy="235"/>
                    <a:chOff x="1590" y="1104"/>
                    <a:chExt cx="277" cy="235"/>
                  </a:xfrm>
                </p:grpSpPr>
                <p:sp>
                  <p:nvSpPr>
                    <p:cNvPr id="154" name="Freeform 19">
                      <a:extLst>
                        <a:ext uri="{FF2B5EF4-FFF2-40B4-BE49-F238E27FC236}">
                          <a16:creationId xmlns:a16="http://schemas.microsoft.com/office/drawing/2014/main" id="{4A9DC2BA-EDD1-4545-AC8A-6CBA76B7FF9C}"/>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5" name="Freeform 20">
                      <a:extLst>
                        <a:ext uri="{FF2B5EF4-FFF2-40B4-BE49-F238E27FC236}">
                          <a16:creationId xmlns:a16="http://schemas.microsoft.com/office/drawing/2014/main" id="{9453A9D0-5930-4723-A027-1B64BC1BB0FF}"/>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6" name="Freeform 21">
                      <a:extLst>
                        <a:ext uri="{FF2B5EF4-FFF2-40B4-BE49-F238E27FC236}">
                          <a16:creationId xmlns:a16="http://schemas.microsoft.com/office/drawing/2014/main" id="{4F0FE069-968A-42F0-B145-F6565E2CCFC8}"/>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7" name="Freeform 22">
                      <a:extLst>
                        <a:ext uri="{FF2B5EF4-FFF2-40B4-BE49-F238E27FC236}">
                          <a16:creationId xmlns:a16="http://schemas.microsoft.com/office/drawing/2014/main" id="{C082B92B-6D3A-4ADC-85CF-65352B7D5826}"/>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41" name="Group 23">
                  <a:extLst>
                    <a:ext uri="{FF2B5EF4-FFF2-40B4-BE49-F238E27FC236}">
                      <a16:creationId xmlns:a16="http://schemas.microsoft.com/office/drawing/2014/main" id="{5E3B358D-3644-4905-9EB3-203CA1A7388C}"/>
                    </a:ext>
                  </a:extLst>
                </p:cNvPr>
                <p:cNvGrpSpPr>
                  <a:grpSpLocks/>
                </p:cNvGrpSpPr>
                <p:nvPr/>
              </p:nvGrpSpPr>
              <p:grpSpPr bwMode="auto">
                <a:xfrm rot="4286940" flipH="1">
                  <a:off x="1038" y="766"/>
                  <a:ext cx="141" cy="50"/>
                  <a:chOff x="4032" y="2817"/>
                  <a:chExt cx="417" cy="635"/>
                </a:xfrm>
              </p:grpSpPr>
              <p:sp>
                <p:nvSpPr>
                  <p:cNvPr id="145" name="Oval 24">
                    <a:extLst>
                      <a:ext uri="{FF2B5EF4-FFF2-40B4-BE49-F238E27FC236}">
                        <a16:creationId xmlns:a16="http://schemas.microsoft.com/office/drawing/2014/main" id="{84B30AAB-4A8D-401D-A7B1-7083A3BA93D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6" name="Oval 25">
                    <a:extLst>
                      <a:ext uri="{FF2B5EF4-FFF2-40B4-BE49-F238E27FC236}">
                        <a16:creationId xmlns:a16="http://schemas.microsoft.com/office/drawing/2014/main" id="{72DBF283-ADB9-4EE7-8A7E-00E08DB33B6B}"/>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42" name="Group 26">
                  <a:extLst>
                    <a:ext uri="{FF2B5EF4-FFF2-40B4-BE49-F238E27FC236}">
                      <a16:creationId xmlns:a16="http://schemas.microsoft.com/office/drawing/2014/main" id="{2AC96E07-6A2E-4F8E-A3E3-63CCB88A7ECD}"/>
                    </a:ext>
                  </a:extLst>
                </p:cNvPr>
                <p:cNvGrpSpPr>
                  <a:grpSpLocks/>
                </p:cNvGrpSpPr>
                <p:nvPr/>
              </p:nvGrpSpPr>
              <p:grpSpPr bwMode="auto">
                <a:xfrm rot="4286940" flipH="1">
                  <a:off x="962" y="766"/>
                  <a:ext cx="141" cy="50"/>
                  <a:chOff x="4032" y="2817"/>
                  <a:chExt cx="417" cy="635"/>
                </a:xfrm>
              </p:grpSpPr>
              <p:sp>
                <p:nvSpPr>
                  <p:cNvPr id="143" name="Oval 27">
                    <a:extLst>
                      <a:ext uri="{FF2B5EF4-FFF2-40B4-BE49-F238E27FC236}">
                        <a16:creationId xmlns:a16="http://schemas.microsoft.com/office/drawing/2014/main" id="{3F7B510F-62FC-4791-98CF-194BC7459A8C}"/>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4" name="Oval 28">
                    <a:extLst>
                      <a:ext uri="{FF2B5EF4-FFF2-40B4-BE49-F238E27FC236}">
                        <a16:creationId xmlns:a16="http://schemas.microsoft.com/office/drawing/2014/main" id="{1056878F-72F9-494E-BE46-387C71FA9674}"/>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39" name="Oval 29">
                <a:extLst>
                  <a:ext uri="{FF2B5EF4-FFF2-40B4-BE49-F238E27FC236}">
                    <a16:creationId xmlns:a16="http://schemas.microsoft.com/office/drawing/2014/main" id="{2CD67AC2-E3F8-40D2-848B-5CB81805A9F8}"/>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36" name="Freeform 30">
              <a:extLst>
                <a:ext uri="{FF2B5EF4-FFF2-40B4-BE49-F238E27FC236}">
                  <a16:creationId xmlns:a16="http://schemas.microsoft.com/office/drawing/2014/main" id="{C7D4828E-F2AB-4A56-BCB3-F65C0BDAAB92}"/>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7" name="Freeform 31">
              <a:extLst>
                <a:ext uri="{FF2B5EF4-FFF2-40B4-BE49-F238E27FC236}">
                  <a16:creationId xmlns:a16="http://schemas.microsoft.com/office/drawing/2014/main" id="{7536A957-F706-417E-B469-98D7119F6161}"/>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58" name="Group 8">
            <a:extLst>
              <a:ext uri="{FF2B5EF4-FFF2-40B4-BE49-F238E27FC236}">
                <a16:creationId xmlns:a16="http://schemas.microsoft.com/office/drawing/2014/main" id="{4A7689A9-65C4-41F9-8D8C-45DA39DF4C9F}"/>
              </a:ext>
            </a:extLst>
          </p:cNvPr>
          <p:cNvGrpSpPr>
            <a:grpSpLocks/>
          </p:cNvGrpSpPr>
          <p:nvPr/>
        </p:nvGrpSpPr>
        <p:grpSpPr bwMode="auto">
          <a:xfrm>
            <a:off x="2362023" y="3207537"/>
            <a:ext cx="441325" cy="1066800"/>
            <a:chOff x="864" y="465"/>
            <a:chExt cx="1046" cy="2358"/>
          </a:xfrm>
        </p:grpSpPr>
        <p:grpSp>
          <p:nvGrpSpPr>
            <p:cNvPr id="159" name="Group 9">
              <a:extLst>
                <a:ext uri="{FF2B5EF4-FFF2-40B4-BE49-F238E27FC236}">
                  <a16:creationId xmlns:a16="http://schemas.microsoft.com/office/drawing/2014/main" id="{70211409-CF85-4BF3-9BE4-301FE3D85639}"/>
                </a:ext>
              </a:extLst>
            </p:cNvPr>
            <p:cNvGrpSpPr>
              <a:grpSpLocks/>
            </p:cNvGrpSpPr>
            <p:nvPr/>
          </p:nvGrpSpPr>
          <p:grpSpPr bwMode="auto">
            <a:xfrm>
              <a:off x="864" y="465"/>
              <a:ext cx="1008" cy="2319"/>
              <a:chOff x="587" y="528"/>
              <a:chExt cx="1008" cy="2319"/>
            </a:xfrm>
          </p:grpSpPr>
          <p:grpSp>
            <p:nvGrpSpPr>
              <p:cNvPr id="162" name="Group 10">
                <a:extLst>
                  <a:ext uri="{FF2B5EF4-FFF2-40B4-BE49-F238E27FC236}">
                    <a16:creationId xmlns:a16="http://schemas.microsoft.com/office/drawing/2014/main" id="{45F92967-63E3-4A77-B5BC-709899161B4D}"/>
                  </a:ext>
                </a:extLst>
              </p:cNvPr>
              <p:cNvGrpSpPr>
                <a:grpSpLocks/>
              </p:cNvGrpSpPr>
              <p:nvPr/>
            </p:nvGrpSpPr>
            <p:grpSpPr bwMode="auto">
              <a:xfrm>
                <a:off x="587" y="528"/>
                <a:ext cx="1008" cy="2319"/>
                <a:chOff x="587" y="528"/>
                <a:chExt cx="1008" cy="2319"/>
              </a:xfrm>
            </p:grpSpPr>
            <p:grpSp>
              <p:nvGrpSpPr>
                <p:cNvPr id="164" name="Group 11">
                  <a:extLst>
                    <a:ext uri="{FF2B5EF4-FFF2-40B4-BE49-F238E27FC236}">
                      <a16:creationId xmlns:a16="http://schemas.microsoft.com/office/drawing/2014/main" id="{B34C84E9-AFEC-4749-B353-7EB0D30D2764}"/>
                    </a:ext>
                  </a:extLst>
                </p:cNvPr>
                <p:cNvGrpSpPr>
                  <a:grpSpLocks/>
                </p:cNvGrpSpPr>
                <p:nvPr/>
              </p:nvGrpSpPr>
              <p:grpSpPr bwMode="auto">
                <a:xfrm>
                  <a:off x="587" y="528"/>
                  <a:ext cx="1008" cy="2319"/>
                  <a:chOff x="1151" y="1104"/>
                  <a:chExt cx="686" cy="1741"/>
                </a:xfrm>
              </p:grpSpPr>
              <p:sp>
                <p:nvSpPr>
                  <p:cNvPr id="171" name="Freeform 12">
                    <a:extLst>
                      <a:ext uri="{FF2B5EF4-FFF2-40B4-BE49-F238E27FC236}">
                        <a16:creationId xmlns:a16="http://schemas.microsoft.com/office/drawing/2014/main" id="{EA3DAAB8-299A-4467-8559-4010CD28D67B}"/>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2" name="Freeform 13">
                    <a:extLst>
                      <a:ext uri="{FF2B5EF4-FFF2-40B4-BE49-F238E27FC236}">
                        <a16:creationId xmlns:a16="http://schemas.microsoft.com/office/drawing/2014/main" id="{B76A2FD4-C82F-4951-AE0D-020597097CEE}"/>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3" name="Freeform 14">
                    <a:extLst>
                      <a:ext uri="{FF2B5EF4-FFF2-40B4-BE49-F238E27FC236}">
                        <a16:creationId xmlns:a16="http://schemas.microsoft.com/office/drawing/2014/main" id="{53C1854F-A89D-44C4-9684-EBE11DB5EFA2}"/>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4" name="Freeform 15">
                    <a:extLst>
                      <a:ext uri="{FF2B5EF4-FFF2-40B4-BE49-F238E27FC236}">
                        <a16:creationId xmlns:a16="http://schemas.microsoft.com/office/drawing/2014/main" id="{63E2DDA0-BDD1-4B63-A552-43AAE0CD9C13}"/>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5" name="Freeform 16">
                    <a:extLst>
                      <a:ext uri="{FF2B5EF4-FFF2-40B4-BE49-F238E27FC236}">
                        <a16:creationId xmlns:a16="http://schemas.microsoft.com/office/drawing/2014/main" id="{3500D628-8684-4709-A0D5-4475B13C5203}"/>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6" name="Freeform 17">
                    <a:extLst>
                      <a:ext uri="{FF2B5EF4-FFF2-40B4-BE49-F238E27FC236}">
                        <a16:creationId xmlns:a16="http://schemas.microsoft.com/office/drawing/2014/main" id="{DB909C7D-D48A-438B-A5CB-B8127FA27F2E}"/>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77" name="Group 18">
                    <a:extLst>
                      <a:ext uri="{FF2B5EF4-FFF2-40B4-BE49-F238E27FC236}">
                        <a16:creationId xmlns:a16="http://schemas.microsoft.com/office/drawing/2014/main" id="{53D2B8D4-424D-4834-AE56-3AD4B2A45481}"/>
                      </a:ext>
                    </a:extLst>
                  </p:cNvPr>
                  <p:cNvGrpSpPr>
                    <a:grpSpLocks/>
                  </p:cNvGrpSpPr>
                  <p:nvPr/>
                </p:nvGrpSpPr>
                <p:grpSpPr bwMode="auto">
                  <a:xfrm flipH="1">
                    <a:off x="1212" y="1104"/>
                    <a:ext cx="277" cy="235"/>
                    <a:chOff x="1590" y="1104"/>
                    <a:chExt cx="277" cy="235"/>
                  </a:xfrm>
                </p:grpSpPr>
                <p:sp>
                  <p:nvSpPr>
                    <p:cNvPr id="178" name="Freeform 19">
                      <a:extLst>
                        <a:ext uri="{FF2B5EF4-FFF2-40B4-BE49-F238E27FC236}">
                          <a16:creationId xmlns:a16="http://schemas.microsoft.com/office/drawing/2014/main" id="{D39704D7-667F-4242-8795-D52AD4720EC8}"/>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9" name="Freeform 20">
                      <a:extLst>
                        <a:ext uri="{FF2B5EF4-FFF2-40B4-BE49-F238E27FC236}">
                          <a16:creationId xmlns:a16="http://schemas.microsoft.com/office/drawing/2014/main" id="{177CEF1D-C720-467A-8BD0-13122E7AE5D9}"/>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0" name="Freeform 21">
                      <a:extLst>
                        <a:ext uri="{FF2B5EF4-FFF2-40B4-BE49-F238E27FC236}">
                          <a16:creationId xmlns:a16="http://schemas.microsoft.com/office/drawing/2014/main" id="{A47066A7-67BD-45ED-87CE-709883496D5F}"/>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1" name="Freeform 22">
                      <a:extLst>
                        <a:ext uri="{FF2B5EF4-FFF2-40B4-BE49-F238E27FC236}">
                          <a16:creationId xmlns:a16="http://schemas.microsoft.com/office/drawing/2014/main" id="{3914549A-492B-4A47-AF1D-1AE2374AEA7E}"/>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65" name="Group 23">
                  <a:extLst>
                    <a:ext uri="{FF2B5EF4-FFF2-40B4-BE49-F238E27FC236}">
                      <a16:creationId xmlns:a16="http://schemas.microsoft.com/office/drawing/2014/main" id="{EBA09493-02E6-4D0A-BE57-B366B79C981F}"/>
                    </a:ext>
                  </a:extLst>
                </p:cNvPr>
                <p:cNvGrpSpPr>
                  <a:grpSpLocks/>
                </p:cNvGrpSpPr>
                <p:nvPr/>
              </p:nvGrpSpPr>
              <p:grpSpPr bwMode="auto">
                <a:xfrm rot="4286940" flipH="1">
                  <a:off x="1038" y="766"/>
                  <a:ext cx="141" cy="50"/>
                  <a:chOff x="4032" y="2817"/>
                  <a:chExt cx="417" cy="635"/>
                </a:xfrm>
              </p:grpSpPr>
              <p:sp>
                <p:nvSpPr>
                  <p:cNvPr id="169" name="Oval 24">
                    <a:extLst>
                      <a:ext uri="{FF2B5EF4-FFF2-40B4-BE49-F238E27FC236}">
                        <a16:creationId xmlns:a16="http://schemas.microsoft.com/office/drawing/2014/main" id="{F718AA78-5BF8-4F65-A9F6-8DDF711BEF3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0" name="Oval 25">
                    <a:extLst>
                      <a:ext uri="{FF2B5EF4-FFF2-40B4-BE49-F238E27FC236}">
                        <a16:creationId xmlns:a16="http://schemas.microsoft.com/office/drawing/2014/main" id="{8A05DADA-EB1A-419B-A1DB-CE94D03C9107}"/>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66" name="Group 26">
                  <a:extLst>
                    <a:ext uri="{FF2B5EF4-FFF2-40B4-BE49-F238E27FC236}">
                      <a16:creationId xmlns:a16="http://schemas.microsoft.com/office/drawing/2014/main" id="{79DF3994-32BA-454C-A604-41D7AD07A779}"/>
                    </a:ext>
                  </a:extLst>
                </p:cNvPr>
                <p:cNvGrpSpPr>
                  <a:grpSpLocks/>
                </p:cNvGrpSpPr>
                <p:nvPr/>
              </p:nvGrpSpPr>
              <p:grpSpPr bwMode="auto">
                <a:xfrm rot="4286940" flipH="1">
                  <a:off x="962" y="766"/>
                  <a:ext cx="141" cy="50"/>
                  <a:chOff x="4032" y="2817"/>
                  <a:chExt cx="417" cy="635"/>
                </a:xfrm>
              </p:grpSpPr>
              <p:sp>
                <p:nvSpPr>
                  <p:cNvPr id="167" name="Oval 27">
                    <a:extLst>
                      <a:ext uri="{FF2B5EF4-FFF2-40B4-BE49-F238E27FC236}">
                        <a16:creationId xmlns:a16="http://schemas.microsoft.com/office/drawing/2014/main" id="{DFB2BCA1-B159-4F4E-A43C-08CDF6B786EE}"/>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8" name="Oval 28">
                    <a:extLst>
                      <a:ext uri="{FF2B5EF4-FFF2-40B4-BE49-F238E27FC236}">
                        <a16:creationId xmlns:a16="http://schemas.microsoft.com/office/drawing/2014/main" id="{A058D65C-F183-401D-9B5D-3ABEF4603EE5}"/>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63" name="Oval 29">
                <a:extLst>
                  <a:ext uri="{FF2B5EF4-FFF2-40B4-BE49-F238E27FC236}">
                    <a16:creationId xmlns:a16="http://schemas.microsoft.com/office/drawing/2014/main" id="{76AA959C-62A6-4D2E-A5BE-177D6AA1EBC3}"/>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60" name="Freeform 30">
              <a:extLst>
                <a:ext uri="{FF2B5EF4-FFF2-40B4-BE49-F238E27FC236}">
                  <a16:creationId xmlns:a16="http://schemas.microsoft.com/office/drawing/2014/main" id="{23017E81-19D7-4370-8E42-FE4B9B475AD9}"/>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61" name="Freeform 31">
              <a:extLst>
                <a:ext uri="{FF2B5EF4-FFF2-40B4-BE49-F238E27FC236}">
                  <a16:creationId xmlns:a16="http://schemas.microsoft.com/office/drawing/2014/main" id="{8524CA6A-E194-4B8B-86C1-F09254AC3848}"/>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a:extLst>
              <a:ext uri="{FF2B5EF4-FFF2-40B4-BE49-F238E27FC236}">
                <a16:creationId xmlns:a16="http://schemas.microsoft.com/office/drawing/2014/main" id="{AFAB02B1-894E-4FF6-9B53-3DE272F6B461}"/>
              </a:ext>
            </a:extLst>
          </p:cNvPr>
          <p:cNvGrpSpPr>
            <a:grpSpLocks/>
          </p:cNvGrpSpPr>
          <p:nvPr/>
        </p:nvGrpSpPr>
        <p:grpSpPr bwMode="auto">
          <a:xfrm>
            <a:off x="2819400" y="2819400"/>
            <a:ext cx="1676400" cy="1676400"/>
            <a:chOff x="2352" y="624"/>
            <a:chExt cx="1056" cy="1056"/>
          </a:xfrm>
        </p:grpSpPr>
        <p:sp>
          <p:nvSpPr>
            <p:cNvPr id="22612" name="Rectangle 3">
              <a:extLst>
                <a:ext uri="{FF2B5EF4-FFF2-40B4-BE49-F238E27FC236}">
                  <a16:creationId xmlns:a16="http://schemas.microsoft.com/office/drawing/2014/main" id="{675E21F4-4590-4B08-B459-4BFFE180ADB7}"/>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613" name="Text Box 4">
              <a:extLst>
                <a:ext uri="{FF2B5EF4-FFF2-40B4-BE49-F238E27FC236}">
                  <a16:creationId xmlns:a16="http://schemas.microsoft.com/office/drawing/2014/main" id="{5F9D9E10-BF61-46EF-A702-6B60A19A2C9D}"/>
                </a:ext>
              </a:extLst>
            </p:cNvPr>
            <p:cNvSpPr txBox="1">
              <a:spLocks noChangeArrowheads="1"/>
            </p:cNvSpPr>
            <p:nvPr/>
          </p:nvSpPr>
          <p:spPr bwMode="auto">
            <a:xfrm>
              <a:off x="2400" y="624"/>
              <a:ext cx="938" cy="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3</a:t>
              </a:r>
              <a:endPar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a:t>
              </a:r>
              <a:r>
                <a:rPr kumimoji="0" lang="en-US" altLang="zh-TW" sz="1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396</a:t>
              </a:r>
            </a:p>
          </p:txBody>
        </p:sp>
      </p:grpSp>
      <p:sp>
        <p:nvSpPr>
          <p:cNvPr id="22531" name="Text Box 5">
            <a:extLst>
              <a:ext uri="{FF2B5EF4-FFF2-40B4-BE49-F238E27FC236}">
                <a16:creationId xmlns:a16="http://schemas.microsoft.com/office/drawing/2014/main" id="{3A6E2DFA-F190-4391-8EA4-B565ED4FB9C1}"/>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22532" name="Rectangle 6">
            <a:extLst>
              <a:ext uri="{FF2B5EF4-FFF2-40B4-BE49-F238E27FC236}">
                <a16:creationId xmlns:a16="http://schemas.microsoft.com/office/drawing/2014/main" id="{56EFEF77-F7AF-414F-ADA9-C478AEB3A3CA}"/>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22533" name="Text Box 7">
            <a:extLst>
              <a:ext uri="{FF2B5EF4-FFF2-40B4-BE49-F238E27FC236}">
                <a16:creationId xmlns:a16="http://schemas.microsoft.com/office/drawing/2014/main" id="{99B1E173-F5D0-44B9-BFD1-4E19E781B5DF}"/>
              </a:ext>
            </a:extLst>
          </p:cNvPr>
          <p:cNvSpPr txBox="1">
            <a:spLocks noChangeArrowheads="1"/>
          </p:cNvSpPr>
          <p:nvPr/>
        </p:nvSpPr>
        <p:spPr bwMode="auto">
          <a:xfrm>
            <a:off x="5334000" y="914400"/>
            <a:ext cx="5181600" cy="607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Consider your input instance</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Allocate work </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Construct one or more </a:t>
            </a:r>
            <a:r>
              <a:rPr kumimoji="0" lang="en-US" altLang="zh-TW" sz="2800" b="0" i="0" u="none" strike="noStrike" kern="1200" cap="none" spc="0" normalizeH="0" baseline="0" noProof="0" dirty="0" err="1">
                <a:ln>
                  <a:noFill/>
                </a:ln>
                <a:solidFill>
                  <a:srgbClr val="FFFFFF"/>
                </a:solidFill>
                <a:effectLst/>
                <a:uLnTx/>
                <a:uFillTx/>
                <a:latin typeface="Times New Roman" panose="02020603050405020304" pitchFamily="18" charset="0"/>
                <a:ea typeface="PMingLiU" panose="02020500000000000000" pitchFamily="18" charset="-120"/>
                <a:cs typeface="+mn-cs"/>
              </a:rPr>
              <a:t>subinstances</a:t>
            </a:r>
            <a:endPar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Assume by magic your friends give you the answer for these.</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Use this help to solve your own instance.</a:t>
            </a: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Do </a:t>
            </a:r>
            <a:r>
              <a:rPr kumimoji="0" lang="en-US" altLang="zh-TW" sz="2800" b="0" i="0" u="none" strike="noStrike" kern="1200" cap="none" spc="0" normalizeH="0" baseline="0" noProof="0" dirty="0">
                <a:ln>
                  <a:noFill/>
                </a:ln>
                <a:solidFill>
                  <a:srgbClr val="FF0000"/>
                </a:solidFill>
                <a:effectLst/>
                <a:uLnTx/>
                <a:uFillTx/>
                <a:latin typeface="Times New Roman" panose="02020603050405020304" pitchFamily="18" charset="0"/>
                <a:ea typeface="PMingLiU" panose="02020500000000000000" pitchFamily="18" charset="-120"/>
                <a:cs typeface="+mn-cs"/>
              </a:rPr>
              <a:t>not</a:t>
            </a: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 worry about anything else.</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Who your boss is.</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rPr>
              <a:t>How your friends solve their instance.</a:t>
            </a:r>
            <a:endParaRPr kumimoji="0" lang="en-CA"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Char char="•"/>
              <a:tabLst/>
              <a:defRPr/>
            </a:pPr>
            <a:endParaRPr kumimoji="0" lang="en-US" altLang="zh-TW" sz="2800" b="0" i="0" u="none" strike="noStrike" kern="1200" cap="none" spc="0" normalizeH="0" baseline="0" noProof="0" dirty="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CA"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endParaRPr>
          </a:p>
        </p:txBody>
      </p:sp>
      <p:sp>
        <p:nvSpPr>
          <p:cNvPr id="22535" name="AutoShape 32">
            <a:extLst>
              <a:ext uri="{FF2B5EF4-FFF2-40B4-BE49-F238E27FC236}">
                <a16:creationId xmlns:a16="http://schemas.microsoft.com/office/drawing/2014/main" id="{09270157-ED5D-4260-9B94-5E91593DF7B2}"/>
              </a:ext>
            </a:extLst>
          </p:cNvPr>
          <p:cNvSpPr>
            <a:spLocks noChangeArrowheads="1"/>
          </p:cNvSpPr>
          <p:nvPr/>
        </p:nvSpPr>
        <p:spPr bwMode="auto">
          <a:xfrm>
            <a:off x="3124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536" name="AutoShape 33">
            <a:extLst>
              <a:ext uri="{FF2B5EF4-FFF2-40B4-BE49-F238E27FC236}">
                <a16:creationId xmlns:a16="http://schemas.microsoft.com/office/drawing/2014/main" id="{A7BA5636-17C7-46D3-AAE6-F98A6FDD6EA1}"/>
              </a:ext>
            </a:extLst>
          </p:cNvPr>
          <p:cNvSpPr>
            <a:spLocks noChangeArrowheads="1"/>
          </p:cNvSpPr>
          <p:nvPr/>
        </p:nvSpPr>
        <p:spPr bwMode="auto">
          <a:xfrm>
            <a:off x="4038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537" name="AutoShape 34">
            <a:extLst>
              <a:ext uri="{FF2B5EF4-FFF2-40B4-BE49-F238E27FC236}">
                <a16:creationId xmlns:a16="http://schemas.microsoft.com/office/drawing/2014/main" id="{DB31FF46-77AB-47D0-BBD0-A92FB76E1802}"/>
              </a:ext>
            </a:extLst>
          </p:cNvPr>
          <p:cNvSpPr>
            <a:spLocks noChangeArrowheads="1"/>
          </p:cNvSpPr>
          <p:nvPr/>
        </p:nvSpPr>
        <p:spPr bwMode="auto">
          <a:xfrm>
            <a:off x="2133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538" name="Text Box 35">
            <a:extLst>
              <a:ext uri="{FF2B5EF4-FFF2-40B4-BE49-F238E27FC236}">
                <a16:creationId xmlns:a16="http://schemas.microsoft.com/office/drawing/2014/main" id="{CA700CB4-009A-4E8D-972F-85BA4F738BC1}"/>
              </a:ext>
            </a:extLst>
          </p:cNvPr>
          <p:cNvSpPr txBox="1">
            <a:spLocks noChangeArrowheads="1"/>
          </p:cNvSpPr>
          <p:nvPr/>
        </p:nvSpPr>
        <p:spPr bwMode="auto">
          <a:xfrm>
            <a:off x="2286000" y="56515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sp>
        <p:nvSpPr>
          <p:cNvPr id="22539" name="Text Box 36">
            <a:extLst>
              <a:ext uri="{FF2B5EF4-FFF2-40B4-BE49-F238E27FC236}">
                <a16:creationId xmlns:a16="http://schemas.microsoft.com/office/drawing/2014/main" id="{A7C7199D-D7E4-4FD8-B79E-F5C3C139BA19}"/>
              </a:ext>
            </a:extLst>
          </p:cNvPr>
          <p:cNvSpPr txBox="1">
            <a:spLocks noChangeArrowheads="1"/>
          </p:cNvSpPr>
          <p:nvPr/>
        </p:nvSpPr>
        <p:spPr bwMode="auto">
          <a:xfrm>
            <a:off x="3270250" y="56388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XY=6</a:t>
            </a:r>
          </a:p>
        </p:txBody>
      </p:sp>
      <p:sp>
        <p:nvSpPr>
          <p:cNvPr id="22540" name="Text Box 37">
            <a:extLst>
              <a:ext uri="{FF2B5EF4-FFF2-40B4-BE49-F238E27FC236}">
                <a16:creationId xmlns:a16="http://schemas.microsoft.com/office/drawing/2014/main" id="{FC8F5085-5463-4113-8F56-1C68A7E52069}"/>
              </a:ext>
            </a:extLst>
          </p:cNvPr>
          <p:cNvSpPr txBox="1">
            <a:spLocks noChangeArrowheads="1"/>
          </p:cNvSpPr>
          <p:nvPr/>
        </p:nvSpPr>
        <p:spPr bwMode="auto">
          <a:xfrm>
            <a:off x="4159250" y="5651500"/>
            <a:ext cx="793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XY=18</a:t>
            </a:r>
          </a:p>
        </p:txBody>
      </p:sp>
      <p:sp>
        <p:nvSpPr>
          <p:cNvPr id="22541" name="Line 38">
            <a:extLst>
              <a:ext uri="{FF2B5EF4-FFF2-40B4-BE49-F238E27FC236}">
                <a16:creationId xmlns:a16="http://schemas.microsoft.com/office/drawing/2014/main" id="{F2744246-9E3F-4F91-AEC0-E82D23B7C45C}"/>
              </a:ext>
            </a:extLst>
          </p:cNvPr>
          <p:cNvSpPr>
            <a:spLocks noChangeShapeType="1"/>
          </p:cNvSpPr>
          <p:nvPr/>
        </p:nvSpPr>
        <p:spPr bwMode="auto">
          <a:xfrm flipH="1">
            <a:off x="2590800" y="44958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542" name="Line 39">
            <a:extLst>
              <a:ext uri="{FF2B5EF4-FFF2-40B4-BE49-F238E27FC236}">
                <a16:creationId xmlns:a16="http://schemas.microsoft.com/office/drawing/2014/main" id="{D2CA9FE8-923A-4AA2-B1D4-67AE09C21C4B}"/>
              </a:ext>
            </a:extLst>
          </p:cNvPr>
          <p:cNvSpPr>
            <a:spLocks noChangeShapeType="1"/>
          </p:cNvSpPr>
          <p:nvPr/>
        </p:nvSpPr>
        <p:spPr bwMode="auto">
          <a:xfrm flipH="1">
            <a:off x="3581400" y="44958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543" name="Line 40">
            <a:extLst>
              <a:ext uri="{FF2B5EF4-FFF2-40B4-BE49-F238E27FC236}">
                <a16:creationId xmlns:a16="http://schemas.microsoft.com/office/drawing/2014/main" id="{6CDCCDC7-CA91-4B8A-B932-EA5D8AFD08AF}"/>
              </a:ext>
            </a:extLst>
          </p:cNvPr>
          <p:cNvSpPr>
            <a:spLocks noChangeShapeType="1"/>
          </p:cNvSpPr>
          <p:nvPr/>
        </p:nvSpPr>
        <p:spPr bwMode="auto">
          <a:xfrm>
            <a:off x="3657600" y="44958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86" name="Group 8">
            <a:extLst>
              <a:ext uri="{FF2B5EF4-FFF2-40B4-BE49-F238E27FC236}">
                <a16:creationId xmlns:a16="http://schemas.microsoft.com/office/drawing/2014/main" id="{D39C1A78-026B-4269-BE06-86745D8EC624}"/>
              </a:ext>
            </a:extLst>
          </p:cNvPr>
          <p:cNvGrpSpPr>
            <a:grpSpLocks/>
          </p:cNvGrpSpPr>
          <p:nvPr/>
        </p:nvGrpSpPr>
        <p:grpSpPr bwMode="auto">
          <a:xfrm>
            <a:off x="3847397" y="4763245"/>
            <a:ext cx="441325" cy="1066800"/>
            <a:chOff x="864" y="465"/>
            <a:chExt cx="1046" cy="2358"/>
          </a:xfrm>
        </p:grpSpPr>
        <p:grpSp>
          <p:nvGrpSpPr>
            <p:cNvPr id="87" name="Group 9">
              <a:extLst>
                <a:ext uri="{FF2B5EF4-FFF2-40B4-BE49-F238E27FC236}">
                  <a16:creationId xmlns:a16="http://schemas.microsoft.com/office/drawing/2014/main" id="{649D3814-4437-4F19-9584-92C23D8183C8}"/>
                </a:ext>
              </a:extLst>
            </p:cNvPr>
            <p:cNvGrpSpPr>
              <a:grpSpLocks/>
            </p:cNvGrpSpPr>
            <p:nvPr/>
          </p:nvGrpSpPr>
          <p:grpSpPr bwMode="auto">
            <a:xfrm>
              <a:off x="864" y="465"/>
              <a:ext cx="1008" cy="2319"/>
              <a:chOff x="587" y="528"/>
              <a:chExt cx="1008" cy="2319"/>
            </a:xfrm>
          </p:grpSpPr>
          <p:grpSp>
            <p:nvGrpSpPr>
              <p:cNvPr id="90" name="Group 10">
                <a:extLst>
                  <a:ext uri="{FF2B5EF4-FFF2-40B4-BE49-F238E27FC236}">
                    <a16:creationId xmlns:a16="http://schemas.microsoft.com/office/drawing/2014/main" id="{205CB354-3252-48E3-B6D7-14014F492922}"/>
                  </a:ext>
                </a:extLst>
              </p:cNvPr>
              <p:cNvGrpSpPr>
                <a:grpSpLocks/>
              </p:cNvGrpSpPr>
              <p:nvPr/>
            </p:nvGrpSpPr>
            <p:grpSpPr bwMode="auto">
              <a:xfrm>
                <a:off x="587" y="528"/>
                <a:ext cx="1008" cy="2319"/>
                <a:chOff x="587" y="528"/>
                <a:chExt cx="1008" cy="2319"/>
              </a:xfrm>
            </p:grpSpPr>
            <p:grpSp>
              <p:nvGrpSpPr>
                <p:cNvPr id="92" name="Group 11">
                  <a:extLst>
                    <a:ext uri="{FF2B5EF4-FFF2-40B4-BE49-F238E27FC236}">
                      <a16:creationId xmlns:a16="http://schemas.microsoft.com/office/drawing/2014/main" id="{7EBEB49D-6CEF-4463-A049-8D94488D1EE6}"/>
                    </a:ext>
                  </a:extLst>
                </p:cNvPr>
                <p:cNvGrpSpPr>
                  <a:grpSpLocks/>
                </p:cNvGrpSpPr>
                <p:nvPr/>
              </p:nvGrpSpPr>
              <p:grpSpPr bwMode="auto">
                <a:xfrm>
                  <a:off x="587" y="528"/>
                  <a:ext cx="1008" cy="2319"/>
                  <a:chOff x="1151" y="1104"/>
                  <a:chExt cx="686" cy="1741"/>
                </a:xfrm>
              </p:grpSpPr>
              <p:sp>
                <p:nvSpPr>
                  <p:cNvPr id="99" name="Freeform 12">
                    <a:extLst>
                      <a:ext uri="{FF2B5EF4-FFF2-40B4-BE49-F238E27FC236}">
                        <a16:creationId xmlns:a16="http://schemas.microsoft.com/office/drawing/2014/main" id="{A28196F5-FF8A-4FDC-A9C0-4AD38A29817C}"/>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0" name="Freeform 13">
                    <a:extLst>
                      <a:ext uri="{FF2B5EF4-FFF2-40B4-BE49-F238E27FC236}">
                        <a16:creationId xmlns:a16="http://schemas.microsoft.com/office/drawing/2014/main" id="{0416466A-99A9-42BF-BABE-F53571B2765A}"/>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1" name="Freeform 14">
                    <a:extLst>
                      <a:ext uri="{FF2B5EF4-FFF2-40B4-BE49-F238E27FC236}">
                        <a16:creationId xmlns:a16="http://schemas.microsoft.com/office/drawing/2014/main" id="{782422F2-DDC4-4630-B8B3-106AA451A840}"/>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2" name="Freeform 15">
                    <a:extLst>
                      <a:ext uri="{FF2B5EF4-FFF2-40B4-BE49-F238E27FC236}">
                        <a16:creationId xmlns:a16="http://schemas.microsoft.com/office/drawing/2014/main" id="{FD8B7FBB-B349-425C-B669-2F716F7556ED}"/>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3" name="Freeform 16">
                    <a:extLst>
                      <a:ext uri="{FF2B5EF4-FFF2-40B4-BE49-F238E27FC236}">
                        <a16:creationId xmlns:a16="http://schemas.microsoft.com/office/drawing/2014/main" id="{CB5D7C3F-91F9-462C-9140-0BAD961BB4FB}"/>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4" name="Freeform 17">
                    <a:extLst>
                      <a:ext uri="{FF2B5EF4-FFF2-40B4-BE49-F238E27FC236}">
                        <a16:creationId xmlns:a16="http://schemas.microsoft.com/office/drawing/2014/main" id="{526F6AF7-3B8B-4DE9-8CEB-065EF6C178B0}"/>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05" name="Group 18">
                    <a:extLst>
                      <a:ext uri="{FF2B5EF4-FFF2-40B4-BE49-F238E27FC236}">
                        <a16:creationId xmlns:a16="http://schemas.microsoft.com/office/drawing/2014/main" id="{39466DFB-5198-430F-B28F-A6FB679D0BB3}"/>
                      </a:ext>
                    </a:extLst>
                  </p:cNvPr>
                  <p:cNvGrpSpPr>
                    <a:grpSpLocks/>
                  </p:cNvGrpSpPr>
                  <p:nvPr/>
                </p:nvGrpSpPr>
                <p:grpSpPr bwMode="auto">
                  <a:xfrm flipH="1">
                    <a:off x="1212" y="1104"/>
                    <a:ext cx="277" cy="235"/>
                    <a:chOff x="1590" y="1104"/>
                    <a:chExt cx="277" cy="235"/>
                  </a:xfrm>
                </p:grpSpPr>
                <p:sp>
                  <p:nvSpPr>
                    <p:cNvPr id="106" name="Freeform 19">
                      <a:extLst>
                        <a:ext uri="{FF2B5EF4-FFF2-40B4-BE49-F238E27FC236}">
                          <a16:creationId xmlns:a16="http://schemas.microsoft.com/office/drawing/2014/main" id="{6D719D09-E52E-4A41-9EFE-FB4CC70F6766}"/>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7" name="Freeform 20">
                      <a:extLst>
                        <a:ext uri="{FF2B5EF4-FFF2-40B4-BE49-F238E27FC236}">
                          <a16:creationId xmlns:a16="http://schemas.microsoft.com/office/drawing/2014/main" id="{B62A32A9-1059-4105-B397-20CC97CA8109}"/>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8" name="Freeform 21">
                      <a:extLst>
                        <a:ext uri="{FF2B5EF4-FFF2-40B4-BE49-F238E27FC236}">
                          <a16:creationId xmlns:a16="http://schemas.microsoft.com/office/drawing/2014/main" id="{9CB7A67F-1929-4B1C-B5FC-5CA5C68DE6B1}"/>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9" name="Freeform 22">
                      <a:extLst>
                        <a:ext uri="{FF2B5EF4-FFF2-40B4-BE49-F238E27FC236}">
                          <a16:creationId xmlns:a16="http://schemas.microsoft.com/office/drawing/2014/main" id="{8A909A01-F6B8-48BB-8557-693A4AAB1A7A}"/>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93" name="Group 23">
                  <a:extLst>
                    <a:ext uri="{FF2B5EF4-FFF2-40B4-BE49-F238E27FC236}">
                      <a16:creationId xmlns:a16="http://schemas.microsoft.com/office/drawing/2014/main" id="{3F536908-EF06-4C60-ABD5-7FD7F04C98C1}"/>
                    </a:ext>
                  </a:extLst>
                </p:cNvPr>
                <p:cNvGrpSpPr>
                  <a:grpSpLocks/>
                </p:cNvGrpSpPr>
                <p:nvPr/>
              </p:nvGrpSpPr>
              <p:grpSpPr bwMode="auto">
                <a:xfrm rot="4286940" flipH="1">
                  <a:off x="1038" y="766"/>
                  <a:ext cx="141" cy="50"/>
                  <a:chOff x="4032" y="2817"/>
                  <a:chExt cx="417" cy="635"/>
                </a:xfrm>
              </p:grpSpPr>
              <p:sp>
                <p:nvSpPr>
                  <p:cNvPr id="97" name="Oval 24">
                    <a:extLst>
                      <a:ext uri="{FF2B5EF4-FFF2-40B4-BE49-F238E27FC236}">
                        <a16:creationId xmlns:a16="http://schemas.microsoft.com/office/drawing/2014/main" id="{9680D111-B315-4061-BD49-B8DEE01BC62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8" name="Oval 25">
                    <a:extLst>
                      <a:ext uri="{FF2B5EF4-FFF2-40B4-BE49-F238E27FC236}">
                        <a16:creationId xmlns:a16="http://schemas.microsoft.com/office/drawing/2014/main" id="{3997D1B0-6F6F-4757-91E3-CB23F4D8C63C}"/>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94" name="Group 26">
                  <a:extLst>
                    <a:ext uri="{FF2B5EF4-FFF2-40B4-BE49-F238E27FC236}">
                      <a16:creationId xmlns:a16="http://schemas.microsoft.com/office/drawing/2014/main" id="{6407B66C-8B16-4EC5-8299-53E26D935C18}"/>
                    </a:ext>
                  </a:extLst>
                </p:cNvPr>
                <p:cNvGrpSpPr>
                  <a:grpSpLocks/>
                </p:cNvGrpSpPr>
                <p:nvPr/>
              </p:nvGrpSpPr>
              <p:grpSpPr bwMode="auto">
                <a:xfrm rot="4286940" flipH="1">
                  <a:off x="962" y="766"/>
                  <a:ext cx="141" cy="50"/>
                  <a:chOff x="4032" y="2817"/>
                  <a:chExt cx="417" cy="635"/>
                </a:xfrm>
              </p:grpSpPr>
              <p:sp>
                <p:nvSpPr>
                  <p:cNvPr id="95" name="Oval 27">
                    <a:extLst>
                      <a:ext uri="{FF2B5EF4-FFF2-40B4-BE49-F238E27FC236}">
                        <a16:creationId xmlns:a16="http://schemas.microsoft.com/office/drawing/2014/main" id="{95937329-3937-42C2-BC7D-C2E42237244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6" name="Oval 28">
                    <a:extLst>
                      <a:ext uri="{FF2B5EF4-FFF2-40B4-BE49-F238E27FC236}">
                        <a16:creationId xmlns:a16="http://schemas.microsoft.com/office/drawing/2014/main" id="{C85B4E8D-5082-4004-922B-C02F732FC71F}"/>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91" name="Oval 29">
                <a:extLst>
                  <a:ext uri="{FF2B5EF4-FFF2-40B4-BE49-F238E27FC236}">
                    <a16:creationId xmlns:a16="http://schemas.microsoft.com/office/drawing/2014/main" id="{B3C13358-7642-4604-875E-02AAED9EBDE7}"/>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88" name="Freeform 30">
              <a:extLst>
                <a:ext uri="{FF2B5EF4-FFF2-40B4-BE49-F238E27FC236}">
                  <a16:creationId xmlns:a16="http://schemas.microsoft.com/office/drawing/2014/main" id="{9DEA2348-C08F-48F4-B22B-778B34538D20}"/>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89" name="Freeform 31">
              <a:extLst>
                <a:ext uri="{FF2B5EF4-FFF2-40B4-BE49-F238E27FC236}">
                  <a16:creationId xmlns:a16="http://schemas.microsoft.com/office/drawing/2014/main" id="{889FE8A5-32D5-49E5-89F4-07736757261A}"/>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10" name="Group 8">
            <a:extLst>
              <a:ext uri="{FF2B5EF4-FFF2-40B4-BE49-F238E27FC236}">
                <a16:creationId xmlns:a16="http://schemas.microsoft.com/office/drawing/2014/main" id="{B2453EC7-0B5E-4B5D-A2CD-F77493EDB5C6}"/>
              </a:ext>
            </a:extLst>
          </p:cNvPr>
          <p:cNvGrpSpPr>
            <a:grpSpLocks/>
          </p:cNvGrpSpPr>
          <p:nvPr/>
        </p:nvGrpSpPr>
        <p:grpSpPr bwMode="auto">
          <a:xfrm>
            <a:off x="2831270" y="4767838"/>
            <a:ext cx="441325" cy="1066800"/>
            <a:chOff x="864" y="465"/>
            <a:chExt cx="1046" cy="2358"/>
          </a:xfrm>
        </p:grpSpPr>
        <p:grpSp>
          <p:nvGrpSpPr>
            <p:cNvPr id="111" name="Group 9">
              <a:extLst>
                <a:ext uri="{FF2B5EF4-FFF2-40B4-BE49-F238E27FC236}">
                  <a16:creationId xmlns:a16="http://schemas.microsoft.com/office/drawing/2014/main" id="{3CE38A46-5809-401F-B2E8-EDE2E5253419}"/>
                </a:ext>
              </a:extLst>
            </p:cNvPr>
            <p:cNvGrpSpPr>
              <a:grpSpLocks/>
            </p:cNvGrpSpPr>
            <p:nvPr/>
          </p:nvGrpSpPr>
          <p:grpSpPr bwMode="auto">
            <a:xfrm>
              <a:off x="864" y="465"/>
              <a:ext cx="1008" cy="2319"/>
              <a:chOff x="587" y="528"/>
              <a:chExt cx="1008" cy="2319"/>
            </a:xfrm>
          </p:grpSpPr>
          <p:grpSp>
            <p:nvGrpSpPr>
              <p:cNvPr id="114" name="Group 10">
                <a:extLst>
                  <a:ext uri="{FF2B5EF4-FFF2-40B4-BE49-F238E27FC236}">
                    <a16:creationId xmlns:a16="http://schemas.microsoft.com/office/drawing/2014/main" id="{1708F2C3-2569-494D-AF42-24D5229A0678}"/>
                  </a:ext>
                </a:extLst>
              </p:cNvPr>
              <p:cNvGrpSpPr>
                <a:grpSpLocks/>
              </p:cNvGrpSpPr>
              <p:nvPr/>
            </p:nvGrpSpPr>
            <p:grpSpPr bwMode="auto">
              <a:xfrm>
                <a:off x="587" y="528"/>
                <a:ext cx="1008" cy="2319"/>
                <a:chOff x="587" y="528"/>
                <a:chExt cx="1008" cy="2319"/>
              </a:xfrm>
            </p:grpSpPr>
            <p:grpSp>
              <p:nvGrpSpPr>
                <p:cNvPr id="116" name="Group 11">
                  <a:extLst>
                    <a:ext uri="{FF2B5EF4-FFF2-40B4-BE49-F238E27FC236}">
                      <a16:creationId xmlns:a16="http://schemas.microsoft.com/office/drawing/2014/main" id="{20D5CF04-2418-497D-9D8C-7806FFFD4F49}"/>
                    </a:ext>
                  </a:extLst>
                </p:cNvPr>
                <p:cNvGrpSpPr>
                  <a:grpSpLocks/>
                </p:cNvGrpSpPr>
                <p:nvPr/>
              </p:nvGrpSpPr>
              <p:grpSpPr bwMode="auto">
                <a:xfrm>
                  <a:off x="587" y="528"/>
                  <a:ext cx="1008" cy="2319"/>
                  <a:chOff x="1151" y="1104"/>
                  <a:chExt cx="686" cy="1741"/>
                </a:xfrm>
              </p:grpSpPr>
              <p:sp>
                <p:nvSpPr>
                  <p:cNvPr id="123" name="Freeform 12">
                    <a:extLst>
                      <a:ext uri="{FF2B5EF4-FFF2-40B4-BE49-F238E27FC236}">
                        <a16:creationId xmlns:a16="http://schemas.microsoft.com/office/drawing/2014/main" id="{FF0535E3-0F5C-49F1-93EF-CA6D616B4B3E}"/>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4" name="Freeform 13">
                    <a:extLst>
                      <a:ext uri="{FF2B5EF4-FFF2-40B4-BE49-F238E27FC236}">
                        <a16:creationId xmlns:a16="http://schemas.microsoft.com/office/drawing/2014/main" id="{80AC3D91-890C-4E9B-AF7C-BB28170D13A5}"/>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5" name="Freeform 14">
                    <a:extLst>
                      <a:ext uri="{FF2B5EF4-FFF2-40B4-BE49-F238E27FC236}">
                        <a16:creationId xmlns:a16="http://schemas.microsoft.com/office/drawing/2014/main" id="{43C95D6A-9991-4F21-BE57-D86E84627F7F}"/>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6" name="Freeform 15">
                    <a:extLst>
                      <a:ext uri="{FF2B5EF4-FFF2-40B4-BE49-F238E27FC236}">
                        <a16:creationId xmlns:a16="http://schemas.microsoft.com/office/drawing/2014/main" id="{9943AE27-F0D1-45A9-B4F6-E001ACA5CE3A}"/>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7" name="Freeform 16">
                    <a:extLst>
                      <a:ext uri="{FF2B5EF4-FFF2-40B4-BE49-F238E27FC236}">
                        <a16:creationId xmlns:a16="http://schemas.microsoft.com/office/drawing/2014/main" id="{A471796E-32FC-4CBE-BE69-8FAE884067B0}"/>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8" name="Freeform 17">
                    <a:extLst>
                      <a:ext uri="{FF2B5EF4-FFF2-40B4-BE49-F238E27FC236}">
                        <a16:creationId xmlns:a16="http://schemas.microsoft.com/office/drawing/2014/main" id="{F6E8D05F-946C-4401-B2B7-819614AF5E80}"/>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29" name="Group 18">
                    <a:extLst>
                      <a:ext uri="{FF2B5EF4-FFF2-40B4-BE49-F238E27FC236}">
                        <a16:creationId xmlns:a16="http://schemas.microsoft.com/office/drawing/2014/main" id="{F072FE9C-A8E6-4CE2-8E10-02F709ADC9CE}"/>
                      </a:ext>
                    </a:extLst>
                  </p:cNvPr>
                  <p:cNvGrpSpPr>
                    <a:grpSpLocks/>
                  </p:cNvGrpSpPr>
                  <p:nvPr/>
                </p:nvGrpSpPr>
                <p:grpSpPr bwMode="auto">
                  <a:xfrm flipH="1">
                    <a:off x="1212" y="1104"/>
                    <a:ext cx="277" cy="235"/>
                    <a:chOff x="1590" y="1104"/>
                    <a:chExt cx="277" cy="235"/>
                  </a:xfrm>
                </p:grpSpPr>
                <p:sp>
                  <p:nvSpPr>
                    <p:cNvPr id="130" name="Freeform 19">
                      <a:extLst>
                        <a:ext uri="{FF2B5EF4-FFF2-40B4-BE49-F238E27FC236}">
                          <a16:creationId xmlns:a16="http://schemas.microsoft.com/office/drawing/2014/main" id="{E312022C-7268-45D2-87D3-36E19AE39453}"/>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1" name="Freeform 20">
                      <a:extLst>
                        <a:ext uri="{FF2B5EF4-FFF2-40B4-BE49-F238E27FC236}">
                          <a16:creationId xmlns:a16="http://schemas.microsoft.com/office/drawing/2014/main" id="{7804D165-3059-457C-A56B-92D631116BB9}"/>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2" name="Freeform 21">
                      <a:extLst>
                        <a:ext uri="{FF2B5EF4-FFF2-40B4-BE49-F238E27FC236}">
                          <a16:creationId xmlns:a16="http://schemas.microsoft.com/office/drawing/2014/main" id="{6D276395-975E-49A9-92AF-5E4FCD305064}"/>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3" name="Freeform 22">
                      <a:extLst>
                        <a:ext uri="{FF2B5EF4-FFF2-40B4-BE49-F238E27FC236}">
                          <a16:creationId xmlns:a16="http://schemas.microsoft.com/office/drawing/2014/main" id="{7E28B9F7-F68B-4296-80DF-AD58E44F53FE}"/>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17" name="Group 23">
                  <a:extLst>
                    <a:ext uri="{FF2B5EF4-FFF2-40B4-BE49-F238E27FC236}">
                      <a16:creationId xmlns:a16="http://schemas.microsoft.com/office/drawing/2014/main" id="{3D4BEF1A-47C4-4C4E-85F9-362A6D03DBF6}"/>
                    </a:ext>
                  </a:extLst>
                </p:cNvPr>
                <p:cNvGrpSpPr>
                  <a:grpSpLocks/>
                </p:cNvGrpSpPr>
                <p:nvPr/>
              </p:nvGrpSpPr>
              <p:grpSpPr bwMode="auto">
                <a:xfrm rot="4286940" flipH="1">
                  <a:off x="1038" y="766"/>
                  <a:ext cx="141" cy="50"/>
                  <a:chOff x="4032" y="2817"/>
                  <a:chExt cx="417" cy="635"/>
                </a:xfrm>
              </p:grpSpPr>
              <p:sp>
                <p:nvSpPr>
                  <p:cNvPr id="121" name="Oval 24">
                    <a:extLst>
                      <a:ext uri="{FF2B5EF4-FFF2-40B4-BE49-F238E27FC236}">
                        <a16:creationId xmlns:a16="http://schemas.microsoft.com/office/drawing/2014/main" id="{96D77BA7-8F6C-419D-B5CF-F439B3856BE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2" name="Oval 25">
                    <a:extLst>
                      <a:ext uri="{FF2B5EF4-FFF2-40B4-BE49-F238E27FC236}">
                        <a16:creationId xmlns:a16="http://schemas.microsoft.com/office/drawing/2014/main" id="{DB2DC93B-77CD-4D60-B0E2-EE01C88B782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8" name="Group 26">
                  <a:extLst>
                    <a:ext uri="{FF2B5EF4-FFF2-40B4-BE49-F238E27FC236}">
                      <a16:creationId xmlns:a16="http://schemas.microsoft.com/office/drawing/2014/main" id="{B3B87500-A42F-4C58-AD1C-402870544F1B}"/>
                    </a:ext>
                  </a:extLst>
                </p:cNvPr>
                <p:cNvGrpSpPr>
                  <a:grpSpLocks/>
                </p:cNvGrpSpPr>
                <p:nvPr/>
              </p:nvGrpSpPr>
              <p:grpSpPr bwMode="auto">
                <a:xfrm rot="4286940" flipH="1">
                  <a:off x="962" y="766"/>
                  <a:ext cx="141" cy="50"/>
                  <a:chOff x="4032" y="2817"/>
                  <a:chExt cx="417" cy="635"/>
                </a:xfrm>
              </p:grpSpPr>
              <p:sp>
                <p:nvSpPr>
                  <p:cNvPr id="119" name="Oval 27">
                    <a:extLst>
                      <a:ext uri="{FF2B5EF4-FFF2-40B4-BE49-F238E27FC236}">
                        <a16:creationId xmlns:a16="http://schemas.microsoft.com/office/drawing/2014/main" id="{C65639F2-1654-4B3B-A5D5-CE52054566BE}"/>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0" name="Oval 28">
                    <a:extLst>
                      <a:ext uri="{FF2B5EF4-FFF2-40B4-BE49-F238E27FC236}">
                        <a16:creationId xmlns:a16="http://schemas.microsoft.com/office/drawing/2014/main" id="{541D2431-F022-4493-AF4D-3A0F8BD5D7B6}"/>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15" name="Oval 29">
                <a:extLst>
                  <a:ext uri="{FF2B5EF4-FFF2-40B4-BE49-F238E27FC236}">
                    <a16:creationId xmlns:a16="http://schemas.microsoft.com/office/drawing/2014/main" id="{37BBF936-08D5-4368-A44D-274EC33027CE}"/>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12" name="Freeform 30">
              <a:extLst>
                <a:ext uri="{FF2B5EF4-FFF2-40B4-BE49-F238E27FC236}">
                  <a16:creationId xmlns:a16="http://schemas.microsoft.com/office/drawing/2014/main" id="{6FD77165-E5DF-4B71-B910-8488B03DD9B8}"/>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13" name="Freeform 31">
              <a:extLst>
                <a:ext uri="{FF2B5EF4-FFF2-40B4-BE49-F238E27FC236}">
                  <a16:creationId xmlns:a16="http://schemas.microsoft.com/office/drawing/2014/main" id="{27B55D4A-BB48-4469-BAC7-6FFDC3935727}"/>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34" name="Group 8">
            <a:extLst>
              <a:ext uri="{FF2B5EF4-FFF2-40B4-BE49-F238E27FC236}">
                <a16:creationId xmlns:a16="http://schemas.microsoft.com/office/drawing/2014/main" id="{DDCB5217-8F48-49B4-9C73-746DA2F7DD11}"/>
              </a:ext>
            </a:extLst>
          </p:cNvPr>
          <p:cNvGrpSpPr>
            <a:grpSpLocks/>
          </p:cNvGrpSpPr>
          <p:nvPr/>
        </p:nvGrpSpPr>
        <p:grpSpPr bwMode="auto">
          <a:xfrm>
            <a:off x="1912938" y="4853276"/>
            <a:ext cx="441325" cy="1066800"/>
            <a:chOff x="864" y="465"/>
            <a:chExt cx="1046" cy="2358"/>
          </a:xfrm>
        </p:grpSpPr>
        <p:grpSp>
          <p:nvGrpSpPr>
            <p:cNvPr id="135" name="Group 9">
              <a:extLst>
                <a:ext uri="{FF2B5EF4-FFF2-40B4-BE49-F238E27FC236}">
                  <a16:creationId xmlns:a16="http://schemas.microsoft.com/office/drawing/2014/main" id="{31DA5766-CDDE-4101-A62E-355544ABC2F5}"/>
                </a:ext>
              </a:extLst>
            </p:cNvPr>
            <p:cNvGrpSpPr>
              <a:grpSpLocks/>
            </p:cNvGrpSpPr>
            <p:nvPr/>
          </p:nvGrpSpPr>
          <p:grpSpPr bwMode="auto">
            <a:xfrm>
              <a:off x="864" y="465"/>
              <a:ext cx="1008" cy="2319"/>
              <a:chOff x="587" y="528"/>
              <a:chExt cx="1008" cy="2319"/>
            </a:xfrm>
          </p:grpSpPr>
          <p:grpSp>
            <p:nvGrpSpPr>
              <p:cNvPr id="138" name="Group 10">
                <a:extLst>
                  <a:ext uri="{FF2B5EF4-FFF2-40B4-BE49-F238E27FC236}">
                    <a16:creationId xmlns:a16="http://schemas.microsoft.com/office/drawing/2014/main" id="{7B15BB57-EBB0-43AC-8635-690BCB3E1239}"/>
                  </a:ext>
                </a:extLst>
              </p:cNvPr>
              <p:cNvGrpSpPr>
                <a:grpSpLocks/>
              </p:cNvGrpSpPr>
              <p:nvPr/>
            </p:nvGrpSpPr>
            <p:grpSpPr bwMode="auto">
              <a:xfrm>
                <a:off x="587" y="528"/>
                <a:ext cx="1008" cy="2319"/>
                <a:chOff x="587" y="528"/>
                <a:chExt cx="1008" cy="2319"/>
              </a:xfrm>
            </p:grpSpPr>
            <p:grpSp>
              <p:nvGrpSpPr>
                <p:cNvPr id="140" name="Group 11">
                  <a:extLst>
                    <a:ext uri="{FF2B5EF4-FFF2-40B4-BE49-F238E27FC236}">
                      <a16:creationId xmlns:a16="http://schemas.microsoft.com/office/drawing/2014/main" id="{9D4D6D56-CEE3-4FFB-847F-2E54A524EF50}"/>
                    </a:ext>
                  </a:extLst>
                </p:cNvPr>
                <p:cNvGrpSpPr>
                  <a:grpSpLocks/>
                </p:cNvGrpSpPr>
                <p:nvPr/>
              </p:nvGrpSpPr>
              <p:grpSpPr bwMode="auto">
                <a:xfrm>
                  <a:off x="587" y="528"/>
                  <a:ext cx="1008" cy="2319"/>
                  <a:chOff x="1151" y="1104"/>
                  <a:chExt cx="686" cy="1741"/>
                </a:xfrm>
              </p:grpSpPr>
              <p:sp>
                <p:nvSpPr>
                  <p:cNvPr id="147" name="Freeform 12">
                    <a:extLst>
                      <a:ext uri="{FF2B5EF4-FFF2-40B4-BE49-F238E27FC236}">
                        <a16:creationId xmlns:a16="http://schemas.microsoft.com/office/drawing/2014/main" id="{CB5C020C-3689-41CA-A122-01A380375EBC}"/>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8" name="Freeform 13">
                    <a:extLst>
                      <a:ext uri="{FF2B5EF4-FFF2-40B4-BE49-F238E27FC236}">
                        <a16:creationId xmlns:a16="http://schemas.microsoft.com/office/drawing/2014/main" id="{4D45E3E2-6E4C-410C-B672-4C5A8F04367C}"/>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9" name="Freeform 14">
                    <a:extLst>
                      <a:ext uri="{FF2B5EF4-FFF2-40B4-BE49-F238E27FC236}">
                        <a16:creationId xmlns:a16="http://schemas.microsoft.com/office/drawing/2014/main" id="{671EC8A3-B825-4EC9-8230-4139CA80026E}"/>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0" name="Freeform 15">
                    <a:extLst>
                      <a:ext uri="{FF2B5EF4-FFF2-40B4-BE49-F238E27FC236}">
                        <a16:creationId xmlns:a16="http://schemas.microsoft.com/office/drawing/2014/main" id="{E91010B9-37B9-475E-98E0-967652BD9FC3}"/>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1" name="Freeform 16">
                    <a:extLst>
                      <a:ext uri="{FF2B5EF4-FFF2-40B4-BE49-F238E27FC236}">
                        <a16:creationId xmlns:a16="http://schemas.microsoft.com/office/drawing/2014/main" id="{9BFC66DC-4D32-4E2D-BFE3-CF447D5D69A6}"/>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2" name="Freeform 17">
                    <a:extLst>
                      <a:ext uri="{FF2B5EF4-FFF2-40B4-BE49-F238E27FC236}">
                        <a16:creationId xmlns:a16="http://schemas.microsoft.com/office/drawing/2014/main" id="{BE66F212-24F9-4221-98B7-CFF7B4BD0E5F}"/>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53" name="Group 18">
                    <a:extLst>
                      <a:ext uri="{FF2B5EF4-FFF2-40B4-BE49-F238E27FC236}">
                        <a16:creationId xmlns:a16="http://schemas.microsoft.com/office/drawing/2014/main" id="{BD8B6F87-7C0E-4805-A392-55FDE3E7D27D}"/>
                      </a:ext>
                    </a:extLst>
                  </p:cNvPr>
                  <p:cNvGrpSpPr>
                    <a:grpSpLocks/>
                  </p:cNvGrpSpPr>
                  <p:nvPr/>
                </p:nvGrpSpPr>
                <p:grpSpPr bwMode="auto">
                  <a:xfrm flipH="1">
                    <a:off x="1212" y="1104"/>
                    <a:ext cx="277" cy="235"/>
                    <a:chOff x="1590" y="1104"/>
                    <a:chExt cx="277" cy="235"/>
                  </a:xfrm>
                </p:grpSpPr>
                <p:sp>
                  <p:nvSpPr>
                    <p:cNvPr id="154" name="Freeform 19">
                      <a:extLst>
                        <a:ext uri="{FF2B5EF4-FFF2-40B4-BE49-F238E27FC236}">
                          <a16:creationId xmlns:a16="http://schemas.microsoft.com/office/drawing/2014/main" id="{B33A4252-7352-4076-A986-FCB6F73C6448}"/>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5" name="Freeform 20">
                      <a:extLst>
                        <a:ext uri="{FF2B5EF4-FFF2-40B4-BE49-F238E27FC236}">
                          <a16:creationId xmlns:a16="http://schemas.microsoft.com/office/drawing/2014/main" id="{AEEA9950-3D5C-41DE-A239-0EE5912D0B7C}"/>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6" name="Freeform 21">
                      <a:extLst>
                        <a:ext uri="{FF2B5EF4-FFF2-40B4-BE49-F238E27FC236}">
                          <a16:creationId xmlns:a16="http://schemas.microsoft.com/office/drawing/2014/main" id="{3F22FAA7-5DAD-4F7C-8155-334C8C5063AD}"/>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7" name="Freeform 22">
                      <a:extLst>
                        <a:ext uri="{FF2B5EF4-FFF2-40B4-BE49-F238E27FC236}">
                          <a16:creationId xmlns:a16="http://schemas.microsoft.com/office/drawing/2014/main" id="{CF57B67D-DDDC-45CE-8BB0-2D625CE7019B}"/>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41" name="Group 23">
                  <a:extLst>
                    <a:ext uri="{FF2B5EF4-FFF2-40B4-BE49-F238E27FC236}">
                      <a16:creationId xmlns:a16="http://schemas.microsoft.com/office/drawing/2014/main" id="{3F261269-3E3A-420D-971B-57D573EA8952}"/>
                    </a:ext>
                  </a:extLst>
                </p:cNvPr>
                <p:cNvGrpSpPr>
                  <a:grpSpLocks/>
                </p:cNvGrpSpPr>
                <p:nvPr/>
              </p:nvGrpSpPr>
              <p:grpSpPr bwMode="auto">
                <a:xfrm rot="4286940" flipH="1">
                  <a:off x="1038" y="766"/>
                  <a:ext cx="141" cy="50"/>
                  <a:chOff x="4032" y="2817"/>
                  <a:chExt cx="417" cy="635"/>
                </a:xfrm>
              </p:grpSpPr>
              <p:sp>
                <p:nvSpPr>
                  <p:cNvPr id="145" name="Oval 24">
                    <a:extLst>
                      <a:ext uri="{FF2B5EF4-FFF2-40B4-BE49-F238E27FC236}">
                        <a16:creationId xmlns:a16="http://schemas.microsoft.com/office/drawing/2014/main" id="{2BDA2B72-12BC-4BDE-B872-FA192C371ED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6" name="Oval 25">
                    <a:extLst>
                      <a:ext uri="{FF2B5EF4-FFF2-40B4-BE49-F238E27FC236}">
                        <a16:creationId xmlns:a16="http://schemas.microsoft.com/office/drawing/2014/main" id="{67BBF4B8-68B8-42AD-982A-99D7E7D7157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42" name="Group 26">
                  <a:extLst>
                    <a:ext uri="{FF2B5EF4-FFF2-40B4-BE49-F238E27FC236}">
                      <a16:creationId xmlns:a16="http://schemas.microsoft.com/office/drawing/2014/main" id="{68EF485C-B977-4D8C-B2FC-A5682ECEAA8A}"/>
                    </a:ext>
                  </a:extLst>
                </p:cNvPr>
                <p:cNvGrpSpPr>
                  <a:grpSpLocks/>
                </p:cNvGrpSpPr>
                <p:nvPr/>
              </p:nvGrpSpPr>
              <p:grpSpPr bwMode="auto">
                <a:xfrm rot="4286940" flipH="1">
                  <a:off x="962" y="766"/>
                  <a:ext cx="141" cy="50"/>
                  <a:chOff x="4032" y="2817"/>
                  <a:chExt cx="417" cy="635"/>
                </a:xfrm>
              </p:grpSpPr>
              <p:sp>
                <p:nvSpPr>
                  <p:cNvPr id="143" name="Oval 27">
                    <a:extLst>
                      <a:ext uri="{FF2B5EF4-FFF2-40B4-BE49-F238E27FC236}">
                        <a16:creationId xmlns:a16="http://schemas.microsoft.com/office/drawing/2014/main" id="{2C05A0A0-1003-4D3A-B454-D53324518823}"/>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4" name="Oval 28">
                    <a:extLst>
                      <a:ext uri="{FF2B5EF4-FFF2-40B4-BE49-F238E27FC236}">
                        <a16:creationId xmlns:a16="http://schemas.microsoft.com/office/drawing/2014/main" id="{AB09CD9D-DAE4-456B-8DC4-8F9BC4D8CC85}"/>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39" name="Oval 29">
                <a:extLst>
                  <a:ext uri="{FF2B5EF4-FFF2-40B4-BE49-F238E27FC236}">
                    <a16:creationId xmlns:a16="http://schemas.microsoft.com/office/drawing/2014/main" id="{AFF9F9E3-D2C3-4FF8-A832-AC00767589F2}"/>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36" name="Freeform 30">
              <a:extLst>
                <a:ext uri="{FF2B5EF4-FFF2-40B4-BE49-F238E27FC236}">
                  <a16:creationId xmlns:a16="http://schemas.microsoft.com/office/drawing/2014/main" id="{EFA02F51-1553-4939-BF27-13A8198122CC}"/>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7" name="Freeform 31">
              <a:extLst>
                <a:ext uri="{FF2B5EF4-FFF2-40B4-BE49-F238E27FC236}">
                  <a16:creationId xmlns:a16="http://schemas.microsoft.com/office/drawing/2014/main" id="{6E8CC695-0327-44F5-9D73-329DB84D610F}"/>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58" name="Group 8">
            <a:extLst>
              <a:ext uri="{FF2B5EF4-FFF2-40B4-BE49-F238E27FC236}">
                <a16:creationId xmlns:a16="http://schemas.microsoft.com/office/drawing/2014/main" id="{CCB22F26-350D-4AE0-B00E-B5EFCFA77C61}"/>
              </a:ext>
            </a:extLst>
          </p:cNvPr>
          <p:cNvGrpSpPr>
            <a:grpSpLocks/>
          </p:cNvGrpSpPr>
          <p:nvPr/>
        </p:nvGrpSpPr>
        <p:grpSpPr bwMode="auto">
          <a:xfrm>
            <a:off x="2304789" y="3233162"/>
            <a:ext cx="441325" cy="1066800"/>
            <a:chOff x="864" y="465"/>
            <a:chExt cx="1046" cy="2358"/>
          </a:xfrm>
        </p:grpSpPr>
        <p:grpSp>
          <p:nvGrpSpPr>
            <p:cNvPr id="159" name="Group 9">
              <a:extLst>
                <a:ext uri="{FF2B5EF4-FFF2-40B4-BE49-F238E27FC236}">
                  <a16:creationId xmlns:a16="http://schemas.microsoft.com/office/drawing/2014/main" id="{7C0428D2-08BF-4897-8FAF-FDAF7411166A}"/>
                </a:ext>
              </a:extLst>
            </p:cNvPr>
            <p:cNvGrpSpPr>
              <a:grpSpLocks/>
            </p:cNvGrpSpPr>
            <p:nvPr/>
          </p:nvGrpSpPr>
          <p:grpSpPr bwMode="auto">
            <a:xfrm>
              <a:off x="864" y="465"/>
              <a:ext cx="1008" cy="2319"/>
              <a:chOff x="587" y="528"/>
              <a:chExt cx="1008" cy="2319"/>
            </a:xfrm>
          </p:grpSpPr>
          <p:grpSp>
            <p:nvGrpSpPr>
              <p:cNvPr id="162" name="Group 10">
                <a:extLst>
                  <a:ext uri="{FF2B5EF4-FFF2-40B4-BE49-F238E27FC236}">
                    <a16:creationId xmlns:a16="http://schemas.microsoft.com/office/drawing/2014/main" id="{64D0F4B9-BFE4-488C-BAB9-DEB88587B4FA}"/>
                  </a:ext>
                </a:extLst>
              </p:cNvPr>
              <p:cNvGrpSpPr>
                <a:grpSpLocks/>
              </p:cNvGrpSpPr>
              <p:nvPr/>
            </p:nvGrpSpPr>
            <p:grpSpPr bwMode="auto">
              <a:xfrm>
                <a:off x="587" y="528"/>
                <a:ext cx="1008" cy="2319"/>
                <a:chOff x="587" y="528"/>
                <a:chExt cx="1008" cy="2319"/>
              </a:xfrm>
            </p:grpSpPr>
            <p:grpSp>
              <p:nvGrpSpPr>
                <p:cNvPr id="164" name="Group 11">
                  <a:extLst>
                    <a:ext uri="{FF2B5EF4-FFF2-40B4-BE49-F238E27FC236}">
                      <a16:creationId xmlns:a16="http://schemas.microsoft.com/office/drawing/2014/main" id="{734F93B2-ECAF-4D53-B6B2-D94E3549DFC2}"/>
                    </a:ext>
                  </a:extLst>
                </p:cNvPr>
                <p:cNvGrpSpPr>
                  <a:grpSpLocks/>
                </p:cNvGrpSpPr>
                <p:nvPr/>
              </p:nvGrpSpPr>
              <p:grpSpPr bwMode="auto">
                <a:xfrm>
                  <a:off x="587" y="528"/>
                  <a:ext cx="1008" cy="2319"/>
                  <a:chOff x="1151" y="1104"/>
                  <a:chExt cx="686" cy="1741"/>
                </a:xfrm>
              </p:grpSpPr>
              <p:sp>
                <p:nvSpPr>
                  <p:cNvPr id="171" name="Freeform 12">
                    <a:extLst>
                      <a:ext uri="{FF2B5EF4-FFF2-40B4-BE49-F238E27FC236}">
                        <a16:creationId xmlns:a16="http://schemas.microsoft.com/office/drawing/2014/main" id="{09873570-C60D-4F45-A53B-C0ACCF8A7E0C}"/>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2" name="Freeform 13">
                    <a:extLst>
                      <a:ext uri="{FF2B5EF4-FFF2-40B4-BE49-F238E27FC236}">
                        <a16:creationId xmlns:a16="http://schemas.microsoft.com/office/drawing/2014/main" id="{5DE82D82-8686-484E-9783-746CFF5C7849}"/>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3" name="Freeform 14">
                    <a:extLst>
                      <a:ext uri="{FF2B5EF4-FFF2-40B4-BE49-F238E27FC236}">
                        <a16:creationId xmlns:a16="http://schemas.microsoft.com/office/drawing/2014/main" id="{996F72AA-486F-4563-9637-E5D2681E036D}"/>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4" name="Freeform 15">
                    <a:extLst>
                      <a:ext uri="{FF2B5EF4-FFF2-40B4-BE49-F238E27FC236}">
                        <a16:creationId xmlns:a16="http://schemas.microsoft.com/office/drawing/2014/main" id="{3A99E3B3-013E-4E19-B555-EED3AB7D37FE}"/>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5" name="Freeform 16">
                    <a:extLst>
                      <a:ext uri="{FF2B5EF4-FFF2-40B4-BE49-F238E27FC236}">
                        <a16:creationId xmlns:a16="http://schemas.microsoft.com/office/drawing/2014/main" id="{B94355B9-CF7B-4108-8B48-DDDCB7B691BD}"/>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6" name="Freeform 17">
                    <a:extLst>
                      <a:ext uri="{FF2B5EF4-FFF2-40B4-BE49-F238E27FC236}">
                        <a16:creationId xmlns:a16="http://schemas.microsoft.com/office/drawing/2014/main" id="{B2E1A236-DFC2-4472-A96F-37D6260DCD4F}"/>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77" name="Group 18">
                    <a:extLst>
                      <a:ext uri="{FF2B5EF4-FFF2-40B4-BE49-F238E27FC236}">
                        <a16:creationId xmlns:a16="http://schemas.microsoft.com/office/drawing/2014/main" id="{025A9CD3-A875-42AF-8351-72D97144B37A}"/>
                      </a:ext>
                    </a:extLst>
                  </p:cNvPr>
                  <p:cNvGrpSpPr>
                    <a:grpSpLocks/>
                  </p:cNvGrpSpPr>
                  <p:nvPr/>
                </p:nvGrpSpPr>
                <p:grpSpPr bwMode="auto">
                  <a:xfrm flipH="1">
                    <a:off x="1212" y="1104"/>
                    <a:ext cx="277" cy="235"/>
                    <a:chOff x="1590" y="1104"/>
                    <a:chExt cx="277" cy="235"/>
                  </a:xfrm>
                </p:grpSpPr>
                <p:sp>
                  <p:nvSpPr>
                    <p:cNvPr id="178" name="Freeform 19">
                      <a:extLst>
                        <a:ext uri="{FF2B5EF4-FFF2-40B4-BE49-F238E27FC236}">
                          <a16:creationId xmlns:a16="http://schemas.microsoft.com/office/drawing/2014/main" id="{DE529E3E-5026-4DB2-9436-38B8BED24A47}"/>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9" name="Freeform 20">
                      <a:extLst>
                        <a:ext uri="{FF2B5EF4-FFF2-40B4-BE49-F238E27FC236}">
                          <a16:creationId xmlns:a16="http://schemas.microsoft.com/office/drawing/2014/main" id="{871F9DB8-5F60-4195-A2C6-E2C7A1319398}"/>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0" name="Freeform 21">
                      <a:extLst>
                        <a:ext uri="{FF2B5EF4-FFF2-40B4-BE49-F238E27FC236}">
                          <a16:creationId xmlns:a16="http://schemas.microsoft.com/office/drawing/2014/main" id="{78A0E3D2-946E-4780-904E-8C8E67BB1270}"/>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1" name="Freeform 22">
                      <a:extLst>
                        <a:ext uri="{FF2B5EF4-FFF2-40B4-BE49-F238E27FC236}">
                          <a16:creationId xmlns:a16="http://schemas.microsoft.com/office/drawing/2014/main" id="{E6560EBF-DE81-4D62-9593-6B35DC86A348}"/>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65" name="Group 23">
                  <a:extLst>
                    <a:ext uri="{FF2B5EF4-FFF2-40B4-BE49-F238E27FC236}">
                      <a16:creationId xmlns:a16="http://schemas.microsoft.com/office/drawing/2014/main" id="{574A382A-3545-4704-BF69-C38677F9C1C7}"/>
                    </a:ext>
                  </a:extLst>
                </p:cNvPr>
                <p:cNvGrpSpPr>
                  <a:grpSpLocks/>
                </p:cNvGrpSpPr>
                <p:nvPr/>
              </p:nvGrpSpPr>
              <p:grpSpPr bwMode="auto">
                <a:xfrm rot="4286940" flipH="1">
                  <a:off x="1038" y="766"/>
                  <a:ext cx="141" cy="50"/>
                  <a:chOff x="4032" y="2817"/>
                  <a:chExt cx="417" cy="635"/>
                </a:xfrm>
              </p:grpSpPr>
              <p:sp>
                <p:nvSpPr>
                  <p:cNvPr id="169" name="Oval 24">
                    <a:extLst>
                      <a:ext uri="{FF2B5EF4-FFF2-40B4-BE49-F238E27FC236}">
                        <a16:creationId xmlns:a16="http://schemas.microsoft.com/office/drawing/2014/main" id="{66A1CAFA-ABCA-41CB-9A28-91724746888C}"/>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0" name="Oval 25">
                    <a:extLst>
                      <a:ext uri="{FF2B5EF4-FFF2-40B4-BE49-F238E27FC236}">
                        <a16:creationId xmlns:a16="http://schemas.microsoft.com/office/drawing/2014/main" id="{D7328585-44BC-4264-A535-5C22ED50A212}"/>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66" name="Group 26">
                  <a:extLst>
                    <a:ext uri="{FF2B5EF4-FFF2-40B4-BE49-F238E27FC236}">
                      <a16:creationId xmlns:a16="http://schemas.microsoft.com/office/drawing/2014/main" id="{008A5362-85D5-4AEB-9C47-257076ABAE74}"/>
                    </a:ext>
                  </a:extLst>
                </p:cNvPr>
                <p:cNvGrpSpPr>
                  <a:grpSpLocks/>
                </p:cNvGrpSpPr>
                <p:nvPr/>
              </p:nvGrpSpPr>
              <p:grpSpPr bwMode="auto">
                <a:xfrm rot="4286940" flipH="1">
                  <a:off x="962" y="766"/>
                  <a:ext cx="141" cy="50"/>
                  <a:chOff x="4032" y="2817"/>
                  <a:chExt cx="417" cy="635"/>
                </a:xfrm>
              </p:grpSpPr>
              <p:sp>
                <p:nvSpPr>
                  <p:cNvPr id="167" name="Oval 27">
                    <a:extLst>
                      <a:ext uri="{FF2B5EF4-FFF2-40B4-BE49-F238E27FC236}">
                        <a16:creationId xmlns:a16="http://schemas.microsoft.com/office/drawing/2014/main" id="{CC343181-D74F-4802-AE57-5A2A1322A4EA}"/>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8" name="Oval 28">
                    <a:extLst>
                      <a:ext uri="{FF2B5EF4-FFF2-40B4-BE49-F238E27FC236}">
                        <a16:creationId xmlns:a16="http://schemas.microsoft.com/office/drawing/2014/main" id="{C48A3479-36C3-4BC9-9FCD-E14F79FBD303}"/>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63" name="Oval 29">
                <a:extLst>
                  <a:ext uri="{FF2B5EF4-FFF2-40B4-BE49-F238E27FC236}">
                    <a16:creationId xmlns:a16="http://schemas.microsoft.com/office/drawing/2014/main" id="{1098CDD4-DBF0-4226-A830-9DE31E0BFB47}"/>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60" name="Freeform 30">
              <a:extLst>
                <a:ext uri="{FF2B5EF4-FFF2-40B4-BE49-F238E27FC236}">
                  <a16:creationId xmlns:a16="http://schemas.microsoft.com/office/drawing/2014/main" id="{214C9A5D-1C34-4C72-AAB6-8CF690718EC8}"/>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61" name="Freeform 31">
              <a:extLst>
                <a:ext uri="{FF2B5EF4-FFF2-40B4-BE49-F238E27FC236}">
                  <a16:creationId xmlns:a16="http://schemas.microsoft.com/office/drawing/2014/main" id="{8C959D9C-6E04-4000-BD01-57B925A3D2CB}"/>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2">
            <a:extLst>
              <a:ext uri="{FF2B5EF4-FFF2-40B4-BE49-F238E27FC236}">
                <a16:creationId xmlns:a16="http://schemas.microsoft.com/office/drawing/2014/main" id="{66BD1315-05A7-42BB-B66E-F1F41D923DB0}"/>
              </a:ext>
            </a:extLst>
          </p:cNvPr>
          <p:cNvGrpSpPr>
            <a:grpSpLocks/>
          </p:cNvGrpSpPr>
          <p:nvPr/>
        </p:nvGrpSpPr>
        <p:grpSpPr bwMode="auto">
          <a:xfrm>
            <a:off x="2819400" y="2819400"/>
            <a:ext cx="1676400" cy="1676400"/>
            <a:chOff x="2352" y="624"/>
            <a:chExt cx="1056" cy="1056"/>
          </a:xfrm>
        </p:grpSpPr>
        <p:sp>
          <p:nvSpPr>
            <p:cNvPr id="24661" name="Rectangle 3">
              <a:extLst>
                <a:ext uri="{FF2B5EF4-FFF2-40B4-BE49-F238E27FC236}">
                  <a16:creationId xmlns:a16="http://schemas.microsoft.com/office/drawing/2014/main" id="{B08D69CD-03D9-4F76-B11F-188C54478E10}"/>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662" name="Text Box 4">
              <a:extLst>
                <a:ext uri="{FF2B5EF4-FFF2-40B4-BE49-F238E27FC236}">
                  <a16:creationId xmlns:a16="http://schemas.microsoft.com/office/drawing/2014/main" id="{30B06048-AF80-4AC0-8E0A-2B66659A92B8}"/>
                </a:ext>
              </a:extLst>
            </p:cNvPr>
            <p:cNvSpPr txBox="1">
              <a:spLocks noChangeArrowheads="1"/>
            </p:cNvSpPr>
            <p:nvPr/>
          </p:nvSpPr>
          <p:spPr bwMode="auto">
            <a:xfrm>
              <a:off x="2400" y="624"/>
              <a:ext cx="938" cy="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3</a:t>
              </a:r>
              <a:endPar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a:t>
              </a:r>
              <a:r>
                <a:rPr kumimoji="0" lang="en-US" altLang="zh-TW" sz="1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396</a:t>
              </a:r>
            </a:p>
          </p:txBody>
        </p:sp>
      </p:grpSp>
      <p:sp>
        <p:nvSpPr>
          <p:cNvPr id="24579" name="Text Box 5">
            <a:extLst>
              <a:ext uri="{FF2B5EF4-FFF2-40B4-BE49-F238E27FC236}">
                <a16:creationId xmlns:a16="http://schemas.microsoft.com/office/drawing/2014/main" id="{724D6CFE-CE97-4997-A2A7-77F200F76833}"/>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24580" name="Rectangle 6">
            <a:extLst>
              <a:ext uri="{FF2B5EF4-FFF2-40B4-BE49-F238E27FC236}">
                <a16:creationId xmlns:a16="http://schemas.microsoft.com/office/drawing/2014/main" id="{F89CE3B7-D684-4289-A7F6-B0471568334A}"/>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24581" name="Text Box 7">
            <a:extLst>
              <a:ext uri="{FF2B5EF4-FFF2-40B4-BE49-F238E27FC236}">
                <a16:creationId xmlns:a16="http://schemas.microsoft.com/office/drawing/2014/main" id="{42D42312-9D23-408F-92AB-A28CAEAFA712}"/>
              </a:ext>
            </a:extLst>
          </p:cNvPr>
          <p:cNvSpPr txBox="1">
            <a:spLocks noChangeArrowheads="1"/>
          </p:cNvSpPr>
          <p:nvPr/>
        </p:nvSpPr>
        <p:spPr bwMode="auto">
          <a:xfrm>
            <a:off x="5334000" y="1574800"/>
            <a:ext cx="5181600" cy="247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This technique is often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referred to as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3600" b="0" i="0" u="none" strike="noStrike" kern="1200" cap="none" spc="0" normalizeH="0" baseline="0" noProof="0">
                <a:ln>
                  <a:noFill/>
                </a:ln>
                <a:solidFill>
                  <a:srgbClr val="FFFF00"/>
                </a:solidFill>
                <a:effectLst/>
                <a:uLnTx/>
                <a:uFillTx/>
                <a:latin typeface="Times New Roman" panose="02020603050405020304" pitchFamily="18" charset="0"/>
                <a:ea typeface="PMingLiU" panose="02020500000000000000" pitchFamily="18" charset="-120"/>
                <a:cs typeface="+mn-cs"/>
              </a:rPr>
              <a:t>Divide and Conquer</a:t>
            </a:r>
            <a:r>
              <a:rPr kumimoji="0" lang="en-US" altLang="zh-TW" sz="3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 </a:t>
            </a:r>
            <a:endParaRPr kumimoji="0" lang="en-CA" altLang="en-US" sz="36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a:p>
            <a:pPr marL="457200" marR="0" lvl="1" indent="0" algn="ctr" defTabSz="914400" rtl="0" eaLnBrk="1" fontAlgn="base" latinLnBrk="0" hangingPunct="1">
              <a:lnSpc>
                <a:spcPct val="100000"/>
              </a:lnSpc>
              <a:spcBef>
                <a:spcPct val="0"/>
              </a:spcBef>
              <a:spcAft>
                <a:spcPct val="0"/>
              </a:spcAft>
              <a:buClrTx/>
              <a:buSzTx/>
              <a:buFontTx/>
              <a:buNone/>
              <a:tabLst/>
              <a:defRPr/>
            </a:pPr>
            <a:endParaRPr kumimoji="0" lang="en-US" altLang="zh-TW" sz="3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583" name="AutoShape 32">
            <a:extLst>
              <a:ext uri="{FF2B5EF4-FFF2-40B4-BE49-F238E27FC236}">
                <a16:creationId xmlns:a16="http://schemas.microsoft.com/office/drawing/2014/main" id="{9DAD0E81-FC17-47E9-9EC9-17058457515D}"/>
              </a:ext>
            </a:extLst>
          </p:cNvPr>
          <p:cNvSpPr>
            <a:spLocks noChangeArrowheads="1"/>
          </p:cNvSpPr>
          <p:nvPr/>
        </p:nvSpPr>
        <p:spPr bwMode="auto">
          <a:xfrm>
            <a:off x="3124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584" name="AutoShape 33">
            <a:extLst>
              <a:ext uri="{FF2B5EF4-FFF2-40B4-BE49-F238E27FC236}">
                <a16:creationId xmlns:a16="http://schemas.microsoft.com/office/drawing/2014/main" id="{A8158F06-A9BE-4D4C-A8FF-68D1E09CA42A}"/>
              </a:ext>
            </a:extLst>
          </p:cNvPr>
          <p:cNvSpPr>
            <a:spLocks noChangeArrowheads="1"/>
          </p:cNvSpPr>
          <p:nvPr/>
        </p:nvSpPr>
        <p:spPr bwMode="auto">
          <a:xfrm>
            <a:off x="4038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585" name="AutoShape 34">
            <a:extLst>
              <a:ext uri="{FF2B5EF4-FFF2-40B4-BE49-F238E27FC236}">
                <a16:creationId xmlns:a16="http://schemas.microsoft.com/office/drawing/2014/main" id="{2C5BC93F-D077-4F64-AC53-A5A254F30DE1}"/>
              </a:ext>
            </a:extLst>
          </p:cNvPr>
          <p:cNvSpPr>
            <a:spLocks noChangeArrowheads="1"/>
          </p:cNvSpPr>
          <p:nvPr/>
        </p:nvSpPr>
        <p:spPr bwMode="auto">
          <a:xfrm>
            <a:off x="2133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586" name="Text Box 35">
            <a:extLst>
              <a:ext uri="{FF2B5EF4-FFF2-40B4-BE49-F238E27FC236}">
                <a16:creationId xmlns:a16="http://schemas.microsoft.com/office/drawing/2014/main" id="{E933636C-D79C-4F99-ADD2-12DB82062F52}"/>
              </a:ext>
            </a:extLst>
          </p:cNvPr>
          <p:cNvSpPr txBox="1">
            <a:spLocks noChangeArrowheads="1"/>
          </p:cNvSpPr>
          <p:nvPr/>
        </p:nvSpPr>
        <p:spPr bwMode="auto">
          <a:xfrm>
            <a:off x="2286000" y="56515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sp>
        <p:nvSpPr>
          <p:cNvPr id="24587" name="Text Box 36">
            <a:extLst>
              <a:ext uri="{FF2B5EF4-FFF2-40B4-BE49-F238E27FC236}">
                <a16:creationId xmlns:a16="http://schemas.microsoft.com/office/drawing/2014/main" id="{E18D87CD-709E-4157-82E5-588F4AAE4D53}"/>
              </a:ext>
            </a:extLst>
          </p:cNvPr>
          <p:cNvSpPr txBox="1">
            <a:spLocks noChangeArrowheads="1"/>
          </p:cNvSpPr>
          <p:nvPr/>
        </p:nvSpPr>
        <p:spPr bwMode="auto">
          <a:xfrm>
            <a:off x="3270250" y="5638800"/>
            <a:ext cx="6921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XY=6</a:t>
            </a:r>
          </a:p>
        </p:txBody>
      </p:sp>
      <p:sp>
        <p:nvSpPr>
          <p:cNvPr id="24588" name="Text Box 37">
            <a:extLst>
              <a:ext uri="{FF2B5EF4-FFF2-40B4-BE49-F238E27FC236}">
                <a16:creationId xmlns:a16="http://schemas.microsoft.com/office/drawing/2014/main" id="{7428AADA-30D2-483A-A278-2622F61526D2}"/>
              </a:ext>
            </a:extLst>
          </p:cNvPr>
          <p:cNvSpPr txBox="1">
            <a:spLocks noChangeArrowheads="1"/>
          </p:cNvSpPr>
          <p:nvPr/>
        </p:nvSpPr>
        <p:spPr bwMode="auto">
          <a:xfrm>
            <a:off x="4159250" y="5651500"/>
            <a:ext cx="793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XY=18</a:t>
            </a:r>
          </a:p>
        </p:txBody>
      </p:sp>
      <p:sp>
        <p:nvSpPr>
          <p:cNvPr id="24589" name="Line 38">
            <a:extLst>
              <a:ext uri="{FF2B5EF4-FFF2-40B4-BE49-F238E27FC236}">
                <a16:creationId xmlns:a16="http://schemas.microsoft.com/office/drawing/2014/main" id="{9B0F08F3-E986-4938-8E27-9FB5A9C5DCE9}"/>
              </a:ext>
            </a:extLst>
          </p:cNvPr>
          <p:cNvSpPr>
            <a:spLocks noChangeShapeType="1"/>
          </p:cNvSpPr>
          <p:nvPr/>
        </p:nvSpPr>
        <p:spPr bwMode="auto">
          <a:xfrm flipH="1">
            <a:off x="2590800" y="44958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590" name="Line 39">
            <a:extLst>
              <a:ext uri="{FF2B5EF4-FFF2-40B4-BE49-F238E27FC236}">
                <a16:creationId xmlns:a16="http://schemas.microsoft.com/office/drawing/2014/main" id="{4A65630A-12BA-4766-BE86-4413084A40A3}"/>
              </a:ext>
            </a:extLst>
          </p:cNvPr>
          <p:cNvSpPr>
            <a:spLocks noChangeShapeType="1"/>
          </p:cNvSpPr>
          <p:nvPr/>
        </p:nvSpPr>
        <p:spPr bwMode="auto">
          <a:xfrm flipH="1">
            <a:off x="3581400" y="44958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591" name="Line 40">
            <a:extLst>
              <a:ext uri="{FF2B5EF4-FFF2-40B4-BE49-F238E27FC236}">
                <a16:creationId xmlns:a16="http://schemas.microsoft.com/office/drawing/2014/main" id="{C95A8145-829A-4EA8-AA3B-C2B9AE59070F}"/>
              </a:ext>
            </a:extLst>
          </p:cNvPr>
          <p:cNvSpPr>
            <a:spLocks noChangeShapeType="1"/>
          </p:cNvSpPr>
          <p:nvPr/>
        </p:nvSpPr>
        <p:spPr bwMode="auto">
          <a:xfrm>
            <a:off x="3657600" y="44958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pic>
        <p:nvPicPr>
          <p:cNvPr id="24595" name="Picture 86">
            <a:extLst>
              <a:ext uri="{FF2B5EF4-FFF2-40B4-BE49-F238E27FC236}">
                <a16:creationId xmlns:a16="http://schemas.microsoft.com/office/drawing/2014/main" id="{DEA88BDC-BFED-4C9B-B28D-CAC88CF434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3136900"/>
            <a:ext cx="2730500"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7" name="Group 8">
            <a:extLst>
              <a:ext uri="{FF2B5EF4-FFF2-40B4-BE49-F238E27FC236}">
                <a16:creationId xmlns:a16="http://schemas.microsoft.com/office/drawing/2014/main" id="{FE82D481-67C1-4B5A-830E-14F3DC072CA4}"/>
              </a:ext>
            </a:extLst>
          </p:cNvPr>
          <p:cNvGrpSpPr>
            <a:grpSpLocks/>
          </p:cNvGrpSpPr>
          <p:nvPr/>
        </p:nvGrpSpPr>
        <p:grpSpPr bwMode="auto">
          <a:xfrm>
            <a:off x="3846628" y="4701712"/>
            <a:ext cx="441325" cy="1066800"/>
            <a:chOff x="864" y="465"/>
            <a:chExt cx="1046" cy="2358"/>
          </a:xfrm>
        </p:grpSpPr>
        <p:grpSp>
          <p:nvGrpSpPr>
            <p:cNvPr id="88" name="Group 9">
              <a:extLst>
                <a:ext uri="{FF2B5EF4-FFF2-40B4-BE49-F238E27FC236}">
                  <a16:creationId xmlns:a16="http://schemas.microsoft.com/office/drawing/2014/main" id="{E22E0268-5177-41DA-9880-D2C295A946BD}"/>
                </a:ext>
              </a:extLst>
            </p:cNvPr>
            <p:cNvGrpSpPr>
              <a:grpSpLocks/>
            </p:cNvGrpSpPr>
            <p:nvPr/>
          </p:nvGrpSpPr>
          <p:grpSpPr bwMode="auto">
            <a:xfrm>
              <a:off x="864" y="465"/>
              <a:ext cx="1008" cy="2319"/>
              <a:chOff x="587" y="528"/>
              <a:chExt cx="1008" cy="2319"/>
            </a:xfrm>
          </p:grpSpPr>
          <p:grpSp>
            <p:nvGrpSpPr>
              <p:cNvPr id="91" name="Group 10">
                <a:extLst>
                  <a:ext uri="{FF2B5EF4-FFF2-40B4-BE49-F238E27FC236}">
                    <a16:creationId xmlns:a16="http://schemas.microsoft.com/office/drawing/2014/main" id="{009EB53E-3EC3-490B-B494-EA12B44B77D5}"/>
                  </a:ext>
                </a:extLst>
              </p:cNvPr>
              <p:cNvGrpSpPr>
                <a:grpSpLocks/>
              </p:cNvGrpSpPr>
              <p:nvPr/>
            </p:nvGrpSpPr>
            <p:grpSpPr bwMode="auto">
              <a:xfrm>
                <a:off x="587" y="528"/>
                <a:ext cx="1008" cy="2319"/>
                <a:chOff x="587" y="528"/>
                <a:chExt cx="1008" cy="2319"/>
              </a:xfrm>
            </p:grpSpPr>
            <p:grpSp>
              <p:nvGrpSpPr>
                <p:cNvPr id="93" name="Group 11">
                  <a:extLst>
                    <a:ext uri="{FF2B5EF4-FFF2-40B4-BE49-F238E27FC236}">
                      <a16:creationId xmlns:a16="http://schemas.microsoft.com/office/drawing/2014/main" id="{08E171B5-4B3F-43BB-ADB9-EDCF93904BB7}"/>
                    </a:ext>
                  </a:extLst>
                </p:cNvPr>
                <p:cNvGrpSpPr>
                  <a:grpSpLocks/>
                </p:cNvGrpSpPr>
                <p:nvPr/>
              </p:nvGrpSpPr>
              <p:grpSpPr bwMode="auto">
                <a:xfrm>
                  <a:off x="587" y="528"/>
                  <a:ext cx="1008" cy="2319"/>
                  <a:chOff x="1151" y="1104"/>
                  <a:chExt cx="686" cy="1741"/>
                </a:xfrm>
              </p:grpSpPr>
              <p:sp>
                <p:nvSpPr>
                  <p:cNvPr id="100" name="Freeform 12">
                    <a:extLst>
                      <a:ext uri="{FF2B5EF4-FFF2-40B4-BE49-F238E27FC236}">
                        <a16:creationId xmlns:a16="http://schemas.microsoft.com/office/drawing/2014/main" id="{49924168-9F9F-4580-AC0C-5E02BEDC0AEB}"/>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1" name="Freeform 13">
                    <a:extLst>
                      <a:ext uri="{FF2B5EF4-FFF2-40B4-BE49-F238E27FC236}">
                        <a16:creationId xmlns:a16="http://schemas.microsoft.com/office/drawing/2014/main" id="{DA00D9DE-E3AC-4AFA-85F5-BCA0E24EE8EF}"/>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2" name="Freeform 14">
                    <a:extLst>
                      <a:ext uri="{FF2B5EF4-FFF2-40B4-BE49-F238E27FC236}">
                        <a16:creationId xmlns:a16="http://schemas.microsoft.com/office/drawing/2014/main" id="{8ED1B270-A76E-4090-BAFA-5F647FF8FA89}"/>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3" name="Freeform 15">
                    <a:extLst>
                      <a:ext uri="{FF2B5EF4-FFF2-40B4-BE49-F238E27FC236}">
                        <a16:creationId xmlns:a16="http://schemas.microsoft.com/office/drawing/2014/main" id="{A00087FB-5F68-435B-B5E4-19C41630578D}"/>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4" name="Freeform 16">
                    <a:extLst>
                      <a:ext uri="{FF2B5EF4-FFF2-40B4-BE49-F238E27FC236}">
                        <a16:creationId xmlns:a16="http://schemas.microsoft.com/office/drawing/2014/main" id="{B0E4F5A8-CE24-427A-8972-EDB6CDC70C33}"/>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5" name="Freeform 17">
                    <a:extLst>
                      <a:ext uri="{FF2B5EF4-FFF2-40B4-BE49-F238E27FC236}">
                        <a16:creationId xmlns:a16="http://schemas.microsoft.com/office/drawing/2014/main" id="{7F0825F5-1CC4-46A6-8B3B-C02AF9BDC1F1}"/>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06" name="Group 18">
                    <a:extLst>
                      <a:ext uri="{FF2B5EF4-FFF2-40B4-BE49-F238E27FC236}">
                        <a16:creationId xmlns:a16="http://schemas.microsoft.com/office/drawing/2014/main" id="{1F7CA9AB-543A-4BA2-B95B-028F7CEA7E5D}"/>
                      </a:ext>
                    </a:extLst>
                  </p:cNvPr>
                  <p:cNvGrpSpPr>
                    <a:grpSpLocks/>
                  </p:cNvGrpSpPr>
                  <p:nvPr/>
                </p:nvGrpSpPr>
                <p:grpSpPr bwMode="auto">
                  <a:xfrm flipH="1">
                    <a:off x="1212" y="1104"/>
                    <a:ext cx="277" cy="235"/>
                    <a:chOff x="1590" y="1104"/>
                    <a:chExt cx="277" cy="235"/>
                  </a:xfrm>
                </p:grpSpPr>
                <p:sp>
                  <p:nvSpPr>
                    <p:cNvPr id="107" name="Freeform 19">
                      <a:extLst>
                        <a:ext uri="{FF2B5EF4-FFF2-40B4-BE49-F238E27FC236}">
                          <a16:creationId xmlns:a16="http://schemas.microsoft.com/office/drawing/2014/main" id="{31F4CD69-BAE9-4324-BEF6-31AD501F2F6D}"/>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8" name="Freeform 20">
                      <a:extLst>
                        <a:ext uri="{FF2B5EF4-FFF2-40B4-BE49-F238E27FC236}">
                          <a16:creationId xmlns:a16="http://schemas.microsoft.com/office/drawing/2014/main" id="{13EC9DC9-C42F-4281-9453-2C5770E523CB}"/>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09" name="Freeform 21">
                      <a:extLst>
                        <a:ext uri="{FF2B5EF4-FFF2-40B4-BE49-F238E27FC236}">
                          <a16:creationId xmlns:a16="http://schemas.microsoft.com/office/drawing/2014/main" id="{B5ED6318-DC7A-4ECF-B3A2-344BE65A53F0}"/>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10" name="Freeform 22">
                      <a:extLst>
                        <a:ext uri="{FF2B5EF4-FFF2-40B4-BE49-F238E27FC236}">
                          <a16:creationId xmlns:a16="http://schemas.microsoft.com/office/drawing/2014/main" id="{1403293D-80FF-414A-9235-B1B6B94D1594}"/>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94" name="Group 23">
                  <a:extLst>
                    <a:ext uri="{FF2B5EF4-FFF2-40B4-BE49-F238E27FC236}">
                      <a16:creationId xmlns:a16="http://schemas.microsoft.com/office/drawing/2014/main" id="{ED895D18-D7D6-4921-93A4-C72BDB32B65E}"/>
                    </a:ext>
                  </a:extLst>
                </p:cNvPr>
                <p:cNvGrpSpPr>
                  <a:grpSpLocks/>
                </p:cNvGrpSpPr>
                <p:nvPr/>
              </p:nvGrpSpPr>
              <p:grpSpPr bwMode="auto">
                <a:xfrm rot="4286940" flipH="1">
                  <a:off x="1038" y="766"/>
                  <a:ext cx="141" cy="50"/>
                  <a:chOff x="4032" y="2817"/>
                  <a:chExt cx="417" cy="635"/>
                </a:xfrm>
              </p:grpSpPr>
              <p:sp>
                <p:nvSpPr>
                  <p:cNvPr id="98" name="Oval 24">
                    <a:extLst>
                      <a:ext uri="{FF2B5EF4-FFF2-40B4-BE49-F238E27FC236}">
                        <a16:creationId xmlns:a16="http://schemas.microsoft.com/office/drawing/2014/main" id="{750FC73C-C0EF-4F23-8CBB-1836104A92B7}"/>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9" name="Oval 25">
                    <a:extLst>
                      <a:ext uri="{FF2B5EF4-FFF2-40B4-BE49-F238E27FC236}">
                        <a16:creationId xmlns:a16="http://schemas.microsoft.com/office/drawing/2014/main" id="{E7048BD4-5320-46C0-8B4C-D05D3744D5DF}"/>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95" name="Group 26">
                  <a:extLst>
                    <a:ext uri="{FF2B5EF4-FFF2-40B4-BE49-F238E27FC236}">
                      <a16:creationId xmlns:a16="http://schemas.microsoft.com/office/drawing/2014/main" id="{57C58688-B132-4EAE-AAF5-0F8D429D2403}"/>
                    </a:ext>
                  </a:extLst>
                </p:cNvPr>
                <p:cNvGrpSpPr>
                  <a:grpSpLocks/>
                </p:cNvGrpSpPr>
                <p:nvPr/>
              </p:nvGrpSpPr>
              <p:grpSpPr bwMode="auto">
                <a:xfrm rot="4286940" flipH="1">
                  <a:off x="962" y="766"/>
                  <a:ext cx="141" cy="50"/>
                  <a:chOff x="4032" y="2817"/>
                  <a:chExt cx="417" cy="635"/>
                </a:xfrm>
              </p:grpSpPr>
              <p:sp>
                <p:nvSpPr>
                  <p:cNvPr id="96" name="Oval 27">
                    <a:extLst>
                      <a:ext uri="{FF2B5EF4-FFF2-40B4-BE49-F238E27FC236}">
                        <a16:creationId xmlns:a16="http://schemas.microsoft.com/office/drawing/2014/main" id="{F7D3E1E9-A259-4744-B99F-D8B8A9425C92}"/>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97" name="Oval 28">
                    <a:extLst>
                      <a:ext uri="{FF2B5EF4-FFF2-40B4-BE49-F238E27FC236}">
                        <a16:creationId xmlns:a16="http://schemas.microsoft.com/office/drawing/2014/main" id="{65E03B85-9929-4A24-AF39-39CA376DF47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92" name="Oval 29">
                <a:extLst>
                  <a:ext uri="{FF2B5EF4-FFF2-40B4-BE49-F238E27FC236}">
                    <a16:creationId xmlns:a16="http://schemas.microsoft.com/office/drawing/2014/main" id="{EC7EB802-7DDE-4E92-BF7D-13DFF2ADCD80}"/>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89" name="Freeform 30">
              <a:extLst>
                <a:ext uri="{FF2B5EF4-FFF2-40B4-BE49-F238E27FC236}">
                  <a16:creationId xmlns:a16="http://schemas.microsoft.com/office/drawing/2014/main" id="{72E71037-56B2-49DF-BF1D-6C2D8E215F58}"/>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90" name="Freeform 31">
              <a:extLst>
                <a:ext uri="{FF2B5EF4-FFF2-40B4-BE49-F238E27FC236}">
                  <a16:creationId xmlns:a16="http://schemas.microsoft.com/office/drawing/2014/main" id="{334443E1-75D5-48E3-BAE3-806A0BD22016}"/>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11" name="Group 8">
            <a:extLst>
              <a:ext uri="{FF2B5EF4-FFF2-40B4-BE49-F238E27FC236}">
                <a16:creationId xmlns:a16="http://schemas.microsoft.com/office/drawing/2014/main" id="{47BE7AB8-A59A-4E9B-8099-CF9BA28E6E01}"/>
              </a:ext>
            </a:extLst>
          </p:cNvPr>
          <p:cNvGrpSpPr>
            <a:grpSpLocks/>
          </p:cNvGrpSpPr>
          <p:nvPr/>
        </p:nvGrpSpPr>
        <p:grpSpPr bwMode="auto">
          <a:xfrm>
            <a:off x="2843723" y="4828867"/>
            <a:ext cx="441325" cy="1066800"/>
            <a:chOff x="864" y="465"/>
            <a:chExt cx="1046" cy="2358"/>
          </a:xfrm>
        </p:grpSpPr>
        <p:grpSp>
          <p:nvGrpSpPr>
            <p:cNvPr id="112" name="Group 9">
              <a:extLst>
                <a:ext uri="{FF2B5EF4-FFF2-40B4-BE49-F238E27FC236}">
                  <a16:creationId xmlns:a16="http://schemas.microsoft.com/office/drawing/2014/main" id="{181D0EA8-506D-4C00-82C9-E83601AA39A5}"/>
                </a:ext>
              </a:extLst>
            </p:cNvPr>
            <p:cNvGrpSpPr>
              <a:grpSpLocks/>
            </p:cNvGrpSpPr>
            <p:nvPr/>
          </p:nvGrpSpPr>
          <p:grpSpPr bwMode="auto">
            <a:xfrm>
              <a:off x="864" y="465"/>
              <a:ext cx="1008" cy="2319"/>
              <a:chOff x="587" y="528"/>
              <a:chExt cx="1008" cy="2319"/>
            </a:xfrm>
          </p:grpSpPr>
          <p:grpSp>
            <p:nvGrpSpPr>
              <p:cNvPr id="115" name="Group 10">
                <a:extLst>
                  <a:ext uri="{FF2B5EF4-FFF2-40B4-BE49-F238E27FC236}">
                    <a16:creationId xmlns:a16="http://schemas.microsoft.com/office/drawing/2014/main" id="{C0291DAA-78F9-4AEF-B31E-3DFF2DCA8258}"/>
                  </a:ext>
                </a:extLst>
              </p:cNvPr>
              <p:cNvGrpSpPr>
                <a:grpSpLocks/>
              </p:cNvGrpSpPr>
              <p:nvPr/>
            </p:nvGrpSpPr>
            <p:grpSpPr bwMode="auto">
              <a:xfrm>
                <a:off x="587" y="528"/>
                <a:ext cx="1008" cy="2319"/>
                <a:chOff x="587" y="528"/>
                <a:chExt cx="1008" cy="2319"/>
              </a:xfrm>
            </p:grpSpPr>
            <p:grpSp>
              <p:nvGrpSpPr>
                <p:cNvPr id="117" name="Group 11">
                  <a:extLst>
                    <a:ext uri="{FF2B5EF4-FFF2-40B4-BE49-F238E27FC236}">
                      <a16:creationId xmlns:a16="http://schemas.microsoft.com/office/drawing/2014/main" id="{51A85081-07EC-4969-94DF-78E806C03BF5}"/>
                    </a:ext>
                  </a:extLst>
                </p:cNvPr>
                <p:cNvGrpSpPr>
                  <a:grpSpLocks/>
                </p:cNvGrpSpPr>
                <p:nvPr/>
              </p:nvGrpSpPr>
              <p:grpSpPr bwMode="auto">
                <a:xfrm>
                  <a:off x="587" y="528"/>
                  <a:ext cx="1008" cy="2319"/>
                  <a:chOff x="1151" y="1104"/>
                  <a:chExt cx="686" cy="1741"/>
                </a:xfrm>
              </p:grpSpPr>
              <p:sp>
                <p:nvSpPr>
                  <p:cNvPr id="124" name="Freeform 12">
                    <a:extLst>
                      <a:ext uri="{FF2B5EF4-FFF2-40B4-BE49-F238E27FC236}">
                        <a16:creationId xmlns:a16="http://schemas.microsoft.com/office/drawing/2014/main" id="{F1F0E2DC-EA98-4447-B2C9-744EAA299CA7}"/>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5" name="Freeform 13">
                    <a:extLst>
                      <a:ext uri="{FF2B5EF4-FFF2-40B4-BE49-F238E27FC236}">
                        <a16:creationId xmlns:a16="http://schemas.microsoft.com/office/drawing/2014/main" id="{8F6F19DB-3E60-475B-82F1-4524348B5263}"/>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6" name="Freeform 14">
                    <a:extLst>
                      <a:ext uri="{FF2B5EF4-FFF2-40B4-BE49-F238E27FC236}">
                        <a16:creationId xmlns:a16="http://schemas.microsoft.com/office/drawing/2014/main" id="{8E1A15CE-8281-4117-AE06-5418384A91A3}"/>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7" name="Freeform 15">
                    <a:extLst>
                      <a:ext uri="{FF2B5EF4-FFF2-40B4-BE49-F238E27FC236}">
                        <a16:creationId xmlns:a16="http://schemas.microsoft.com/office/drawing/2014/main" id="{1EC68EBC-136C-4858-8107-76B26CAFE4AB}"/>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8" name="Freeform 16">
                    <a:extLst>
                      <a:ext uri="{FF2B5EF4-FFF2-40B4-BE49-F238E27FC236}">
                        <a16:creationId xmlns:a16="http://schemas.microsoft.com/office/drawing/2014/main" id="{48DA41E8-37B1-45FB-B2AB-8CC5C21C8A20}"/>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9" name="Freeform 17">
                    <a:extLst>
                      <a:ext uri="{FF2B5EF4-FFF2-40B4-BE49-F238E27FC236}">
                        <a16:creationId xmlns:a16="http://schemas.microsoft.com/office/drawing/2014/main" id="{9AF69565-3BE5-4A93-AD63-B1AF90BB5223}"/>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30" name="Group 18">
                    <a:extLst>
                      <a:ext uri="{FF2B5EF4-FFF2-40B4-BE49-F238E27FC236}">
                        <a16:creationId xmlns:a16="http://schemas.microsoft.com/office/drawing/2014/main" id="{02E0EEC2-3639-46B3-AD65-D5B1F9B3367D}"/>
                      </a:ext>
                    </a:extLst>
                  </p:cNvPr>
                  <p:cNvGrpSpPr>
                    <a:grpSpLocks/>
                  </p:cNvGrpSpPr>
                  <p:nvPr/>
                </p:nvGrpSpPr>
                <p:grpSpPr bwMode="auto">
                  <a:xfrm flipH="1">
                    <a:off x="1212" y="1104"/>
                    <a:ext cx="277" cy="235"/>
                    <a:chOff x="1590" y="1104"/>
                    <a:chExt cx="277" cy="235"/>
                  </a:xfrm>
                </p:grpSpPr>
                <p:sp>
                  <p:nvSpPr>
                    <p:cNvPr id="131" name="Freeform 19">
                      <a:extLst>
                        <a:ext uri="{FF2B5EF4-FFF2-40B4-BE49-F238E27FC236}">
                          <a16:creationId xmlns:a16="http://schemas.microsoft.com/office/drawing/2014/main" id="{4C21788A-0B69-47A7-94AF-85087D0CA91A}"/>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2" name="Freeform 20">
                      <a:extLst>
                        <a:ext uri="{FF2B5EF4-FFF2-40B4-BE49-F238E27FC236}">
                          <a16:creationId xmlns:a16="http://schemas.microsoft.com/office/drawing/2014/main" id="{94D2A847-B3FB-4B57-B2C6-EABFFBF3248F}"/>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3" name="Freeform 21">
                      <a:extLst>
                        <a:ext uri="{FF2B5EF4-FFF2-40B4-BE49-F238E27FC236}">
                          <a16:creationId xmlns:a16="http://schemas.microsoft.com/office/drawing/2014/main" id="{B6DE89B1-9EFB-42C6-9A3F-3DC329D517D6}"/>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4" name="Freeform 22">
                      <a:extLst>
                        <a:ext uri="{FF2B5EF4-FFF2-40B4-BE49-F238E27FC236}">
                          <a16:creationId xmlns:a16="http://schemas.microsoft.com/office/drawing/2014/main" id="{16F6C84C-9E81-4D53-9C1E-4F23104D81BF}"/>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18" name="Group 23">
                  <a:extLst>
                    <a:ext uri="{FF2B5EF4-FFF2-40B4-BE49-F238E27FC236}">
                      <a16:creationId xmlns:a16="http://schemas.microsoft.com/office/drawing/2014/main" id="{393676B9-BB42-46EC-B417-50DA81EC37D0}"/>
                    </a:ext>
                  </a:extLst>
                </p:cNvPr>
                <p:cNvGrpSpPr>
                  <a:grpSpLocks/>
                </p:cNvGrpSpPr>
                <p:nvPr/>
              </p:nvGrpSpPr>
              <p:grpSpPr bwMode="auto">
                <a:xfrm rot="4286940" flipH="1">
                  <a:off x="1038" y="766"/>
                  <a:ext cx="141" cy="50"/>
                  <a:chOff x="4032" y="2817"/>
                  <a:chExt cx="417" cy="635"/>
                </a:xfrm>
              </p:grpSpPr>
              <p:sp>
                <p:nvSpPr>
                  <p:cNvPr id="122" name="Oval 24">
                    <a:extLst>
                      <a:ext uri="{FF2B5EF4-FFF2-40B4-BE49-F238E27FC236}">
                        <a16:creationId xmlns:a16="http://schemas.microsoft.com/office/drawing/2014/main" id="{18BA4A7C-0221-4B1F-9783-901B68785864}"/>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 name="Oval 25">
                    <a:extLst>
                      <a:ext uri="{FF2B5EF4-FFF2-40B4-BE49-F238E27FC236}">
                        <a16:creationId xmlns:a16="http://schemas.microsoft.com/office/drawing/2014/main" id="{36D78E9D-DDBA-44D7-A0AA-BA305A433DA6}"/>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9" name="Group 26">
                  <a:extLst>
                    <a:ext uri="{FF2B5EF4-FFF2-40B4-BE49-F238E27FC236}">
                      <a16:creationId xmlns:a16="http://schemas.microsoft.com/office/drawing/2014/main" id="{B2BA0E86-FA85-4B33-B344-31595F5983D4}"/>
                    </a:ext>
                  </a:extLst>
                </p:cNvPr>
                <p:cNvGrpSpPr>
                  <a:grpSpLocks/>
                </p:cNvGrpSpPr>
                <p:nvPr/>
              </p:nvGrpSpPr>
              <p:grpSpPr bwMode="auto">
                <a:xfrm rot="4286940" flipH="1">
                  <a:off x="962" y="766"/>
                  <a:ext cx="141" cy="50"/>
                  <a:chOff x="4032" y="2817"/>
                  <a:chExt cx="417" cy="635"/>
                </a:xfrm>
              </p:grpSpPr>
              <p:sp>
                <p:nvSpPr>
                  <p:cNvPr id="120" name="Oval 27">
                    <a:extLst>
                      <a:ext uri="{FF2B5EF4-FFF2-40B4-BE49-F238E27FC236}">
                        <a16:creationId xmlns:a16="http://schemas.microsoft.com/office/drawing/2014/main" id="{45446C7F-8939-4867-9914-D26B75D668E4}"/>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1" name="Oval 28">
                    <a:extLst>
                      <a:ext uri="{FF2B5EF4-FFF2-40B4-BE49-F238E27FC236}">
                        <a16:creationId xmlns:a16="http://schemas.microsoft.com/office/drawing/2014/main" id="{5EF6FD68-E312-4894-B5CB-2DC0849EEEBF}"/>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16" name="Oval 29">
                <a:extLst>
                  <a:ext uri="{FF2B5EF4-FFF2-40B4-BE49-F238E27FC236}">
                    <a16:creationId xmlns:a16="http://schemas.microsoft.com/office/drawing/2014/main" id="{6CC75726-B10B-4F66-900D-55FEB9B98E7E}"/>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13" name="Freeform 30">
              <a:extLst>
                <a:ext uri="{FF2B5EF4-FFF2-40B4-BE49-F238E27FC236}">
                  <a16:creationId xmlns:a16="http://schemas.microsoft.com/office/drawing/2014/main" id="{87B8AD50-CFE9-410C-A0D1-0E3357F25D89}"/>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14" name="Freeform 31">
              <a:extLst>
                <a:ext uri="{FF2B5EF4-FFF2-40B4-BE49-F238E27FC236}">
                  <a16:creationId xmlns:a16="http://schemas.microsoft.com/office/drawing/2014/main" id="{9A9E13DB-4EEE-4BED-A54F-D57A3B954B86}"/>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35" name="Group 8">
            <a:extLst>
              <a:ext uri="{FF2B5EF4-FFF2-40B4-BE49-F238E27FC236}">
                <a16:creationId xmlns:a16="http://schemas.microsoft.com/office/drawing/2014/main" id="{442EDF33-5335-49AE-B8D9-82804B393946}"/>
              </a:ext>
            </a:extLst>
          </p:cNvPr>
          <p:cNvGrpSpPr>
            <a:grpSpLocks/>
          </p:cNvGrpSpPr>
          <p:nvPr/>
        </p:nvGrpSpPr>
        <p:grpSpPr bwMode="auto">
          <a:xfrm>
            <a:off x="1858000" y="4715575"/>
            <a:ext cx="441325" cy="1066800"/>
            <a:chOff x="864" y="465"/>
            <a:chExt cx="1046" cy="2358"/>
          </a:xfrm>
        </p:grpSpPr>
        <p:grpSp>
          <p:nvGrpSpPr>
            <p:cNvPr id="136" name="Group 9">
              <a:extLst>
                <a:ext uri="{FF2B5EF4-FFF2-40B4-BE49-F238E27FC236}">
                  <a16:creationId xmlns:a16="http://schemas.microsoft.com/office/drawing/2014/main" id="{38F38896-0E8E-4E44-B551-6E6419AF9963}"/>
                </a:ext>
              </a:extLst>
            </p:cNvPr>
            <p:cNvGrpSpPr>
              <a:grpSpLocks/>
            </p:cNvGrpSpPr>
            <p:nvPr/>
          </p:nvGrpSpPr>
          <p:grpSpPr bwMode="auto">
            <a:xfrm>
              <a:off x="864" y="465"/>
              <a:ext cx="1008" cy="2319"/>
              <a:chOff x="587" y="528"/>
              <a:chExt cx="1008" cy="2319"/>
            </a:xfrm>
          </p:grpSpPr>
          <p:grpSp>
            <p:nvGrpSpPr>
              <p:cNvPr id="139" name="Group 10">
                <a:extLst>
                  <a:ext uri="{FF2B5EF4-FFF2-40B4-BE49-F238E27FC236}">
                    <a16:creationId xmlns:a16="http://schemas.microsoft.com/office/drawing/2014/main" id="{AF33A73F-E53E-4B09-8885-6F7702B699D1}"/>
                  </a:ext>
                </a:extLst>
              </p:cNvPr>
              <p:cNvGrpSpPr>
                <a:grpSpLocks/>
              </p:cNvGrpSpPr>
              <p:nvPr/>
            </p:nvGrpSpPr>
            <p:grpSpPr bwMode="auto">
              <a:xfrm>
                <a:off x="587" y="528"/>
                <a:ext cx="1008" cy="2319"/>
                <a:chOff x="587" y="528"/>
                <a:chExt cx="1008" cy="2319"/>
              </a:xfrm>
            </p:grpSpPr>
            <p:grpSp>
              <p:nvGrpSpPr>
                <p:cNvPr id="141" name="Group 11">
                  <a:extLst>
                    <a:ext uri="{FF2B5EF4-FFF2-40B4-BE49-F238E27FC236}">
                      <a16:creationId xmlns:a16="http://schemas.microsoft.com/office/drawing/2014/main" id="{F717AEEE-E0A3-4D35-95F6-EC312D4CF1BA}"/>
                    </a:ext>
                  </a:extLst>
                </p:cNvPr>
                <p:cNvGrpSpPr>
                  <a:grpSpLocks/>
                </p:cNvGrpSpPr>
                <p:nvPr/>
              </p:nvGrpSpPr>
              <p:grpSpPr bwMode="auto">
                <a:xfrm>
                  <a:off x="587" y="528"/>
                  <a:ext cx="1008" cy="2319"/>
                  <a:chOff x="1151" y="1104"/>
                  <a:chExt cx="686" cy="1741"/>
                </a:xfrm>
              </p:grpSpPr>
              <p:sp>
                <p:nvSpPr>
                  <p:cNvPr id="148" name="Freeform 12">
                    <a:extLst>
                      <a:ext uri="{FF2B5EF4-FFF2-40B4-BE49-F238E27FC236}">
                        <a16:creationId xmlns:a16="http://schemas.microsoft.com/office/drawing/2014/main" id="{FC60740D-B019-4587-B36A-D7909239326A}"/>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9" name="Freeform 13">
                    <a:extLst>
                      <a:ext uri="{FF2B5EF4-FFF2-40B4-BE49-F238E27FC236}">
                        <a16:creationId xmlns:a16="http://schemas.microsoft.com/office/drawing/2014/main" id="{72F6BC5D-00BF-4D5E-9E72-93551AA5DAB1}"/>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0" name="Freeform 14">
                    <a:extLst>
                      <a:ext uri="{FF2B5EF4-FFF2-40B4-BE49-F238E27FC236}">
                        <a16:creationId xmlns:a16="http://schemas.microsoft.com/office/drawing/2014/main" id="{3937A4C1-A5C7-48A6-9D7B-58B84CE4A8BE}"/>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1" name="Freeform 15">
                    <a:extLst>
                      <a:ext uri="{FF2B5EF4-FFF2-40B4-BE49-F238E27FC236}">
                        <a16:creationId xmlns:a16="http://schemas.microsoft.com/office/drawing/2014/main" id="{82A24815-38A1-4624-88CF-41ACA9561542}"/>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2" name="Freeform 16">
                    <a:extLst>
                      <a:ext uri="{FF2B5EF4-FFF2-40B4-BE49-F238E27FC236}">
                        <a16:creationId xmlns:a16="http://schemas.microsoft.com/office/drawing/2014/main" id="{554B6F2E-40A6-4B4D-AB05-C1F2BA79EFB6}"/>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3" name="Freeform 17">
                    <a:extLst>
                      <a:ext uri="{FF2B5EF4-FFF2-40B4-BE49-F238E27FC236}">
                        <a16:creationId xmlns:a16="http://schemas.microsoft.com/office/drawing/2014/main" id="{2745FCFB-53E9-4EBA-9C74-30A527D352C0}"/>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54" name="Group 18">
                    <a:extLst>
                      <a:ext uri="{FF2B5EF4-FFF2-40B4-BE49-F238E27FC236}">
                        <a16:creationId xmlns:a16="http://schemas.microsoft.com/office/drawing/2014/main" id="{5A8DDABA-8284-4754-8DD6-92F9DF845F92}"/>
                      </a:ext>
                    </a:extLst>
                  </p:cNvPr>
                  <p:cNvGrpSpPr>
                    <a:grpSpLocks/>
                  </p:cNvGrpSpPr>
                  <p:nvPr/>
                </p:nvGrpSpPr>
                <p:grpSpPr bwMode="auto">
                  <a:xfrm flipH="1">
                    <a:off x="1212" y="1104"/>
                    <a:ext cx="277" cy="235"/>
                    <a:chOff x="1590" y="1104"/>
                    <a:chExt cx="277" cy="235"/>
                  </a:xfrm>
                </p:grpSpPr>
                <p:sp>
                  <p:nvSpPr>
                    <p:cNvPr id="155" name="Freeform 19">
                      <a:extLst>
                        <a:ext uri="{FF2B5EF4-FFF2-40B4-BE49-F238E27FC236}">
                          <a16:creationId xmlns:a16="http://schemas.microsoft.com/office/drawing/2014/main" id="{40764224-5936-4DC0-BB87-CF71C3F78BA3}"/>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6" name="Freeform 20">
                      <a:extLst>
                        <a:ext uri="{FF2B5EF4-FFF2-40B4-BE49-F238E27FC236}">
                          <a16:creationId xmlns:a16="http://schemas.microsoft.com/office/drawing/2014/main" id="{F62AF86D-A284-413A-948D-8463A472B9ED}"/>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7" name="Freeform 21">
                      <a:extLst>
                        <a:ext uri="{FF2B5EF4-FFF2-40B4-BE49-F238E27FC236}">
                          <a16:creationId xmlns:a16="http://schemas.microsoft.com/office/drawing/2014/main" id="{7B60B893-5B80-422E-90C9-9794BD2CF592}"/>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8" name="Freeform 22">
                      <a:extLst>
                        <a:ext uri="{FF2B5EF4-FFF2-40B4-BE49-F238E27FC236}">
                          <a16:creationId xmlns:a16="http://schemas.microsoft.com/office/drawing/2014/main" id="{8D6344BA-DC9B-4987-85F0-06BA372F87FB}"/>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42" name="Group 23">
                  <a:extLst>
                    <a:ext uri="{FF2B5EF4-FFF2-40B4-BE49-F238E27FC236}">
                      <a16:creationId xmlns:a16="http://schemas.microsoft.com/office/drawing/2014/main" id="{888E8183-CFD2-43F7-81A1-02DFBA2E6217}"/>
                    </a:ext>
                  </a:extLst>
                </p:cNvPr>
                <p:cNvGrpSpPr>
                  <a:grpSpLocks/>
                </p:cNvGrpSpPr>
                <p:nvPr/>
              </p:nvGrpSpPr>
              <p:grpSpPr bwMode="auto">
                <a:xfrm rot="4286940" flipH="1">
                  <a:off x="1038" y="766"/>
                  <a:ext cx="141" cy="50"/>
                  <a:chOff x="4032" y="2817"/>
                  <a:chExt cx="417" cy="635"/>
                </a:xfrm>
              </p:grpSpPr>
              <p:sp>
                <p:nvSpPr>
                  <p:cNvPr id="146" name="Oval 24">
                    <a:extLst>
                      <a:ext uri="{FF2B5EF4-FFF2-40B4-BE49-F238E27FC236}">
                        <a16:creationId xmlns:a16="http://schemas.microsoft.com/office/drawing/2014/main" id="{ACE26530-960E-49B3-BFFA-B00A49BA4DC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7" name="Oval 25">
                    <a:extLst>
                      <a:ext uri="{FF2B5EF4-FFF2-40B4-BE49-F238E27FC236}">
                        <a16:creationId xmlns:a16="http://schemas.microsoft.com/office/drawing/2014/main" id="{014FF929-29E7-4EBC-933D-F7578ED9819B}"/>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43" name="Group 26">
                  <a:extLst>
                    <a:ext uri="{FF2B5EF4-FFF2-40B4-BE49-F238E27FC236}">
                      <a16:creationId xmlns:a16="http://schemas.microsoft.com/office/drawing/2014/main" id="{D60ADC95-8A4E-4DF5-9BF9-FB68D7269154}"/>
                    </a:ext>
                  </a:extLst>
                </p:cNvPr>
                <p:cNvGrpSpPr>
                  <a:grpSpLocks/>
                </p:cNvGrpSpPr>
                <p:nvPr/>
              </p:nvGrpSpPr>
              <p:grpSpPr bwMode="auto">
                <a:xfrm rot="4286940" flipH="1">
                  <a:off x="962" y="766"/>
                  <a:ext cx="141" cy="50"/>
                  <a:chOff x="4032" y="2817"/>
                  <a:chExt cx="417" cy="635"/>
                </a:xfrm>
              </p:grpSpPr>
              <p:sp>
                <p:nvSpPr>
                  <p:cNvPr id="144" name="Oval 27">
                    <a:extLst>
                      <a:ext uri="{FF2B5EF4-FFF2-40B4-BE49-F238E27FC236}">
                        <a16:creationId xmlns:a16="http://schemas.microsoft.com/office/drawing/2014/main" id="{30F90E29-8170-4B76-BD4E-DC7F979B1362}"/>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5" name="Oval 28">
                    <a:extLst>
                      <a:ext uri="{FF2B5EF4-FFF2-40B4-BE49-F238E27FC236}">
                        <a16:creationId xmlns:a16="http://schemas.microsoft.com/office/drawing/2014/main" id="{75CA2BE6-C072-428E-BD1B-7A05B59E1585}"/>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40" name="Oval 29">
                <a:extLst>
                  <a:ext uri="{FF2B5EF4-FFF2-40B4-BE49-F238E27FC236}">
                    <a16:creationId xmlns:a16="http://schemas.microsoft.com/office/drawing/2014/main" id="{9E27DFA3-810F-48EE-81DC-9D95C37E39B6}"/>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37" name="Freeform 30">
              <a:extLst>
                <a:ext uri="{FF2B5EF4-FFF2-40B4-BE49-F238E27FC236}">
                  <a16:creationId xmlns:a16="http://schemas.microsoft.com/office/drawing/2014/main" id="{9F266B66-FCE2-4DD8-9526-58C9439056DA}"/>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8" name="Freeform 31">
              <a:extLst>
                <a:ext uri="{FF2B5EF4-FFF2-40B4-BE49-F238E27FC236}">
                  <a16:creationId xmlns:a16="http://schemas.microsoft.com/office/drawing/2014/main" id="{E93FB017-C7ED-4348-B674-3F95D9C1ED54}"/>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59" name="Group 8">
            <a:extLst>
              <a:ext uri="{FF2B5EF4-FFF2-40B4-BE49-F238E27FC236}">
                <a16:creationId xmlns:a16="http://schemas.microsoft.com/office/drawing/2014/main" id="{1CCAB14A-ACED-4B36-84C4-6C4678C72533}"/>
              </a:ext>
            </a:extLst>
          </p:cNvPr>
          <p:cNvGrpSpPr>
            <a:grpSpLocks/>
          </p:cNvGrpSpPr>
          <p:nvPr/>
        </p:nvGrpSpPr>
        <p:grpSpPr bwMode="auto">
          <a:xfrm>
            <a:off x="2334760" y="3079230"/>
            <a:ext cx="441325" cy="1066800"/>
            <a:chOff x="864" y="465"/>
            <a:chExt cx="1046" cy="2358"/>
          </a:xfrm>
        </p:grpSpPr>
        <p:grpSp>
          <p:nvGrpSpPr>
            <p:cNvPr id="160" name="Group 9">
              <a:extLst>
                <a:ext uri="{FF2B5EF4-FFF2-40B4-BE49-F238E27FC236}">
                  <a16:creationId xmlns:a16="http://schemas.microsoft.com/office/drawing/2014/main" id="{DC17A5DC-CF70-4762-9DB4-137182F48BC8}"/>
                </a:ext>
              </a:extLst>
            </p:cNvPr>
            <p:cNvGrpSpPr>
              <a:grpSpLocks/>
            </p:cNvGrpSpPr>
            <p:nvPr/>
          </p:nvGrpSpPr>
          <p:grpSpPr bwMode="auto">
            <a:xfrm>
              <a:off x="864" y="465"/>
              <a:ext cx="1008" cy="2319"/>
              <a:chOff x="587" y="528"/>
              <a:chExt cx="1008" cy="2319"/>
            </a:xfrm>
          </p:grpSpPr>
          <p:grpSp>
            <p:nvGrpSpPr>
              <p:cNvPr id="163" name="Group 10">
                <a:extLst>
                  <a:ext uri="{FF2B5EF4-FFF2-40B4-BE49-F238E27FC236}">
                    <a16:creationId xmlns:a16="http://schemas.microsoft.com/office/drawing/2014/main" id="{C86718F5-8621-4BDC-938D-4622062EF869}"/>
                  </a:ext>
                </a:extLst>
              </p:cNvPr>
              <p:cNvGrpSpPr>
                <a:grpSpLocks/>
              </p:cNvGrpSpPr>
              <p:nvPr/>
            </p:nvGrpSpPr>
            <p:grpSpPr bwMode="auto">
              <a:xfrm>
                <a:off x="587" y="528"/>
                <a:ext cx="1008" cy="2319"/>
                <a:chOff x="587" y="528"/>
                <a:chExt cx="1008" cy="2319"/>
              </a:xfrm>
            </p:grpSpPr>
            <p:grpSp>
              <p:nvGrpSpPr>
                <p:cNvPr id="165" name="Group 11">
                  <a:extLst>
                    <a:ext uri="{FF2B5EF4-FFF2-40B4-BE49-F238E27FC236}">
                      <a16:creationId xmlns:a16="http://schemas.microsoft.com/office/drawing/2014/main" id="{5DA69E0A-8B2B-4DCD-9548-C5B4E8A5EAE8}"/>
                    </a:ext>
                  </a:extLst>
                </p:cNvPr>
                <p:cNvGrpSpPr>
                  <a:grpSpLocks/>
                </p:cNvGrpSpPr>
                <p:nvPr/>
              </p:nvGrpSpPr>
              <p:grpSpPr bwMode="auto">
                <a:xfrm>
                  <a:off x="587" y="528"/>
                  <a:ext cx="1008" cy="2319"/>
                  <a:chOff x="1151" y="1104"/>
                  <a:chExt cx="686" cy="1741"/>
                </a:xfrm>
              </p:grpSpPr>
              <p:sp>
                <p:nvSpPr>
                  <p:cNvPr id="172" name="Freeform 12">
                    <a:extLst>
                      <a:ext uri="{FF2B5EF4-FFF2-40B4-BE49-F238E27FC236}">
                        <a16:creationId xmlns:a16="http://schemas.microsoft.com/office/drawing/2014/main" id="{C08C4DD6-28F6-4280-B378-498E0E86C0E6}"/>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3" name="Freeform 13">
                    <a:extLst>
                      <a:ext uri="{FF2B5EF4-FFF2-40B4-BE49-F238E27FC236}">
                        <a16:creationId xmlns:a16="http://schemas.microsoft.com/office/drawing/2014/main" id="{03AA5CA3-C622-4AE9-BBC3-FFB68E7FB443}"/>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4" name="Freeform 14">
                    <a:extLst>
                      <a:ext uri="{FF2B5EF4-FFF2-40B4-BE49-F238E27FC236}">
                        <a16:creationId xmlns:a16="http://schemas.microsoft.com/office/drawing/2014/main" id="{69F1281B-BA04-4B5C-8C99-1FBFCAA72580}"/>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5" name="Freeform 15">
                    <a:extLst>
                      <a:ext uri="{FF2B5EF4-FFF2-40B4-BE49-F238E27FC236}">
                        <a16:creationId xmlns:a16="http://schemas.microsoft.com/office/drawing/2014/main" id="{0F390234-7DB5-4D9D-8ACC-BEDB37046962}"/>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6" name="Freeform 16">
                    <a:extLst>
                      <a:ext uri="{FF2B5EF4-FFF2-40B4-BE49-F238E27FC236}">
                        <a16:creationId xmlns:a16="http://schemas.microsoft.com/office/drawing/2014/main" id="{FD797C46-4506-43CA-8CB8-9E3083D0D3EE}"/>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7" name="Freeform 17">
                    <a:extLst>
                      <a:ext uri="{FF2B5EF4-FFF2-40B4-BE49-F238E27FC236}">
                        <a16:creationId xmlns:a16="http://schemas.microsoft.com/office/drawing/2014/main" id="{48CF69A8-8B72-44C3-B7EA-A24EF092D9C2}"/>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78" name="Group 18">
                    <a:extLst>
                      <a:ext uri="{FF2B5EF4-FFF2-40B4-BE49-F238E27FC236}">
                        <a16:creationId xmlns:a16="http://schemas.microsoft.com/office/drawing/2014/main" id="{724B112C-068F-4BED-A723-0E3F501C65C1}"/>
                      </a:ext>
                    </a:extLst>
                  </p:cNvPr>
                  <p:cNvGrpSpPr>
                    <a:grpSpLocks/>
                  </p:cNvGrpSpPr>
                  <p:nvPr/>
                </p:nvGrpSpPr>
                <p:grpSpPr bwMode="auto">
                  <a:xfrm flipH="1">
                    <a:off x="1212" y="1104"/>
                    <a:ext cx="277" cy="235"/>
                    <a:chOff x="1590" y="1104"/>
                    <a:chExt cx="277" cy="235"/>
                  </a:xfrm>
                </p:grpSpPr>
                <p:sp>
                  <p:nvSpPr>
                    <p:cNvPr id="179" name="Freeform 19">
                      <a:extLst>
                        <a:ext uri="{FF2B5EF4-FFF2-40B4-BE49-F238E27FC236}">
                          <a16:creationId xmlns:a16="http://schemas.microsoft.com/office/drawing/2014/main" id="{4753BA4F-D3BA-454F-BA51-C47FBA24314D}"/>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0" name="Freeform 20">
                      <a:extLst>
                        <a:ext uri="{FF2B5EF4-FFF2-40B4-BE49-F238E27FC236}">
                          <a16:creationId xmlns:a16="http://schemas.microsoft.com/office/drawing/2014/main" id="{E62F6CF1-1882-4C4A-94FC-1AC289D541EC}"/>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1" name="Freeform 21">
                      <a:extLst>
                        <a:ext uri="{FF2B5EF4-FFF2-40B4-BE49-F238E27FC236}">
                          <a16:creationId xmlns:a16="http://schemas.microsoft.com/office/drawing/2014/main" id="{E86E07B7-A895-480F-8966-5284B4985715}"/>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2" name="Freeform 22">
                      <a:extLst>
                        <a:ext uri="{FF2B5EF4-FFF2-40B4-BE49-F238E27FC236}">
                          <a16:creationId xmlns:a16="http://schemas.microsoft.com/office/drawing/2014/main" id="{5F1B6408-EB17-40C0-89B2-A42FA7D52786}"/>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66" name="Group 23">
                  <a:extLst>
                    <a:ext uri="{FF2B5EF4-FFF2-40B4-BE49-F238E27FC236}">
                      <a16:creationId xmlns:a16="http://schemas.microsoft.com/office/drawing/2014/main" id="{52232F07-D6B6-46EF-8AC8-1F0BC453D2FA}"/>
                    </a:ext>
                  </a:extLst>
                </p:cNvPr>
                <p:cNvGrpSpPr>
                  <a:grpSpLocks/>
                </p:cNvGrpSpPr>
                <p:nvPr/>
              </p:nvGrpSpPr>
              <p:grpSpPr bwMode="auto">
                <a:xfrm rot="4286940" flipH="1">
                  <a:off x="1038" y="766"/>
                  <a:ext cx="141" cy="50"/>
                  <a:chOff x="4032" y="2817"/>
                  <a:chExt cx="417" cy="635"/>
                </a:xfrm>
              </p:grpSpPr>
              <p:sp>
                <p:nvSpPr>
                  <p:cNvPr id="170" name="Oval 24">
                    <a:extLst>
                      <a:ext uri="{FF2B5EF4-FFF2-40B4-BE49-F238E27FC236}">
                        <a16:creationId xmlns:a16="http://schemas.microsoft.com/office/drawing/2014/main" id="{E2C2DA02-7904-4D13-B5CB-24917D551C1F}"/>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1" name="Oval 25">
                    <a:extLst>
                      <a:ext uri="{FF2B5EF4-FFF2-40B4-BE49-F238E27FC236}">
                        <a16:creationId xmlns:a16="http://schemas.microsoft.com/office/drawing/2014/main" id="{4A41B512-56CC-483E-8FEC-57AE355CDE8B}"/>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67" name="Group 26">
                  <a:extLst>
                    <a:ext uri="{FF2B5EF4-FFF2-40B4-BE49-F238E27FC236}">
                      <a16:creationId xmlns:a16="http://schemas.microsoft.com/office/drawing/2014/main" id="{B7892E3F-A474-4497-9E63-6D657F6DCD98}"/>
                    </a:ext>
                  </a:extLst>
                </p:cNvPr>
                <p:cNvGrpSpPr>
                  <a:grpSpLocks/>
                </p:cNvGrpSpPr>
                <p:nvPr/>
              </p:nvGrpSpPr>
              <p:grpSpPr bwMode="auto">
                <a:xfrm rot="4286940" flipH="1">
                  <a:off x="962" y="766"/>
                  <a:ext cx="141" cy="50"/>
                  <a:chOff x="4032" y="2817"/>
                  <a:chExt cx="417" cy="635"/>
                </a:xfrm>
              </p:grpSpPr>
              <p:sp>
                <p:nvSpPr>
                  <p:cNvPr id="168" name="Oval 27">
                    <a:extLst>
                      <a:ext uri="{FF2B5EF4-FFF2-40B4-BE49-F238E27FC236}">
                        <a16:creationId xmlns:a16="http://schemas.microsoft.com/office/drawing/2014/main" id="{D647045C-1330-4590-AA7D-951C5CC52EF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9" name="Oval 28">
                    <a:extLst>
                      <a:ext uri="{FF2B5EF4-FFF2-40B4-BE49-F238E27FC236}">
                        <a16:creationId xmlns:a16="http://schemas.microsoft.com/office/drawing/2014/main" id="{DD750F80-6FF0-4B6D-9346-E2139B64556E}"/>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64" name="Oval 29">
                <a:extLst>
                  <a:ext uri="{FF2B5EF4-FFF2-40B4-BE49-F238E27FC236}">
                    <a16:creationId xmlns:a16="http://schemas.microsoft.com/office/drawing/2014/main" id="{A72897DF-FAA2-460B-9FE3-B0DFFB666766}"/>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61" name="Freeform 30">
              <a:extLst>
                <a:ext uri="{FF2B5EF4-FFF2-40B4-BE49-F238E27FC236}">
                  <a16:creationId xmlns:a16="http://schemas.microsoft.com/office/drawing/2014/main" id="{C51EAEA5-DBEF-441A-A101-AB4DE660FC1C}"/>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62" name="Freeform 31">
              <a:extLst>
                <a:ext uri="{FF2B5EF4-FFF2-40B4-BE49-F238E27FC236}">
                  <a16:creationId xmlns:a16="http://schemas.microsoft.com/office/drawing/2014/main" id="{9B27B06B-4626-4EFC-AD9B-2529BA42E7B6}"/>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44F79F5-DC26-460B-8717-C28BDE9D726E}"/>
              </a:ext>
            </a:extLst>
          </p:cNvPr>
          <p:cNvSpPr>
            <a:spLocks noChangeArrowheads="1"/>
          </p:cNvSpPr>
          <p:nvPr/>
        </p:nvSpPr>
        <p:spPr bwMode="auto">
          <a:xfrm>
            <a:off x="2819400" y="2819400"/>
            <a:ext cx="3429000" cy="16764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27" name="Text Box 3">
            <a:extLst>
              <a:ext uri="{FF2B5EF4-FFF2-40B4-BE49-F238E27FC236}">
                <a16:creationId xmlns:a16="http://schemas.microsoft.com/office/drawing/2014/main" id="{710A7964-64D6-4259-AA4E-2E4AB83D9340}"/>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26628" name="Rectangle 4">
            <a:extLst>
              <a:ext uri="{FF2B5EF4-FFF2-40B4-BE49-F238E27FC236}">
                <a16:creationId xmlns:a16="http://schemas.microsoft.com/office/drawing/2014/main" id="{3720A435-DF8E-49E4-A835-6BC297C52D9D}"/>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26629" name="Text Box 5">
            <a:extLst>
              <a:ext uri="{FF2B5EF4-FFF2-40B4-BE49-F238E27FC236}">
                <a16:creationId xmlns:a16="http://schemas.microsoft.com/office/drawing/2014/main" id="{EA7F20C9-48DE-48B1-AD87-A78A1C2BEFCA}"/>
              </a:ext>
            </a:extLst>
          </p:cNvPr>
          <p:cNvSpPr txBox="1">
            <a:spLocks noChangeArrowheads="1"/>
          </p:cNvSpPr>
          <p:nvPr/>
        </p:nvSpPr>
        <p:spPr bwMode="auto">
          <a:xfrm>
            <a:off x="5334000" y="914400"/>
            <a:ext cx="5181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Consider generic instances.</a:t>
            </a:r>
          </a:p>
          <a:p>
            <a:pPr marL="0" marR="0" lvl="0" indent="0" algn="l" defTabSz="914400" rtl="0" eaLnBrk="1" fontAlgn="base" latinLnBrk="0" hangingPunct="1">
              <a:lnSpc>
                <a:spcPct val="100000"/>
              </a:lnSpc>
              <a:spcBef>
                <a:spcPct val="0"/>
              </a:spcBef>
              <a:spcAft>
                <a:spcPct val="0"/>
              </a:spcAft>
              <a:buClrTx/>
              <a:buSzTx/>
              <a:buFontTx/>
              <a:buChar char="•"/>
              <a:tabLst/>
              <a:defRPr/>
            </a:pP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31" name="AutoShape 30">
            <a:extLst>
              <a:ext uri="{FF2B5EF4-FFF2-40B4-BE49-F238E27FC236}">
                <a16:creationId xmlns:a16="http://schemas.microsoft.com/office/drawing/2014/main" id="{1AA45216-874A-4515-B96D-178C0EA590E6}"/>
              </a:ext>
            </a:extLst>
          </p:cNvPr>
          <p:cNvSpPr>
            <a:spLocks noChangeArrowheads="1"/>
          </p:cNvSpPr>
          <p:nvPr/>
        </p:nvSpPr>
        <p:spPr bwMode="auto">
          <a:xfrm>
            <a:off x="37338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32" name="AutoShape 31">
            <a:extLst>
              <a:ext uri="{FF2B5EF4-FFF2-40B4-BE49-F238E27FC236}">
                <a16:creationId xmlns:a16="http://schemas.microsoft.com/office/drawing/2014/main" id="{C16206D7-6E03-46F7-B8F1-C3E0CD7C1C9A}"/>
              </a:ext>
            </a:extLst>
          </p:cNvPr>
          <p:cNvSpPr>
            <a:spLocks noChangeArrowheads="1"/>
          </p:cNvSpPr>
          <p:nvPr/>
        </p:nvSpPr>
        <p:spPr bwMode="auto">
          <a:xfrm>
            <a:off x="4648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33" name="AutoShape 32">
            <a:extLst>
              <a:ext uri="{FF2B5EF4-FFF2-40B4-BE49-F238E27FC236}">
                <a16:creationId xmlns:a16="http://schemas.microsoft.com/office/drawing/2014/main" id="{64EE7701-E539-4AC6-BD11-EFA2C3E1F928}"/>
              </a:ext>
            </a:extLst>
          </p:cNvPr>
          <p:cNvSpPr>
            <a:spLocks noChangeArrowheads="1"/>
          </p:cNvSpPr>
          <p:nvPr/>
        </p:nvSpPr>
        <p:spPr bwMode="auto">
          <a:xfrm>
            <a:off x="2743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34" name="Text Box 33">
            <a:extLst>
              <a:ext uri="{FF2B5EF4-FFF2-40B4-BE49-F238E27FC236}">
                <a16:creationId xmlns:a16="http://schemas.microsoft.com/office/drawing/2014/main" id="{2C99C069-F6A7-4387-8A82-813AD6F498FA}"/>
              </a:ext>
            </a:extLst>
          </p:cNvPr>
          <p:cNvSpPr txBox="1">
            <a:spLocks noChangeArrowheads="1"/>
          </p:cNvSpPr>
          <p:nvPr/>
        </p:nvSpPr>
        <p:spPr bwMode="auto">
          <a:xfrm>
            <a:off x="3048001" y="5880100"/>
            <a:ext cx="365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a:t>
            </a:r>
          </a:p>
        </p:txBody>
      </p:sp>
      <p:sp>
        <p:nvSpPr>
          <p:cNvPr id="26635" name="Text Box 34">
            <a:extLst>
              <a:ext uri="{FF2B5EF4-FFF2-40B4-BE49-F238E27FC236}">
                <a16:creationId xmlns:a16="http://schemas.microsoft.com/office/drawing/2014/main" id="{1816525C-0DD8-4088-83BE-AE3A997DA7BD}"/>
              </a:ext>
            </a:extLst>
          </p:cNvPr>
          <p:cNvSpPr txBox="1">
            <a:spLocks noChangeArrowheads="1"/>
          </p:cNvSpPr>
          <p:nvPr/>
        </p:nvSpPr>
        <p:spPr bwMode="auto">
          <a:xfrm>
            <a:off x="4032250" y="5867400"/>
            <a:ext cx="3873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a:t>
            </a:r>
          </a:p>
        </p:txBody>
      </p:sp>
      <p:sp>
        <p:nvSpPr>
          <p:cNvPr id="26636" name="Text Box 35">
            <a:extLst>
              <a:ext uri="{FF2B5EF4-FFF2-40B4-BE49-F238E27FC236}">
                <a16:creationId xmlns:a16="http://schemas.microsoft.com/office/drawing/2014/main" id="{0E720D6A-8DA1-4A72-9AC1-E9E9ED1AC3FE}"/>
              </a:ext>
            </a:extLst>
          </p:cNvPr>
          <p:cNvSpPr txBox="1">
            <a:spLocks noChangeArrowheads="1"/>
          </p:cNvSpPr>
          <p:nvPr/>
        </p:nvSpPr>
        <p:spPr bwMode="auto">
          <a:xfrm>
            <a:off x="4645026" y="5867400"/>
            <a:ext cx="1069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a:t>
            </a:r>
          </a:p>
        </p:txBody>
      </p:sp>
      <p:sp>
        <p:nvSpPr>
          <p:cNvPr id="26637" name="Line 36">
            <a:extLst>
              <a:ext uri="{FF2B5EF4-FFF2-40B4-BE49-F238E27FC236}">
                <a16:creationId xmlns:a16="http://schemas.microsoft.com/office/drawing/2014/main" id="{C572D6EC-673F-4245-BAEF-233974E4A908}"/>
              </a:ext>
            </a:extLst>
          </p:cNvPr>
          <p:cNvSpPr>
            <a:spLocks noChangeShapeType="1"/>
          </p:cNvSpPr>
          <p:nvPr/>
        </p:nvSpPr>
        <p:spPr bwMode="auto">
          <a:xfrm flipH="1">
            <a:off x="3200400" y="44958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38" name="Line 37">
            <a:extLst>
              <a:ext uri="{FF2B5EF4-FFF2-40B4-BE49-F238E27FC236}">
                <a16:creationId xmlns:a16="http://schemas.microsoft.com/office/drawing/2014/main" id="{EF9BDB53-8AE1-40A0-966B-D38170580737}"/>
              </a:ext>
            </a:extLst>
          </p:cNvPr>
          <p:cNvSpPr>
            <a:spLocks noChangeShapeType="1"/>
          </p:cNvSpPr>
          <p:nvPr/>
        </p:nvSpPr>
        <p:spPr bwMode="auto">
          <a:xfrm flipH="1">
            <a:off x="4191000" y="44958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39" name="Line 38">
            <a:extLst>
              <a:ext uri="{FF2B5EF4-FFF2-40B4-BE49-F238E27FC236}">
                <a16:creationId xmlns:a16="http://schemas.microsoft.com/office/drawing/2014/main" id="{B30860FC-B35D-406A-A227-BCAE90DDBE72}"/>
              </a:ext>
            </a:extLst>
          </p:cNvPr>
          <p:cNvSpPr>
            <a:spLocks noChangeShapeType="1"/>
          </p:cNvSpPr>
          <p:nvPr/>
        </p:nvSpPr>
        <p:spPr bwMode="auto">
          <a:xfrm>
            <a:off x="4267200" y="44958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43" name="Text Box 84">
            <a:extLst>
              <a:ext uri="{FF2B5EF4-FFF2-40B4-BE49-F238E27FC236}">
                <a16:creationId xmlns:a16="http://schemas.microsoft.com/office/drawing/2014/main" id="{934FBD24-CE0C-4745-B3AB-6D49C3E8C4AA}"/>
              </a:ext>
            </a:extLst>
          </p:cNvPr>
          <p:cNvSpPr txBox="1">
            <a:spLocks noChangeArrowheads="1"/>
          </p:cNvSpPr>
          <p:nvPr/>
        </p:nvSpPr>
        <p:spPr bwMode="auto">
          <a:xfrm>
            <a:off x="2819400" y="2838450"/>
            <a:ext cx="3886200" cy="160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26644" name="Rectangle 85">
            <a:extLst>
              <a:ext uri="{FF2B5EF4-FFF2-40B4-BE49-F238E27FC236}">
                <a16:creationId xmlns:a16="http://schemas.microsoft.com/office/drawing/2014/main" id="{882365DA-264F-4C24-B2C7-E265712F24DE}"/>
              </a:ext>
            </a:extLst>
          </p:cNvPr>
          <p:cNvSpPr>
            <a:spLocks noChangeArrowheads="1"/>
          </p:cNvSpPr>
          <p:nvPr/>
        </p:nvSpPr>
        <p:spPr bwMode="auto">
          <a:xfrm>
            <a:off x="6781800" y="2819400"/>
            <a:ext cx="3429000" cy="16764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646" name="Text Box 110">
            <a:extLst>
              <a:ext uri="{FF2B5EF4-FFF2-40B4-BE49-F238E27FC236}">
                <a16:creationId xmlns:a16="http://schemas.microsoft.com/office/drawing/2014/main" id="{247BEA66-5017-4953-AD9D-E0FCF5901541}"/>
              </a:ext>
            </a:extLst>
          </p:cNvPr>
          <p:cNvSpPr txBox="1">
            <a:spLocks noChangeArrowheads="1"/>
          </p:cNvSpPr>
          <p:nvPr/>
        </p:nvSpPr>
        <p:spPr bwMode="auto">
          <a:xfrm>
            <a:off x="6781800" y="2838450"/>
            <a:ext cx="38862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If |X| = |Y| = 1 then RETURN XY</a:t>
            </a:r>
          </a:p>
        </p:txBody>
      </p:sp>
      <p:sp>
        <p:nvSpPr>
          <p:cNvPr id="66671" name="Rectangle 111">
            <a:extLst>
              <a:ext uri="{FF2B5EF4-FFF2-40B4-BE49-F238E27FC236}">
                <a16:creationId xmlns:a16="http://schemas.microsoft.com/office/drawing/2014/main" id="{C6CD6A86-C1F1-4121-A759-BD9F2B70B8E4}"/>
              </a:ext>
            </a:extLst>
          </p:cNvPr>
          <p:cNvSpPr>
            <a:spLocks noChangeArrowheads="1"/>
          </p:cNvSpPr>
          <p:nvPr/>
        </p:nvSpPr>
        <p:spPr bwMode="auto">
          <a:xfrm>
            <a:off x="6172200" y="4648200"/>
            <a:ext cx="46482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Remember!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Do </a:t>
            </a:r>
            <a:r>
              <a:rPr kumimoji="0" lang="en-US" altLang="zh-TW" sz="2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not</a:t>
            </a: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 worry about </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Who your boss is.</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How your friends solve their instance.</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Char char="•"/>
              <a:tabLst/>
              <a:defRPr/>
            </a:pPr>
            <a:endParaRPr kumimoji="0" lang="zh-TW" altLang="en-US"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p:txBody>
      </p:sp>
      <p:grpSp>
        <p:nvGrpSpPr>
          <p:cNvPr id="112" name="Group 8">
            <a:extLst>
              <a:ext uri="{FF2B5EF4-FFF2-40B4-BE49-F238E27FC236}">
                <a16:creationId xmlns:a16="http://schemas.microsoft.com/office/drawing/2014/main" id="{9D3D9D1E-9224-4B81-AB91-B8935ED38272}"/>
              </a:ext>
            </a:extLst>
          </p:cNvPr>
          <p:cNvGrpSpPr>
            <a:grpSpLocks/>
          </p:cNvGrpSpPr>
          <p:nvPr/>
        </p:nvGrpSpPr>
        <p:grpSpPr bwMode="auto">
          <a:xfrm>
            <a:off x="4394222" y="4886831"/>
            <a:ext cx="441325" cy="1066800"/>
            <a:chOff x="864" y="465"/>
            <a:chExt cx="1046" cy="2358"/>
          </a:xfrm>
        </p:grpSpPr>
        <p:grpSp>
          <p:nvGrpSpPr>
            <p:cNvPr id="113" name="Group 9">
              <a:extLst>
                <a:ext uri="{FF2B5EF4-FFF2-40B4-BE49-F238E27FC236}">
                  <a16:creationId xmlns:a16="http://schemas.microsoft.com/office/drawing/2014/main" id="{5E139DAF-EB96-4C8D-9D3A-9601AEF2897F}"/>
                </a:ext>
              </a:extLst>
            </p:cNvPr>
            <p:cNvGrpSpPr>
              <a:grpSpLocks/>
            </p:cNvGrpSpPr>
            <p:nvPr/>
          </p:nvGrpSpPr>
          <p:grpSpPr bwMode="auto">
            <a:xfrm>
              <a:off x="864" y="465"/>
              <a:ext cx="1008" cy="2319"/>
              <a:chOff x="587" y="528"/>
              <a:chExt cx="1008" cy="2319"/>
            </a:xfrm>
          </p:grpSpPr>
          <p:grpSp>
            <p:nvGrpSpPr>
              <p:cNvPr id="116" name="Group 10">
                <a:extLst>
                  <a:ext uri="{FF2B5EF4-FFF2-40B4-BE49-F238E27FC236}">
                    <a16:creationId xmlns:a16="http://schemas.microsoft.com/office/drawing/2014/main" id="{29F00F42-2923-4640-8215-11E30FC1191B}"/>
                  </a:ext>
                </a:extLst>
              </p:cNvPr>
              <p:cNvGrpSpPr>
                <a:grpSpLocks/>
              </p:cNvGrpSpPr>
              <p:nvPr/>
            </p:nvGrpSpPr>
            <p:grpSpPr bwMode="auto">
              <a:xfrm>
                <a:off x="587" y="528"/>
                <a:ext cx="1008" cy="2319"/>
                <a:chOff x="587" y="528"/>
                <a:chExt cx="1008" cy="2319"/>
              </a:xfrm>
            </p:grpSpPr>
            <p:grpSp>
              <p:nvGrpSpPr>
                <p:cNvPr id="118" name="Group 11">
                  <a:extLst>
                    <a:ext uri="{FF2B5EF4-FFF2-40B4-BE49-F238E27FC236}">
                      <a16:creationId xmlns:a16="http://schemas.microsoft.com/office/drawing/2014/main" id="{E74A367B-140B-433F-90F3-A3C967536D23}"/>
                    </a:ext>
                  </a:extLst>
                </p:cNvPr>
                <p:cNvGrpSpPr>
                  <a:grpSpLocks/>
                </p:cNvGrpSpPr>
                <p:nvPr/>
              </p:nvGrpSpPr>
              <p:grpSpPr bwMode="auto">
                <a:xfrm>
                  <a:off x="587" y="528"/>
                  <a:ext cx="1008" cy="2319"/>
                  <a:chOff x="1151" y="1104"/>
                  <a:chExt cx="686" cy="1741"/>
                </a:xfrm>
              </p:grpSpPr>
              <p:sp>
                <p:nvSpPr>
                  <p:cNvPr id="125" name="Freeform 12">
                    <a:extLst>
                      <a:ext uri="{FF2B5EF4-FFF2-40B4-BE49-F238E27FC236}">
                        <a16:creationId xmlns:a16="http://schemas.microsoft.com/office/drawing/2014/main" id="{57E1E576-6A38-429F-8CF1-E0E3316C202D}"/>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6" name="Freeform 13">
                    <a:extLst>
                      <a:ext uri="{FF2B5EF4-FFF2-40B4-BE49-F238E27FC236}">
                        <a16:creationId xmlns:a16="http://schemas.microsoft.com/office/drawing/2014/main" id="{D587CDDB-54B4-4339-98A0-5B4732379791}"/>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7" name="Freeform 14">
                    <a:extLst>
                      <a:ext uri="{FF2B5EF4-FFF2-40B4-BE49-F238E27FC236}">
                        <a16:creationId xmlns:a16="http://schemas.microsoft.com/office/drawing/2014/main" id="{8AADEF96-EC59-453D-B531-1BAD44702C75}"/>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8" name="Freeform 15">
                    <a:extLst>
                      <a:ext uri="{FF2B5EF4-FFF2-40B4-BE49-F238E27FC236}">
                        <a16:creationId xmlns:a16="http://schemas.microsoft.com/office/drawing/2014/main" id="{CE516706-CD04-4CEC-A566-485E1BCF8466}"/>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9" name="Freeform 16">
                    <a:extLst>
                      <a:ext uri="{FF2B5EF4-FFF2-40B4-BE49-F238E27FC236}">
                        <a16:creationId xmlns:a16="http://schemas.microsoft.com/office/drawing/2014/main" id="{C3917DDC-8692-4A4F-8ABA-DBE64281CDE8}"/>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0" name="Freeform 17">
                    <a:extLst>
                      <a:ext uri="{FF2B5EF4-FFF2-40B4-BE49-F238E27FC236}">
                        <a16:creationId xmlns:a16="http://schemas.microsoft.com/office/drawing/2014/main" id="{D8BB01A8-82C8-47CE-AC28-B5F7FC77F4F7}"/>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31" name="Group 18">
                    <a:extLst>
                      <a:ext uri="{FF2B5EF4-FFF2-40B4-BE49-F238E27FC236}">
                        <a16:creationId xmlns:a16="http://schemas.microsoft.com/office/drawing/2014/main" id="{AA8421CB-B665-40AE-ACAC-0C195091320C}"/>
                      </a:ext>
                    </a:extLst>
                  </p:cNvPr>
                  <p:cNvGrpSpPr>
                    <a:grpSpLocks/>
                  </p:cNvGrpSpPr>
                  <p:nvPr/>
                </p:nvGrpSpPr>
                <p:grpSpPr bwMode="auto">
                  <a:xfrm flipH="1">
                    <a:off x="1212" y="1104"/>
                    <a:ext cx="277" cy="235"/>
                    <a:chOff x="1590" y="1104"/>
                    <a:chExt cx="277" cy="235"/>
                  </a:xfrm>
                </p:grpSpPr>
                <p:sp>
                  <p:nvSpPr>
                    <p:cNvPr id="132" name="Freeform 19">
                      <a:extLst>
                        <a:ext uri="{FF2B5EF4-FFF2-40B4-BE49-F238E27FC236}">
                          <a16:creationId xmlns:a16="http://schemas.microsoft.com/office/drawing/2014/main" id="{1D51E84E-38A1-480F-94D7-2858DEEE2843}"/>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3" name="Freeform 20">
                      <a:extLst>
                        <a:ext uri="{FF2B5EF4-FFF2-40B4-BE49-F238E27FC236}">
                          <a16:creationId xmlns:a16="http://schemas.microsoft.com/office/drawing/2014/main" id="{AA249B79-D887-48DB-927E-DDB6DDF4C05D}"/>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4" name="Freeform 21">
                      <a:extLst>
                        <a:ext uri="{FF2B5EF4-FFF2-40B4-BE49-F238E27FC236}">
                          <a16:creationId xmlns:a16="http://schemas.microsoft.com/office/drawing/2014/main" id="{33EB8370-4C32-4C8C-BE5B-D56289D6CA0E}"/>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5" name="Freeform 22">
                      <a:extLst>
                        <a:ext uri="{FF2B5EF4-FFF2-40B4-BE49-F238E27FC236}">
                          <a16:creationId xmlns:a16="http://schemas.microsoft.com/office/drawing/2014/main" id="{99B80407-149F-4A12-9657-E23EA348C495}"/>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19" name="Group 23">
                  <a:extLst>
                    <a:ext uri="{FF2B5EF4-FFF2-40B4-BE49-F238E27FC236}">
                      <a16:creationId xmlns:a16="http://schemas.microsoft.com/office/drawing/2014/main" id="{4CD0FC82-9D6D-4AE8-8B80-C8ED5846C0AE}"/>
                    </a:ext>
                  </a:extLst>
                </p:cNvPr>
                <p:cNvGrpSpPr>
                  <a:grpSpLocks/>
                </p:cNvGrpSpPr>
                <p:nvPr/>
              </p:nvGrpSpPr>
              <p:grpSpPr bwMode="auto">
                <a:xfrm rot="4286940" flipH="1">
                  <a:off x="1038" y="766"/>
                  <a:ext cx="141" cy="50"/>
                  <a:chOff x="4032" y="2817"/>
                  <a:chExt cx="417" cy="635"/>
                </a:xfrm>
              </p:grpSpPr>
              <p:sp>
                <p:nvSpPr>
                  <p:cNvPr id="123" name="Oval 24">
                    <a:extLst>
                      <a:ext uri="{FF2B5EF4-FFF2-40B4-BE49-F238E27FC236}">
                        <a16:creationId xmlns:a16="http://schemas.microsoft.com/office/drawing/2014/main" id="{FF181185-B4A2-4683-8110-E7ADC8A9F3C2}"/>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4" name="Oval 25">
                    <a:extLst>
                      <a:ext uri="{FF2B5EF4-FFF2-40B4-BE49-F238E27FC236}">
                        <a16:creationId xmlns:a16="http://schemas.microsoft.com/office/drawing/2014/main" id="{1717351C-A519-4427-9B78-5915F52A3A5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0" name="Group 26">
                  <a:extLst>
                    <a:ext uri="{FF2B5EF4-FFF2-40B4-BE49-F238E27FC236}">
                      <a16:creationId xmlns:a16="http://schemas.microsoft.com/office/drawing/2014/main" id="{CE8B67BD-8FF2-4304-A0DC-1C1D2EB594F6}"/>
                    </a:ext>
                  </a:extLst>
                </p:cNvPr>
                <p:cNvGrpSpPr>
                  <a:grpSpLocks/>
                </p:cNvGrpSpPr>
                <p:nvPr/>
              </p:nvGrpSpPr>
              <p:grpSpPr bwMode="auto">
                <a:xfrm rot="4286940" flipH="1">
                  <a:off x="962" y="766"/>
                  <a:ext cx="141" cy="50"/>
                  <a:chOff x="4032" y="2817"/>
                  <a:chExt cx="417" cy="635"/>
                </a:xfrm>
              </p:grpSpPr>
              <p:sp>
                <p:nvSpPr>
                  <p:cNvPr id="121" name="Oval 27">
                    <a:extLst>
                      <a:ext uri="{FF2B5EF4-FFF2-40B4-BE49-F238E27FC236}">
                        <a16:creationId xmlns:a16="http://schemas.microsoft.com/office/drawing/2014/main" id="{C3BBDD97-C718-4436-B2F4-935208427C9D}"/>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2" name="Oval 28">
                    <a:extLst>
                      <a:ext uri="{FF2B5EF4-FFF2-40B4-BE49-F238E27FC236}">
                        <a16:creationId xmlns:a16="http://schemas.microsoft.com/office/drawing/2014/main" id="{458DB5AE-5500-4716-9369-72A4BE4BE77B}"/>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17" name="Oval 29">
                <a:extLst>
                  <a:ext uri="{FF2B5EF4-FFF2-40B4-BE49-F238E27FC236}">
                    <a16:creationId xmlns:a16="http://schemas.microsoft.com/office/drawing/2014/main" id="{9988C30C-D20D-461C-A969-224E0EE4C2FE}"/>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14" name="Freeform 30">
              <a:extLst>
                <a:ext uri="{FF2B5EF4-FFF2-40B4-BE49-F238E27FC236}">
                  <a16:creationId xmlns:a16="http://schemas.microsoft.com/office/drawing/2014/main" id="{D1D60820-B3C2-401D-8D18-BB98EDC00BEC}"/>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15" name="Freeform 31">
              <a:extLst>
                <a:ext uri="{FF2B5EF4-FFF2-40B4-BE49-F238E27FC236}">
                  <a16:creationId xmlns:a16="http://schemas.microsoft.com/office/drawing/2014/main" id="{46C7EA7D-A8B7-4737-85E6-DB37A09AD441}"/>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36" name="Group 8">
            <a:extLst>
              <a:ext uri="{FF2B5EF4-FFF2-40B4-BE49-F238E27FC236}">
                <a16:creationId xmlns:a16="http://schemas.microsoft.com/office/drawing/2014/main" id="{F169F54D-B445-4D14-8E5B-6D16479CE600}"/>
              </a:ext>
            </a:extLst>
          </p:cNvPr>
          <p:cNvGrpSpPr>
            <a:grpSpLocks/>
          </p:cNvGrpSpPr>
          <p:nvPr/>
        </p:nvGrpSpPr>
        <p:grpSpPr bwMode="auto">
          <a:xfrm>
            <a:off x="3476625" y="4913519"/>
            <a:ext cx="441325" cy="1066800"/>
            <a:chOff x="864" y="465"/>
            <a:chExt cx="1046" cy="2358"/>
          </a:xfrm>
        </p:grpSpPr>
        <p:grpSp>
          <p:nvGrpSpPr>
            <p:cNvPr id="137" name="Group 9">
              <a:extLst>
                <a:ext uri="{FF2B5EF4-FFF2-40B4-BE49-F238E27FC236}">
                  <a16:creationId xmlns:a16="http://schemas.microsoft.com/office/drawing/2014/main" id="{7F8EE9AC-7323-490C-8CFC-86E56ED3EB56}"/>
                </a:ext>
              </a:extLst>
            </p:cNvPr>
            <p:cNvGrpSpPr>
              <a:grpSpLocks/>
            </p:cNvGrpSpPr>
            <p:nvPr/>
          </p:nvGrpSpPr>
          <p:grpSpPr bwMode="auto">
            <a:xfrm>
              <a:off x="864" y="465"/>
              <a:ext cx="1008" cy="2319"/>
              <a:chOff x="587" y="528"/>
              <a:chExt cx="1008" cy="2319"/>
            </a:xfrm>
          </p:grpSpPr>
          <p:grpSp>
            <p:nvGrpSpPr>
              <p:cNvPr id="140" name="Group 10">
                <a:extLst>
                  <a:ext uri="{FF2B5EF4-FFF2-40B4-BE49-F238E27FC236}">
                    <a16:creationId xmlns:a16="http://schemas.microsoft.com/office/drawing/2014/main" id="{4C3A22BA-6702-4B8D-B9F9-A95E07E49A79}"/>
                  </a:ext>
                </a:extLst>
              </p:cNvPr>
              <p:cNvGrpSpPr>
                <a:grpSpLocks/>
              </p:cNvGrpSpPr>
              <p:nvPr/>
            </p:nvGrpSpPr>
            <p:grpSpPr bwMode="auto">
              <a:xfrm>
                <a:off x="587" y="528"/>
                <a:ext cx="1008" cy="2319"/>
                <a:chOff x="587" y="528"/>
                <a:chExt cx="1008" cy="2319"/>
              </a:xfrm>
            </p:grpSpPr>
            <p:grpSp>
              <p:nvGrpSpPr>
                <p:cNvPr id="142" name="Group 11">
                  <a:extLst>
                    <a:ext uri="{FF2B5EF4-FFF2-40B4-BE49-F238E27FC236}">
                      <a16:creationId xmlns:a16="http://schemas.microsoft.com/office/drawing/2014/main" id="{1A6882EB-3573-4459-B9FA-0FE9C555EA48}"/>
                    </a:ext>
                  </a:extLst>
                </p:cNvPr>
                <p:cNvGrpSpPr>
                  <a:grpSpLocks/>
                </p:cNvGrpSpPr>
                <p:nvPr/>
              </p:nvGrpSpPr>
              <p:grpSpPr bwMode="auto">
                <a:xfrm>
                  <a:off x="587" y="528"/>
                  <a:ext cx="1008" cy="2319"/>
                  <a:chOff x="1151" y="1104"/>
                  <a:chExt cx="686" cy="1741"/>
                </a:xfrm>
              </p:grpSpPr>
              <p:sp>
                <p:nvSpPr>
                  <p:cNvPr id="149" name="Freeform 12">
                    <a:extLst>
                      <a:ext uri="{FF2B5EF4-FFF2-40B4-BE49-F238E27FC236}">
                        <a16:creationId xmlns:a16="http://schemas.microsoft.com/office/drawing/2014/main" id="{B7E7F3DD-E772-4E3E-929F-E98849C55241}"/>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0" name="Freeform 13">
                    <a:extLst>
                      <a:ext uri="{FF2B5EF4-FFF2-40B4-BE49-F238E27FC236}">
                        <a16:creationId xmlns:a16="http://schemas.microsoft.com/office/drawing/2014/main" id="{0F328294-00BD-4AC6-AD55-C3A28E7A5E5D}"/>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1" name="Freeform 14">
                    <a:extLst>
                      <a:ext uri="{FF2B5EF4-FFF2-40B4-BE49-F238E27FC236}">
                        <a16:creationId xmlns:a16="http://schemas.microsoft.com/office/drawing/2014/main" id="{4AFFD906-234D-4573-880B-E25958078A36}"/>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2" name="Freeform 15">
                    <a:extLst>
                      <a:ext uri="{FF2B5EF4-FFF2-40B4-BE49-F238E27FC236}">
                        <a16:creationId xmlns:a16="http://schemas.microsoft.com/office/drawing/2014/main" id="{973BB348-CCF5-4502-A257-E34D33805A57}"/>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3" name="Freeform 16">
                    <a:extLst>
                      <a:ext uri="{FF2B5EF4-FFF2-40B4-BE49-F238E27FC236}">
                        <a16:creationId xmlns:a16="http://schemas.microsoft.com/office/drawing/2014/main" id="{C649E026-5489-4466-942A-F07DBA3DFA3B}"/>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4" name="Freeform 17">
                    <a:extLst>
                      <a:ext uri="{FF2B5EF4-FFF2-40B4-BE49-F238E27FC236}">
                        <a16:creationId xmlns:a16="http://schemas.microsoft.com/office/drawing/2014/main" id="{03B0B06E-5036-4094-B846-ADAB739C724E}"/>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55" name="Group 18">
                    <a:extLst>
                      <a:ext uri="{FF2B5EF4-FFF2-40B4-BE49-F238E27FC236}">
                        <a16:creationId xmlns:a16="http://schemas.microsoft.com/office/drawing/2014/main" id="{F7B2BC50-5367-4982-9980-42F808A12DC8}"/>
                      </a:ext>
                    </a:extLst>
                  </p:cNvPr>
                  <p:cNvGrpSpPr>
                    <a:grpSpLocks/>
                  </p:cNvGrpSpPr>
                  <p:nvPr/>
                </p:nvGrpSpPr>
                <p:grpSpPr bwMode="auto">
                  <a:xfrm flipH="1">
                    <a:off x="1212" y="1104"/>
                    <a:ext cx="277" cy="235"/>
                    <a:chOff x="1590" y="1104"/>
                    <a:chExt cx="277" cy="235"/>
                  </a:xfrm>
                </p:grpSpPr>
                <p:sp>
                  <p:nvSpPr>
                    <p:cNvPr id="156" name="Freeform 19">
                      <a:extLst>
                        <a:ext uri="{FF2B5EF4-FFF2-40B4-BE49-F238E27FC236}">
                          <a16:creationId xmlns:a16="http://schemas.microsoft.com/office/drawing/2014/main" id="{B6C12732-A66C-4B20-8A35-A31260911D9D}"/>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7" name="Freeform 20">
                      <a:extLst>
                        <a:ext uri="{FF2B5EF4-FFF2-40B4-BE49-F238E27FC236}">
                          <a16:creationId xmlns:a16="http://schemas.microsoft.com/office/drawing/2014/main" id="{239988C9-C0EF-4BD9-8AF6-AB4CF157463C}"/>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8" name="Freeform 21">
                      <a:extLst>
                        <a:ext uri="{FF2B5EF4-FFF2-40B4-BE49-F238E27FC236}">
                          <a16:creationId xmlns:a16="http://schemas.microsoft.com/office/drawing/2014/main" id="{873C4C33-ADF3-41CE-A28A-5319E85638D5}"/>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59" name="Freeform 22">
                      <a:extLst>
                        <a:ext uri="{FF2B5EF4-FFF2-40B4-BE49-F238E27FC236}">
                          <a16:creationId xmlns:a16="http://schemas.microsoft.com/office/drawing/2014/main" id="{9AD6787D-5B8A-40C3-B60B-D4BD6FAFE20E}"/>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43" name="Group 23">
                  <a:extLst>
                    <a:ext uri="{FF2B5EF4-FFF2-40B4-BE49-F238E27FC236}">
                      <a16:creationId xmlns:a16="http://schemas.microsoft.com/office/drawing/2014/main" id="{44827FF3-A5CE-44D3-B178-0BF69EDFCED2}"/>
                    </a:ext>
                  </a:extLst>
                </p:cNvPr>
                <p:cNvGrpSpPr>
                  <a:grpSpLocks/>
                </p:cNvGrpSpPr>
                <p:nvPr/>
              </p:nvGrpSpPr>
              <p:grpSpPr bwMode="auto">
                <a:xfrm rot="4286940" flipH="1">
                  <a:off x="1038" y="766"/>
                  <a:ext cx="141" cy="50"/>
                  <a:chOff x="4032" y="2817"/>
                  <a:chExt cx="417" cy="635"/>
                </a:xfrm>
              </p:grpSpPr>
              <p:sp>
                <p:nvSpPr>
                  <p:cNvPr id="147" name="Oval 24">
                    <a:extLst>
                      <a:ext uri="{FF2B5EF4-FFF2-40B4-BE49-F238E27FC236}">
                        <a16:creationId xmlns:a16="http://schemas.microsoft.com/office/drawing/2014/main" id="{1ACDD918-CF20-4E6A-99C4-F284CD7D29BA}"/>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8" name="Oval 25">
                    <a:extLst>
                      <a:ext uri="{FF2B5EF4-FFF2-40B4-BE49-F238E27FC236}">
                        <a16:creationId xmlns:a16="http://schemas.microsoft.com/office/drawing/2014/main" id="{B3FBE81B-0BF8-4C1F-81C2-E8C42A1C2905}"/>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44" name="Group 26">
                  <a:extLst>
                    <a:ext uri="{FF2B5EF4-FFF2-40B4-BE49-F238E27FC236}">
                      <a16:creationId xmlns:a16="http://schemas.microsoft.com/office/drawing/2014/main" id="{9BD5B004-6BAC-49A4-B626-3AA865C3F0EE}"/>
                    </a:ext>
                  </a:extLst>
                </p:cNvPr>
                <p:cNvGrpSpPr>
                  <a:grpSpLocks/>
                </p:cNvGrpSpPr>
                <p:nvPr/>
              </p:nvGrpSpPr>
              <p:grpSpPr bwMode="auto">
                <a:xfrm rot="4286940" flipH="1">
                  <a:off x="962" y="766"/>
                  <a:ext cx="141" cy="50"/>
                  <a:chOff x="4032" y="2817"/>
                  <a:chExt cx="417" cy="635"/>
                </a:xfrm>
              </p:grpSpPr>
              <p:sp>
                <p:nvSpPr>
                  <p:cNvPr id="145" name="Oval 27">
                    <a:extLst>
                      <a:ext uri="{FF2B5EF4-FFF2-40B4-BE49-F238E27FC236}">
                        <a16:creationId xmlns:a16="http://schemas.microsoft.com/office/drawing/2014/main" id="{F9041997-E830-47ED-A325-7B2FB103EEF0}"/>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6" name="Oval 28">
                    <a:extLst>
                      <a:ext uri="{FF2B5EF4-FFF2-40B4-BE49-F238E27FC236}">
                        <a16:creationId xmlns:a16="http://schemas.microsoft.com/office/drawing/2014/main" id="{00DB8721-FB27-4092-A093-5FC81CB5A349}"/>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41" name="Oval 29">
                <a:extLst>
                  <a:ext uri="{FF2B5EF4-FFF2-40B4-BE49-F238E27FC236}">
                    <a16:creationId xmlns:a16="http://schemas.microsoft.com/office/drawing/2014/main" id="{3EA41C0C-1249-4203-B9B4-21F5AEA4B81F}"/>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38" name="Freeform 30">
              <a:extLst>
                <a:ext uri="{FF2B5EF4-FFF2-40B4-BE49-F238E27FC236}">
                  <a16:creationId xmlns:a16="http://schemas.microsoft.com/office/drawing/2014/main" id="{98149E0A-05C9-4BF3-962B-0BDEEB27B52E}"/>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39" name="Freeform 31">
              <a:extLst>
                <a:ext uri="{FF2B5EF4-FFF2-40B4-BE49-F238E27FC236}">
                  <a16:creationId xmlns:a16="http://schemas.microsoft.com/office/drawing/2014/main" id="{E8BD1479-F612-4D64-8605-CEE31AB27146}"/>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60" name="Group 8">
            <a:extLst>
              <a:ext uri="{FF2B5EF4-FFF2-40B4-BE49-F238E27FC236}">
                <a16:creationId xmlns:a16="http://schemas.microsoft.com/office/drawing/2014/main" id="{70D6B387-E61B-4846-A783-2519631CCA65}"/>
              </a:ext>
            </a:extLst>
          </p:cNvPr>
          <p:cNvGrpSpPr>
            <a:grpSpLocks/>
          </p:cNvGrpSpPr>
          <p:nvPr/>
        </p:nvGrpSpPr>
        <p:grpSpPr bwMode="auto">
          <a:xfrm>
            <a:off x="2629186" y="4883388"/>
            <a:ext cx="441325" cy="1066800"/>
            <a:chOff x="864" y="465"/>
            <a:chExt cx="1046" cy="2358"/>
          </a:xfrm>
        </p:grpSpPr>
        <p:grpSp>
          <p:nvGrpSpPr>
            <p:cNvPr id="161" name="Group 9">
              <a:extLst>
                <a:ext uri="{FF2B5EF4-FFF2-40B4-BE49-F238E27FC236}">
                  <a16:creationId xmlns:a16="http://schemas.microsoft.com/office/drawing/2014/main" id="{73D7970B-6924-4716-8E16-11FD428C9EFB}"/>
                </a:ext>
              </a:extLst>
            </p:cNvPr>
            <p:cNvGrpSpPr>
              <a:grpSpLocks/>
            </p:cNvGrpSpPr>
            <p:nvPr/>
          </p:nvGrpSpPr>
          <p:grpSpPr bwMode="auto">
            <a:xfrm>
              <a:off x="864" y="465"/>
              <a:ext cx="1008" cy="2319"/>
              <a:chOff x="587" y="528"/>
              <a:chExt cx="1008" cy="2319"/>
            </a:xfrm>
          </p:grpSpPr>
          <p:grpSp>
            <p:nvGrpSpPr>
              <p:cNvPr id="164" name="Group 10">
                <a:extLst>
                  <a:ext uri="{FF2B5EF4-FFF2-40B4-BE49-F238E27FC236}">
                    <a16:creationId xmlns:a16="http://schemas.microsoft.com/office/drawing/2014/main" id="{F020DEC9-505C-471F-B790-30480D3065B6}"/>
                  </a:ext>
                </a:extLst>
              </p:cNvPr>
              <p:cNvGrpSpPr>
                <a:grpSpLocks/>
              </p:cNvGrpSpPr>
              <p:nvPr/>
            </p:nvGrpSpPr>
            <p:grpSpPr bwMode="auto">
              <a:xfrm>
                <a:off x="587" y="528"/>
                <a:ext cx="1008" cy="2319"/>
                <a:chOff x="587" y="528"/>
                <a:chExt cx="1008" cy="2319"/>
              </a:xfrm>
            </p:grpSpPr>
            <p:grpSp>
              <p:nvGrpSpPr>
                <p:cNvPr id="166" name="Group 11">
                  <a:extLst>
                    <a:ext uri="{FF2B5EF4-FFF2-40B4-BE49-F238E27FC236}">
                      <a16:creationId xmlns:a16="http://schemas.microsoft.com/office/drawing/2014/main" id="{BEFDF9AF-DED9-41B1-A338-F3916CBED9BB}"/>
                    </a:ext>
                  </a:extLst>
                </p:cNvPr>
                <p:cNvGrpSpPr>
                  <a:grpSpLocks/>
                </p:cNvGrpSpPr>
                <p:nvPr/>
              </p:nvGrpSpPr>
              <p:grpSpPr bwMode="auto">
                <a:xfrm>
                  <a:off x="587" y="528"/>
                  <a:ext cx="1008" cy="2319"/>
                  <a:chOff x="1151" y="1104"/>
                  <a:chExt cx="686" cy="1741"/>
                </a:xfrm>
              </p:grpSpPr>
              <p:sp>
                <p:nvSpPr>
                  <p:cNvPr id="173" name="Freeform 12">
                    <a:extLst>
                      <a:ext uri="{FF2B5EF4-FFF2-40B4-BE49-F238E27FC236}">
                        <a16:creationId xmlns:a16="http://schemas.microsoft.com/office/drawing/2014/main" id="{1D6A5EE7-5A29-470B-A853-DB7BBB92F6D7}"/>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4" name="Freeform 13">
                    <a:extLst>
                      <a:ext uri="{FF2B5EF4-FFF2-40B4-BE49-F238E27FC236}">
                        <a16:creationId xmlns:a16="http://schemas.microsoft.com/office/drawing/2014/main" id="{F3E30D1A-7D00-4FD0-9E50-EFB60FEBFA3B}"/>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5" name="Freeform 14">
                    <a:extLst>
                      <a:ext uri="{FF2B5EF4-FFF2-40B4-BE49-F238E27FC236}">
                        <a16:creationId xmlns:a16="http://schemas.microsoft.com/office/drawing/2014/main" id="{6C67A497-D1C3-44C4-B1DC-DE496738609F}"/>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6" name="Freeform 15">
                    <a:extLst>
                      <a:ext uri="{FF2B5EF4-FFF2-40B4-BE49-F238E27FC236}">
                        <a16:creationId xmlns:a16="http://schemas.microsoft.com/office/drawing/2014/main" id="{57289032-ED4A-4978-A154-3B1C1A7D4D22}"/>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7" name="Freeform 16">
                    <a:extLst>
                      <a:ext uri="{FF2B5EF4-FFF2-40B4-BE49-F238E27FC236}">
                        <a16:creationId xmlns:a16="http://schemas.microsoft.com/office/drawing/2014/main" id="{598C7DF2-A3E4-4394-8408-C42C8EF999D9}"/>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78" name="Freeform 17">
                    <a:extLst>
                      <a:ext uri="{FF2B5EF4-FFF2-40B4-BE49-F238E27FC236}">
                        <a16:creationId xmlns:a16="http://schemas.microsoft.com/office/drawing/2014/main" id="{8AAA9422-0179-459E-84D3-956E2AB42614}"/>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179" name="Group 18">
                    <a:extLst>
                      <a:ext uri="{FF2B5EF4-FFF2-40B4-BE49-F238E27FC236}">
                        <a16:creationId xmlns:a16="http://schemas.microsoft.com/office/drawing/2014/main" id="{AB7721C0-AC8C-47AA-B15F-D42B3CD43E88}"/>
                      </a:ext>
                    </a:extLst>
                  </p:cNvPr>
                  <p:cNvGrpSpPr>
                    <a:grpSpLocks/>
                  </p:cNvGrpSpPr>
                  <p:nvPr/>
                </p:nvGrpSpPr>
                <p:grpSpPr bwMode="auto">
                  <a:xfrm flipH="1">
                    <a:off x="1212" y="1104"/>
                    <a:ext cx="277" cy="235"/>
                    <a:chOff x="1590" y="1104"/>
                    <a:chExt cx="277" cy="235"/>
                  </a:xfrm>
                </p:grpSpPr>
                <p:sp>
                  <p:nvSpPr>
                    <p:cNvPr id="180" name="Freeform 19">
                      <a:extLst>
                        <a:ext uri="{FF2B5EF4-FFF2-40B4-BE49-F238E27FC236}">
                          <a16:creationId xmlns:a16="http://schemas.microsoft.com/office/drawing/2014/main" id="{3E301728-94ED-41EA-A2E9-0E49BA5144EA}"/>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1" name="Freeform 20">
                      <a:extLst>
                        <a:ext uri="{FF2B5EF4-FFF2-40B4-BE49-F238E27FC236}">
                          <a16:creationId xmlns:a16="http://schemas.microsoft.com/office/drawing/2014/main" id="{A8686DDF-2DA7-418A-BBB8-B2A8D7F4F484}"/>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2" name="Freeform 21">
                      <a:extLst>
                        <a:ext uri="{FF2B5EF4-FFF2-40B4-BE49-F238E27FC236}">
                          <a16:creationId xmlns:a16="http://schemas.microsoft.com/office/drawing/2014/main" id="{B3D6EF62-8EA6-427B-8761-453587154DF9}"/>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3" name="Freeform 22">
                      <a:extLst>
                        <a:ext uri="{FF2B5EF4-FFF2-40B4-BE49-F238E27FC236}">
                          <a16:creationId xmlns:a16="http://schemas.microsoft.com/office/drawing/2014/main" id="{2BA644A8-6D84-4C1E-8F64-09CD533D144F}"/>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67" name="Group 23">
                  <a:extLst>
                    <a:ext uri="{FF2B5EF4-FFF2-40B4-BE49-F238E27FC236}">
                      <a16:creationId xmlns:a16="http://schemas.microsoft.com/office/drawing/2014/main" id="{EB79CD8A-2CED-437B-99D8-46A788E159E2}"/>
                    </a:ext>
                  </a:extLst>
                </p:cNvPr>
                <p:cNvGrpSpPr>
                  <a:grpSpLocks/>
                </p:cNvGrpSpPr>
                <p:nvPr/>
              </p:nvGrpSpPr>
              <p:grpSpPr bwMode="auto">
                <a:xfrm rot="4286940" flipH="1">
                  <a:off x="1038" y="766"/>
                  <a:ext cx="141" cy="50"/>
                  <a:chOff x="4032" y="2817"/>
                  <a:chExt cx="417" cy="635"/>
                </a:xfrm>
              </p:grpSpPr>
              <p:sp>
                <p:nvSpPr>
                  <p:cNvPr id="171" name="Oval 24">
                    <a:extLst>
                      <a:ext uri="{FF2B5EF4-FFF2-40B4-BE49-F238E27FC236}">
                        <a16:creationId xmlns:a16="http://schemas.microsoft.com/office/drawing/2014/main" id="{8F3EF1E0-9C78-40A8-B5C4-BACB252139E0}"/>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2" name="Oval 25">
                    <a:extLst>
                      <a:ext uri="{FF2B5EF4-FFF2-40B4-BE49-F238E27FC236}">
                        <a16:creationId xmlns:a16="http://schemas.microsoft.com/office/drawing/2014/main" id="{5E5F796C-4B0C-415E-BFEF-C5889A3DB8C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68" name="Group 26">
                  <a:extLst>
                    <a:ext uri="{FF2B5EF4-FFF2-40B4-BE49-F238E27FC236}">
                      <a16:creationId xmlns:a16="http://schemas.microsoft.com/office/drawing/2014/main" id="{1A2BC0FF-9EDD-49E5-A318-402A8E0B6BB7}"/>
                    </a:ext>
                  </a:extLst>
                </p:cNvPr>
                <p:cNvGrpSpPr>
                  <a:grpSpLocks/>
                </p:cNvGrpSpPr>
                <p:nvPr/>
              </p:nvGrpSpPr>
              <p:grpSpPr bwMode="auto">
                <a:xfrm rot="4286940" flipH="1">
                  <a:off x="962" y="766"/>
                  <a:ext cx="141" cy="50"/>
                  <a:chOff x="4032" y="2817"/>
                  <a:chExt cx="417" cy="635"/>
                </a:xfrm>
              </p:grpSpPr>
              <p:sp>
                <p:nvSpPr>
                  <p:cNvPr id="169" name="Oval 27">
                    <a:extLst>
                      <a:ext uri="{FF2B5EF4-FFF2-40B4-BE49-F238E27FC236}">
                        <a16:creationId xmlns:a16="http://schemas.microsoft.com/office/drawing/2014/main" id="{B775DC0E-F443-4CD7-AC4C-270E910D418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0" name="Oval 28">
                    <a:extLst>
                      <a:ext uri="{FF2B5EF4-FFF2-40B4-BE49-F238E27FC236}">
                        <a16:creationId xmlns:a16="http://schemas.microsoft.com/office/drawing/2014/main" id="{40750C68-BF12-4CF0-B3A7-3B5F24F71902}"/>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65" name="Oval 29">
                <a:extLst>
                  <a:ext uri="{FF2B5EF4-FFF2-40B4-BE49-F238E27FC236}">
                    <a16:creationId xmlns:a16="http://schemas.microsoft.com/office/drawing/2014/main" id="{04DD42E2-0CEF-4573-87AF-DB5918A77714}"/>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62" name="Freeform 30">
              <a:extLst>
                <a:ext uri="{FF2B5EF4-FFF2-40B4-BE49-F238E27FC236}">
                  <a16:creationId xmlns:a16="http://schemas.microsoft.com/office/drawing/2014/main" id="{B7DDA219-715A-4218-A069-D024FBCFF497}"/>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63" name="Freeform 31">
              <a:extLst>
                <a:ext uri="{FF2B5EF4-FFF2-40B4-BE49-F238E27FC236}">
                  <a16:creationId xmlns:a16="http://schemas.microsoft.com/office/drawing/2014/main" id="{23768B7E-06D4-47C9-995E-29A2CE5566F6}"/>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84" name="Group 8">
            <a:extLst>
              <a:ext uri="{FF2B5EF4-FFF2-40B4-BE49-F238E27FC236}">
                <a16:creationId xmlns:a16="http://schemas.microsoft.com/office/drawing/2014/main" id="{2C5B6506-B031-4C1B-8CF1-BD9B0E5DE199}"/>
              </a:ext>
            </a:extLst>
          </p:cNvPr>
          <p:cNvGrpSpPr>
            <a:grpSpLocks/>
          </p:cNvGrpSpPr>
          <p:nvPr/>
        </p:nvGrpSpPr>
        <p:grpSpPr bwMode="auto">
          <a:xfrm>
            <a:off x="6390295" y="3372088"/>
            <a:ext cx="441325" cy="1066800"/>
            <a:chOff x="864" y="465"/>
            <a:chExt cx="1046" cy="2358"/>
          </a:xfrm>
        </p:grpSpPr>
        <p:grpSp>
          <p:nvGrpSpPr>
            <p:cNvPr id="185" name="Group 9">
              <a:extLst>
                <a:ext uri="{FF2B5EF4-FFF2-40B4-BE49-F238E27FC236}">
                  <a16:creationId xmlns:a16="http://schemas.microsoft.com/office/drawing/2014/main" id="{056CC077-CDF7-40ED-8448-131A5D263D67}"/>
                </a:ext>
              </a:extLst>
            </p:cNvPr>
            <p:cNvGrpSpPr>
              <a:grpSpLocks/>
            </p:cNvGrpSpPr>
            <p:nvPr/>
          </p:nvGrpSpPr>
          <p:grpSpPr bwMode="auto">
            <a:xfrm>
              <a:off x="864" y="465"/>
              <a:ext cx="1008" cy="2319"/>
              <a:chOff x="587" y="528"/>
              <a:chExt cx="1008" cy="2319"/>
            </a:xfrm>
          </p:grpSpPr>
          <p:grpSp>
            <p:nvGrpSpPr>
              <p:cNvPr id="188" name="Group 10">
                <a:extLst>
                  <a:ext uri="{FF2B5EF4-FFF2-40B4-BE49-F238E27FC236}">
                    <a16:creationId xmlns:a16="http://schemas.microsoft.com/office/drawing/2014/main" id="{9003EF83-3B42-4544-9977-23898CB965A3}"/>
                  </a:ext>
                </a:extLst>
              </p:cNvPr>
              <p:cNvGrpSpPr>
                <a:grpSpLocks/>
              </p:cNvGrpSpPr>
              <p:nvPr/>
            </p:nvGrpSpPr>
            <p:grpSpPr bwMode="auto">
              <a:xfrm>
                <a:off x="587" y="528"/>
                <a:ext cx="1008" cy="2319"/>
                <a:chOff x="587" y="528"/>
                <a:chExt cx="1008" cy="2319"/>
              </a:xfrm>
            </p:grpSpPr>
            <p:grpSp>
              <p:nvGrpSpPr>
                <p:cNvPr id="190" name="Group 11">
                  <a:extLst>
                    <a:ext uri="{FF2B5EF4-FFF2-40B4-BE49-F238E27FC236}">
                      <a16:creationId xmlns:a16="http://schemas.microsoft.com/office/drawing/2014/main" id="{203585A5-B51E-4CD0-8108-F3869960F3F8}"/>
                    </a:ext>
                  </a:extLst>
                </p:cNvPr>
                <p:cNvGrpSpPr>
                  <a:grpSpLocks/>
                </p:cNvGrpSpPr>
                <p:nvPr/>
              </p:nvGrpSpPr>
              <p:grpSpPr bwMode="auto">
                <a:xfrm>
                  <a:off x="587" y="528"/>
                  <a:ext cx="1008" cy="2319"/>
                  <a:chOff x="1151" y="1104"/>
                  <a:chExt cx="686" cy="1741"/>
                </a:xfrm>
              </p:grpSpPr>
              <p:sp>
                <p:nvSpPr>
                  <p:cNvPr id="197" name="Freeform 12">
                    <a:extLst>
                      <a:ext uri="{FF2B5EF4-FFF2-40B4-BE49-F238E27FC236}">
                        <a16:creationId xmlns:a16="http://schemas.microsoft.com/office/drawing/2014/main" id="{D1DF9B54-9652-49C6-9D97-C5C896EC7FF8}"/>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98" name="Freeform 13">
                    <a:extLst>
                      <a:ext uri="{FF2B5EF4-FFF2-40B4-BE49-F238E27FC236}">
                        <a16:creationId xmlns:a16="http://schemas.microsoft.com/office/drawing/2014/main" id="{B0001DD7-A707-408F-BF75-B59D2EE51C41}"/>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99" name="Freeform 14">
                    <a:extLst>
                      <a:ext uri="{FF2B5EF4-FFF2-40B4-BE49-F238E27FC236}">
                        <a16:creationId xmlns:a16="http://schemas.microsoft.com/office/drawing/2014/main" id="{3A8B012F-2F7E-45DD-86F7-103593C9BD5E}"/>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00" name="Freeform 15">
                    <a:extLst>
                      <a:ext uri="{FF2B5EF4-FFF2-40B4-BE49-F238E27FC236}">
                        <a16:creationId xmlns:a16="http://schemas.microsoft.com/office/drawing/2014/main" id="{E666D05D-4C87-4594-92E3-5C9DBF62AD75}"/>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01" name="Freeform 16">
                    <a:extLst>
                      <a:ext uri="{FF2B5EF4-FFF2-40B4-BE49-F238E27FC236}">
                        <a16:creationId xmlns:a16="http://schemas.microsoft.com/office/drawing/2014/main" id="{A58CBCC8-CA3C-4574-8593-57A3918EFB98}"/>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02" name="Freeform 17">
                    <a:extLst>
                      <a:ext uri="{FF2B5EF4-FFF2-40B4-BE49-F238E27FC236}">
                        <a16:creationId xmlns:a16="http://schemas.microsoft.com/office/drawing/2014/main" id="{41BE6940-5D2D-4742-9602-78DA7DF49BA4}"/>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203" name="Group 18">
                    <a:extLst>
                      <a:ext uri="{FF2B5EF4-FFF2-40B4-BE49-F238E27FC236}">
                        <a16:creationId xmlns:a16="http://schemas.microsoft.com/office/drawing/2014/main" id="{ECB4F5B9-5BDB-42F3-9BB4-942D7EB1FD78}"/>
                      </a:ext>
                    </a:extLst>
                  </p:cNvPr>
                  <p:cNvGrpSpPr>
                    <a:grpSpLocks/>
                  </p:cNvGrpSpPr>
                  <p:nvPr/>
                </p:nvGrpSpPr>
                <p:grpSpPr bwMode="auto">
                  <a:xfrm flipH="1">
                    <a:off x="1212" y="1104"/>
                    <a:ext cx="277" cy="235"/>
                    <a:chOff x="1590" y="1104"/>
                    <a:chExt cx="277" cy="235"/>
                  </a:xfrm>
                </p:grpSpPr>
                <p:sp>
                  <p:nvSpPr>
                    <p:cNvPr id="204" name="Freeform 19">
                      <a:extLst>
                        <a:ext uri="{FF2B5EF4-FFF2-40B4-BE49-F238E27FC236}">
                          <a16:creationId xmlns:a16="http://schemas.microsoft.com/office/drawing/2014/main" id="{860D8ECD-4267-45B0-9E93-B08C33E3D582}"/>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05" name="Freeform 20">
                      <a:extLst>
                        <a:ext uri="{FF2B5EF4-FFF2-40B4-BE49-F238E27FC236}">
                          <a16:creationId xmlns:a16="http://schemas.microsoft.com/office/drawing/2014/main" id="{F11D8C67-7CE9-4E5F-B7DC-7B5F316D700F}"/>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06" name="Freeform 21">
                      <a:extLst>
                        <a:ext uri="{FF2B5EF4-FFF2-40B4-BE49-F238E27FC236}">
                          <a16:creationId xmlns:a16="http://schemas.microsoft.com/office/drawing/2014/main" id="{E6AC7B32-2E11-4ED4-BA02-00D83DF3E4DA}"/>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07" name="Freeform 22">
                      <a:extLst>
                        <a:ext uri="{FF2B5EF4-FFF2-40B4-BE49-F238E27FC236}">
                          <a16:creationId xmlns:a16="http://schemas.microsoft.com/office/drawing/2014/main" id="{B23AC0BB-0498-4CB0-98A3-731E33D48D3C}"/>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191" name="Group 23">
                  <a:extLst>
                    <a:ext uri="{FF2B5EF4-FFF2-40B4-BE49-F238E27FC236}">
                      <a16:creationId xmlns:a16="http://schemas.microsoft.com/office/drawing/2014/main" id="{1B6C6B62-5031-4A42-826B-5170492C84C9}"/>
                    </a:ext>
                  </a:extLst>
                </p:cNvPr>
                <p:cNvGrpSpPr>
                  <a:grpSpLocks/>
                </p:cNvGrpSpPr>
                <p:nvPr/>
              </p:nvGrpSpPr>
              <p:grpSpPr bwMode="auto">
                <a:xfrm rot="4286940" flipH="1">
                  <a:off x="1038" y="766"/>
                  <a:ext cx="141" cy="50"/>
                  <a:chOff x="4032" y="2817"/>
                  <a:chExt cx="417" cy="635"/>
                </a:xfrm>
              </p:grpSpPr>
              <p:sp>
                <p:nvSpPr>
                  <p:cNvPr id="195" name="Oval 24">
                    <a:extLst>
                      <a:ext uri="{FF2B5EF4-FFF2-40B4-BE49-F238E27FC236}">
                        <a16:creationId xmlns:a16="http://schemas.microsoft.com/office/drawing/2014/main" id="{AC2B4A1A-C730-42B8-81AD-E80329D9FC1B}"/>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96" name="Oval 25">
                    <a:extLst>
                      <a:ext uri="{FF2B5EF4-FFF2-40B4-BE49-F238E27FC236}">
                        <a16:creationId xmlns:a16="http://schemas.microsoft.com/office/drawing/2014/main" id="{9C12BFAA-C2D9-4904-A849-8689C47C86E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92" name="Group 26">
                  <a:extLst>
                    <a:ext uri="{FF2B5EF4-FFF2-40B4-BE49-F238E27FC236}">
                      <a16:creationId xmlns:a16="http://schemas.microsoft.com/office/drawing/2014/main" id="{FB768ED4-EB15-44FE-A8DC-7A79E5952A5F}"/>
                    </a:ext>
                  </a:extLst>
                </p:cNvPr>
                <p:cNvGrpSpPr>
                  <a:grpSpLocks/>
                </p:cNvGrpSpPr>
                <p:nvPr/>
              </p:nvGrpSpPr>
              <p:grpSpPr bwMode="auto">
                <a:xfrm rot="4286940" flipH="1">
                  <a:off x="962" y="766"/>
                  <a:ext cx="141" cy="50"/>
                  <a:chOff x="4032" y="2817"/>
                  <a:chExt cx="417" cy="635"/>
                </a:xfrm>
              </p:grpSpPr>
              <p:sp>
                <p:nvSpPr>
                  <p:cNvPr id="193" name="Oval 27">
                    <a:extLst>
                      <a:ext uri="{FF2B5EF4-FFF2-40B4-BE49-F238E27FC236}">
                        <a16:creationId xmlns:a16="http://schemas.microsoft.com/office/drawing/2014/main" id="{5586F792-C954-49E9-A26C-A53C79E76FB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94" name="Oval 28">
                    <a:extLst>
                      <a:ext uri="{FF2B5EF4-FFF2-40B4-BE49-F238E27FC236}">
                        <a16:creationId xmlns:a16="http://schemas.microsoft.com/office/drawing/2014/main" id="{4FD545BF-D5AC-46D9-AFD6-29DB0458D34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189" name="Oval 29">
                <a:extLst>
                  <a:ext uri="{FF2B5EF4-FFF2-40B4-BE49-F238E27FC236}">
                    <a16:creationId xmlns:a16="http://schemas.microsoft.com/office/drawing/2014/main" id="{C5C3924E-A6BB-4901-94F7-1F084725D635}"/>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186" name="Freeform 30">
              <a:extLst>
                <a:ext uri="{FF2B5EF4-FFF2-40B4-BE49-F238E27FC236}">
                  <a16:creationId xmlns:a16="http://schemas.microsoft.com/office/drawing/2014/main" id="{0EFB9F9B-16B3-4DC4-ABF2-BF0F4B5E7135}"/>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87" name="Freeform 31">
              <a:extLst>
                <a:ext uri="{FF2B5EF4-FFF2-40B4-BE49-F238E27FC236}">
                  <a16:creationId xmlns:a16="http://schemas.microsoft.com/office/drawing/2014/main" id="{E32E16A1-8B2F-49EB-B5E3-B0C31137F8E5}"/>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208" name="Group 8">
            <a:extLst>
              <a:ext uri="{FF2B5EF4-FFF2-40B4-BE49-F238E27FC236}">
                <a16:creationId xmlns:a16="http://schemas.microsoft.com/office/drawing/2014/main" id="{3ADA8122-1443-451D-B04B-8B558557559E}"/>
              </a:ext>
            </a:extLst>
          </p:cNvPr>
          <p:cNvGrpSpPr>
            <a:grpSpLocks/>
          </p:cNvGrpSpPr>
          <p:nvPr/>
        </p:nvGrpSpPr>
        <p:grpSpPr bwMode="auto">
          <a:xfrm>
            <a:off x="2247295" y="3441761"/>
            <a:ext cx="441325" cy="1066800"/>
            <a:chOff x="864" y="465"/>
            <a:chExt cx="1046" cy="2358"/>
          </a:xfrm>
        </p:grpSpPr>
        <p:grpSp>
          <p:nvGrpSpPr>
            <p:cNvPr id="209" name="Group 9">
              <a:extLst>
                <a:ext uri="{FF2B5EF4-FFF2-40B4-BE49-F238E27FC236}">
                  <a16:creationId xmlns:a16="http://schemas.microsoft.com/office/drawing/2014/main" id="{9534E3FF-C073-4AC3-AF9E-D0F1B6E62ECF}"/>
                </a:ext>
              </a:extLst>
            </p:cNvPr>
            <p:cNvGrpSpPr>
              <a:grpSpLocks/>
            </p:cNvGrpSpPr>
            <p:nvPr/>
          </p:nvGrpSpPr>
          <p:grpSpPr bwMode="auto">
            <a:xfrm>
              <a:off x="864" y="465"/>
              <a:ext cx="1008" cy="2319"/>
              <a:chOff x="587" y="528"/>
              <a:chExt cx="1008" cy="2319"/>
            </a:xfrm>
          </p:grpSpPr>
          <p:grpSp>
            <p:nvGrpSpPr>
              <p:cNvPr id="212" name="Group 10">
                <a:extLst>
                  <a:ext uri="{FF2B5EF4-FFF2-40B4-BE49-F238E27FC236}">
                    <a16:creationId xmlns:a16="http://schemas.microsoft.com/office/drawing/2014/main" id="{DE242DD8-8F8C-406E-B57B-60C9F005ACD4}"/>
                  </a:ext>
                </a:extLst>
              </p:cNvPr>
              <p:cNvGrpSpPr>
                <a:grpSpLocks/>
              </p:cNvGrpSpPr>
              <p:nvPr/>
            </p:nvGrpSpPr>
            <p:grpSpPr bwMode="auto">
              <a:xfrm>
                <a:off x="587" y="528"/>
                <a:ext cx="1008" cy="2319"/>
                <a:chOff x="587" y="528"/>
                <a:chExt cx="1008" cy="2319"/>
              </a:xfrm>
            </p:grpSpPr>
            <p:grpSp>
              <p:nvGrpSpPr>
                <p:cNvPr id="214" name="Group 11">
                  <a:extLst>
                    <a:ext uri="{FF2B5EF4-FFF2-40B4-BE49-F238E27FC236}">
                      <a16:creationId xmlns:a16="http://schemas.microsoft.com/office/drawing/2014/main" id="{61E0ABCE-0B87-4158-9AEB-F0450CCCEEDA}"/>
                    </a:ext>
                  </a:extLst>
                </p:cNvPr>
                <p:cNvGrpSpPr>
                  <a:grpSpLocks/>
                </p:cNvGrpSpPr>
                <p:nvPr/>
              </p:nvGrpSpPr>
              <p:grpSpPr bwMode="auto">
                <a:xfrm>
                  <a:off x="587" y="528"/>
                  <a:ext cx="1008" cy="2319"/>
                  <a:chOff x="1151" y="1104"/>
                  <a:chExt cx="686" cy="1741"/>
                </a:xfrm>
              </p:grpSpPr>
              <p:sp>
                <p:nvSpPr>
                  <p:cNvPr id="221" name="Freeform 12">
                    <a:extLst>
                      <a:ext uri="{FF2B5EF4-FFF2-40B4-BE49-F238E27FC236}">
                        <a16:creationId xmlns:a16="http://schemas.microsoft.com/office/drawing/2014/main" id="{A9C22E29-D3E0-4DB7-9C30-4FB275AA8B32}"/>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22" name="Freeform 13">
                    <a:extLst>
                      <a:ext uri="{FF2B5EF4-FFF2-40B4-BE49-F238E27FC236}">
                        <a16:creationId xmlns:a16="http://schemas.microsoft.com/office/drawing/2014/main" id="{DBF284AA-0206-4A19-BC1A-53E15D01A844}"/>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23" name="Freeform 14">
                    <a:extLst>
                      <a:ext uri="{FF2B5EF4-FFF2-40B4-BE49-F238E27FC236}">
                        <a16:creationId xmlns:a16="http://schemas.microsoft.com/office/drawing/2014/main" id="{5A0D2A95-B382-4FAF-9EF7-546FB1A0D702}"/>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24" name="Freeform 15">
                    <a:extLst>
                      <a:ext uri="{FF2B5EF4-FFF2-40B4-BE49-F238E27FC236}">
                        <a16:creationId xmlns:a16="http://schemas.microsoft.com/office/drawing/2014/main" id="{911E8C98-E50F-488F-B9C4-0C0E390A05C7}"/>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25" name="Freeform 16">
                    <a:extLst>
                      <a:ext uri="{FF2B5EF4-FFF2-40B4-BE49-F238E27FC236}">
                        <a16:creationId xmlns:a16="http://schemas.microsoft.com/office/drawing/2014/main" id="{196B7956-2DE3-4642-AA27-7275579044B3}"/>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26" name="Freeform 17">
                    <a:extLst>
                      <a:ext uri="{FF2B5EF4-FFF2-40B4-BE49-F238E27FC236}">
                        <a16:creationId xmlns:a16="http://schemas.microsoft.com/office/drawing/2014/main" id="{61ED45C3-D1E8-496C-813C-5C83B423297C}"/>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227" name="Group 18">
                    <a:extLst>
                      <a:ext uri="{FF2B5EF4-FFF2-40B4-BE49-F238E27FC236}">
                        <a16:creationId xmlns:a16="http://schemas.microsoft.com/office/drawing/2014/main" id="{9EACCFC9-C13B-489F-BFB1-DCFFB5DBD387}"/>
                      </a:ext>
                    </a:extLst>
                  </p:cNvPr>
                  <p:cNvGrpSpPr>
                    <a:grpSpLocks/>
                  </p:cNvGrpSpPr>
                  <p:nvPr/>
                </p:nvGrpSpPr>
                <p:grpSpPr bwMode="auto">
                  <a:xfrm flipH="1">
                    <a:off x="1212" y="1104"/>
                    <a:ext cx="277" cy="235"/>
                    <a:chOff x="1590" y="1104"/>
                    <a:chExt cx="277" cy="235"/>
                  </a:xfrm>
                </p:grpSpPr>
                <p:sp>
                  <p:nvSpPr>
                    <p:cNvPr id="228" name="Freeform 19">
                      <a:extLst>
                        <a:ext uri="{FF2B5EF4-FFF2-40B4-BE49-F238E27FC236}">
                          <a16:creationId xmlns:a16="http://schemas.microsoft.com/office/drawing/2014/main" id="{A1CA6E1E-8B84-48B6-A056-1E3912785EF2}"/>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29" name="Freeform 20">
                      <a:extLst>
                        <a:ext uri="{FF2B5EF4-FFF2-40B4-BE49-F238E27FC236}">
                          <a16:creationId xmlns:a16="http://schemas.microsoft.com/office/drawing/2014/main" id="{42357850-3142-4E2E-818B-A4A440053A56}"/>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30" name="Freeform 21">
                      <a:extLst>
                        <a:ext uri="{FF2B5EF4-FFF2-40B4-BE49-F238E27FC236}">
                          <a16:creationId xmlns:a16="http://schemas.microsoft.com/office/drawing/2014/main" id="{B49930E8-0EBA-4499-8748-AC4B80DFA4D5}"/>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31" name="Freeform 22">
                      <a:extLst>
                        <a:ext uri="{FF2B5EF4-FFF2-40B4-BE49-F238E27FC236}">
                          <a16:creationId xmlns:a16="http://schemas.microsoft.com/office/drawing/2014/main" id="{C5F293B1-F3EB-4FA3-B8AA-0276A60FC9E1}"/>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215" name="Group 23">
                  <a:extLst>
                    <a:ext uri="{FF2B5EF4-FFF2-40B4-BE49-F238E27FC236}">
                      <a16:creationId xmlns:a16="http://schemas.microsoft.com/office/drawing/2014/main" id="{942A5B62-8E38-4B49-AC02-0416034A0319}"/>
                    </a:ext>
                  </a:extLst>
                </p:cNvPr>
                <p:cNvGrpSpPr>
                  <a:grpSpLocks/>
                </p:cNvGrpSpPr>
                <p:nvPr/>
              </p:nvGrpSpPr>
              <p:grpSpPr bwMode="auto">
                <a:xfrm rot="4286940" flipH="1">
                  <a:off x="1038" y="766"/>
                  <a:ext cx="141" cy="50"/>
                  <a:chOff x="4032" y="2817"/>
                  <a:chExt cx="417" cy="635"/>
                </a:xfrm>
              </p:grpSpPr>
              <p:sp>
                <p:nvSpPr>
                  <p:cNvPr id="219" name="Oval 24">
                    <a:extLst>
                      <a:ext uri="{FF2B5EF4-FFF2-40B4-BE49-F238E27FC236}">
                        <a16:creationId xmlns:a16="http://schemas.microsoft.com/office/drawing/2014/main" id="{467E4259-EF2A-4CBD-B84E-4FFFE466FBC4}"/>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0" name="Oval 25">
                    <a:extLst>
                      <a:ext uri="{FF2B5EF4-FFF2-40B4-BE49-F238E27FC236}">
                        <a16:creationId xmlns:a16="http://schemas.microsoft.com/office/drawing/2014/main" id="{181F52E5-89E2-49E7-A341-DA43A78F80BF}"/>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16" name="Group 26">
                  <a:extLst>
                    <a:ext uri="{FF2B5EF4-FFF2-40B4-BE49-F238E27FC236}">
                      <a16:creationId xmlns:a16="http://schemas.microsoft.com/office/drawing/2014/main" id="{CFC97032-1238-44F0-BC7A-34A0354B4EFF}"/>
                    </a:ext>
                  </a:extLst>
                </p:cNvPr>
                <p:cNvGrpSpPr>
                  <a:grpSpLocks/>
                </p:cNvGrpSpPr>
                <p:nvPr/>
              </p:nvGrpSpPr>
              <p:grpSpPr bwMode="auto">
                <a:xfrm rot="4286940" flipH="1">
                  <a:off x="962" y="766"/>
                  <a:ext cx="141" cy="50"/>
                  <a:chOff x="4032" y="2817"/>
                  <a:chExt cx="417" cy="635"/>
                </a:xfrm>
              </p:grpSpPr>
              <p:sp>
                <p:nvSpPr>
                  <p:cNvPr id="217" name="Oval 27">
                    <a:extLst>
                      <a:ext uri="{FF2B5EF4-FFF2-40B4-BE49-F238E27FC236}">
                        <a16:creationId xmlns:a16="http://schemas.microsoft.com/office/drawing/2014/main" id="{ACD665EB-BBE3-4A77-BD42-4BB70B72242E}"/>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18" name="Oval 28">
                    <a:extLst>
                      <a:ext uri="{FF2B5EF4-FFF2-40B4-BE49-F238E27FC236}">
                        <a16:creationId xmlns:a16="http://schemas.microsoft.com/office/drawing/2014/main" id="{E29E3AEC-5CDC-4D87-9E7F-A067E3BD75CB}"/>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213" name="Oval 29">
                <a:extLst>
                  <a:ext uri="{FF2B5EF4-FFF2-40B4-BE49-F238E27FC236}">
                    <a16:creationId xmlns:a16="http://schemas.microsoft.com/office/drawing/2014/main" id="{CC504A38-ED91-4180-80D7-87E7A26D0279}"/>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210" name="Freeform 30">
              <a:extLst>
                <a:ext uri="{FF2B5EF4-FFF2-40B4-BE49-F238E27FC236}">
                  <a16:creationId xmlns:a16="http://schemas.microsoft.com/office/drawing/2014/main" id="{9F3647CC-ED15-4492-B76C-BA86A2B87457}"/>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11" name="Freeform 31">
              <a:extLst>
                <a:ext uri="{FF2B5EF4-FFF2-40B4-BE49-F238E27FC236}">
                  <a16:creationId xmlns:a16="http://schemas.microsoft.com/office/drawing/2014/main" id="{C29183B7-40C8-4204-AED4-484A467339B8}"/>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6671"/>
                                        </p:tgtEl>
                                        <p:attrNameLst>
                                          <p:attrName>style.visibility</p:attrName>
                                        </p:attrNameLst>
                                      </p:cBhvr>
                                      <p:to>
                                        <p:strVal val="visible"/>
                                      </p:to>
                                    </p:set>
                                    <p:anim calcmode="lin" valueType="num">
                                      <p:cBhvr additive="base">
                                        <p:cTn id="7" dur="500" fill="hold"/>
                                        <p:tgtEl>
                                          <p:spTgt spid="66671"/>
                                        </p:tgtEl>
                                        <p:attrNameLst>
                                          <p:attrName>ppt_x</p:attrName>
                                        </p:attrNameLst>
                                      </p:cBhvr>
                                      <p:tavLst>
                                        <p:tav tm="0">
                                          <p:val>
                                            <p:strVal val="1+#ppt_w/2"/>
                                          </p:val>
                                        </p:tav>
                                        <p:tav tm="100000">
                                          <p:val>
                                            <p:strVal val="#ppt_x"/>
                                          </p:val>
                                        </p:tav>
                                      </p:tavLst>
                                    </p:anim>
                                    <p:anim calcmode="lin" valueType="num">
                                      <p:cBhvr additive="base">
                                        <p:cTn id="8" dur="500" fill="hold"/>
                                        <p:tgtEl>
                                          <p:spTgt spid="666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7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2">
            <a:extLst>
              <a:ext uri="{FF2B5EF4-FFF2-40B4-BE49-F238E27FC236}">
                <a16:creationId xmlns:a16="http://schemas.microsoft.com/office/drawing/2014/main" id="{7789FA28-316F-45F4-ADCF-11AA368FC669}"/>
              </a:ext>
            </a:extLst>
          </p:cNvPr>
          <p:cNvGrpSpPr>
            <a:grpSpLocks/>
          </p:cNvGrpSpPr>
          <p:nvPr/>
        </p:nvGrpSpPr>
        <p:grpSpPr bwMode="auto">
          <a:xfrm>
            <a:off x="5181601" y="990600"/>
            <a:ext cx="1768475" cy="1676400"/>
            <a:chOff x="2352" y="624"/>
            <a:chExt cx="1114" cy="1056"/>
          </a:xfrm>
        </p:grpSpPr>
        <p:sp>
          <p:nvSpPr>
            <p:cNvPr id="28830" name="Rectangle 3">
              <a:extLst>
                <a:ext uri="{FF2B5EF4-FFF2-40B4-BE49-F238E27FC236}">
                  <a16:creationId xmlns:a16="http://schemas.microsoft.com/office/drawing/2014/main" id="{892B5983-B219-44E2-9D4F-DDDD5CB64107}"/>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31" name="Text Box 4">
              <a:extLst>
                <a:ext uri="{FF2B5EF4-FFF2-40B4-BE49-F238E27FC236}">
                  <a16:creationId xmlns:a16="http://schemas.microsoft.com/office/drawing/2014/main" id="{1DC42BFB-C08D-462B-82F7-77E8A4D16BB3}"/>
                </a:ext>
              </a:extLst>
            </p:cNvPr>
            <p:cNvSpPr txBox="1">
              <a:spLocks noChangeArrowheads="1"/>
            </p:cNvSpPr>
            <p:nvPr/>
          </p:nvSpPr>
          <p:spPr bwMode="auto">
            <a:xfrm>
              <a:off x="2400" y="624"/>
              <a:ext cx="1066"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2133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2312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483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396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1890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4931496</a:t>
              </a:r>
            </a:p>
          </p:txBody>
        </p:sp>
      </p:grpSp>
      <p:grpSp>
        <p:nvGrpSpPr>
          <p:cNvPr id="28675" name="Group 5">
            <a:extLst>
              <a:ext uri="{FF2B5EF4-FFF2-40B4-BE49-F238E27FC236}">
                <a16:creationId xmlns:a16="http://schemas.microsoft.com/office/drawing/2014/main" id="{4FFC8743-A3CC-4280-83EC-2AED3734A2EE}"/>
              </a:ext>
            </a:extLst>
          </p:cNvPr>
          <p:cNvGrpSpPr>
            <a:grpSpLocks/>
          </p:cNvGrpSpPr>
          <p:nvPr/>
        </p:nvGrpSpPr>
        <p:grpSpPr bwMode="auto">
          <a:xfrm>
            <a:off x="2133600" y="3124200"/>
            <a:ext cx="1676400" cy="1676400"/>
            <a:chOff x="2352" y="624"/>
            <a:chExt cx="1056" cy="1056"/>
          </a:xfrm>
        </p:grpSpPr>
        <p:sp>
          <p:nvSpPr>
            <p:cNvPr id="28828" name="Rectangle 6">
              <a:extLst>
                <a:ext uri="{FF2B5EF4-FFF2-40B4-BE49-F238E27FC236}">
                  <a16:creationId xmlns:a16="http://schemas.microsoft.com/office/drawing/2014/main" id="{2ECA6789-2597-4CCF-81B5-82E3D5EBAC05}"/>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29" name="Text Box 7">
              <a:extLst>
                <a:ext uri="{FF2B5EF4-FFF2-40B4-BE49-F238E27FC236}">
                  <a16:creationId xmlns:a16="http://schemas.microsoft.com/office/drawing/2014/main" id="{E6347324-B06D-4313-850C-459D3214C6E4}"/>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483</a:t>
              </a:r>
            </a:p>
          </p:txBody>
        </p:sp>
      </p:grpSp>
      <p:grpSp>
        <p:nvGrpSpPr>
          <p:cNvPr id="28676" name="Group 8">
            <a:extLst>
              <a:ext uri="{FF2B5EF4-FFF2-40B4-BE49-F238E27FC236}">
                <a16:creationId xmlns:a16="http://schemas.microsoft.com/office/drawing/2014/main" id="{181BE90E-4F1B-4E18-9560-683582989C29}"/>
              </a:ext>
            </a:extLst>
          </p:cNvPr>
          <p:cNvGrpSpPr>
            <a:grpSpLocks/>
          </p:cNvGrpSpPr>
          <p:nvPr/>
        </p:nvGrpSpPr>
        <p:grpSpPr bwMode="auto">
          <a:xfrm>
            <a:off x="5181600" y="3124200"/>
            <a:ext cx="1676400" cy="1676400"/>
            <a:chOff x="2352" y="624"/>
            <a:chExt cx="1056" cy="1056"/>
          </a:xfrm>
        </p:grpSpPr>
        <p:sp>
          <p:nvSpPr>
            <p:cNvPr id="28826" name="Rectangle 9">
              <a:extLst>
                <a:ext uri="{FF2B5EF4-FFF2-40B4-BE49-F238E27FC236}">
                  <a16:creationId xmlns:a16="http://schemas.microsoft.com/office/drawing/2014/main" id="{00F2438F-B336-4FDF-8383-D9B6B68C2704}"/>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27" name="Text Box 10">
              <a:extLst>
                <a:ext uri="{FF2B5EF4-FFF2-40B4-BE49-F238E27FC236}">
                  <a16:creationId xmlns:a16="http://schemas.microsoft.com/office/drawing/2014/main" id="{E42F7807-6140-4A61-9581-A5B60FAAE945}"/>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396</a:t>
              </a:r>
            </a:p>
          </p:txBody>
        </p:sp>
      </p:grpSp>
      <p:grpSp>
        <p:nvGrpSpPr>
          <p:cNvPr id="28677" name="Group 11">
            <a:extLst>
              <a:ext uri="{FF2B5EF4-FFF2-40B4-BE49-F238E27FC236}">
                <a16:creationId xmlns:a16="http://schemas.microsoft.com/office/drawing/2014/main" id="{9120FC14-4125-42B1-AF64-ED478C35D4E4}"/>
              </a:ext>
            </a:extLst>
          </p:cNvPr>
          <p:cNvGrpSpPr>
            <a:grpSpLocks/>
          </p:cNvGrpSpPr>
          <p:nvPr/>
        </p:nvGrpSpPr>
        <p:grpSpPr bwMode="auto">
          <a:xfrm>
            <a:off x="8382000" y="3124200"/>
            <a:ext cx="1676400" cy="1676400"/>
            <a:chOff x="2352" y="624"/>
            <a:chExt cx="1056" cy="1056"/>
          </a:xfrm>
        </p:grpSpPr>
        <p:sp>
          <p:nvSpPr>
            <p:cNvPr id="28824" name="Rectangle 12">
              <a:extLst>
                <a:ext uri="{FF2B5EF4-FFF2-40B4-BE49-F238E27FC236}">
                  <a16:creationId xmlns:a16="http://schemas.microsoft.com/office/drawing/2014/main" id="{0E5D034E-BCC9-4548-99C8-4AA7DB438387}"/>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25" name="Text Box 13">
              <a:extLst>
                <a:ext uri="{FF2B5EF4-FFF2-40B4-BE49-F238E27FC236}">
                  <a16:creationId xmlns:a16="http://schemas.microsoft.com/office/drawing/2014/main" id="{4EC93ED3-CBA8-4FDD-9022-3ED2B94AFFC4}"/>
                </a:ext>
              </a:extLst>
            </p:cNvPr>
            <p:cNvSpPr txBox="1">
              <a:spLocks noChangeArrowheads="1"/>
            </p:cNvSpPr>
            <p:nvPr/>
          </p:nvSpPr>
          <p:spPr bwMode="auto">
            <a:xfrm>
              <a:off x="2400" y="624"/>
              <a:ext cx="938"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54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15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20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72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1890</a:t>
              </a:r>
            </a:p>
          </p:txBody>
        </p:sp>
      </p:grpSp>
      <p:grpSp>
        <p:nvGrpSpPr>
          <p:cNvPr id="28678" name="Group 14">
            <a:extLst>
              <a:ext uri="{FF2B5EF4-FFF2-40B4-BE49-F238E27FC236}">
                <a16:creationId xmlns:a16="http://schemas.microsoft.com/office/drawing/2014/main" id="{D3DE0614-7AA9-4F24-B46B-935102401191}"/>
              </a:ext>
            </a:extLst>
          </p:cNvPr>
          <p:cNvGrpSpPr>
            <a:grpSpLocks/>
          </p:cNvGrpSpPr>
          <p:nvPr/>
        </p:nvGrpSpPr>
        <p:grpSpPr bwMode="auto">
          <a:xfrm>
            <a:off x="1600200" y="5410200"/>
            <a:ext cx="768350" cy="914400"/>
            <a:chOff x="1968" y="3072"/>
            <a:chExt cx="484" cy="576"/>
          </a:xfrm>
        </p:grpSpPr>
        <p:sp>
          <p:nvSpPr>
            <p:cNvPr id="28822" name="Rectangle 15">
              <a:extLst>
                <a:ext uri="{FF2B5EF4-FFF2-40B4-BE49-F238E27FC236}">
                  <a16:creationId xmlns:a16="http://schemas.microsoft.com/office/drawing/2014/main" id="{FE040162-B3AB-4206-AD15-3090CEE4554F}"/>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23" name="Text Box 16">
              <a:extLst>
                <a:ext uri="{FF2B5EF4-FFF2-40B4-BE49-F238E27FC236}">
                  <a16:creationId xmlns:a16="http://schemas.microsoft.com/office/drawing/2014/main" id="{16673B60-7A94-480D-9098-B1A8DFD7E02A}"/>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XY=4</a:t>
              </a:r>
            </a:p>
          </p:txBody>
        </p:sp>
      </p:grpSp>
      <p:grpSp>
        <p:nvGrpSpPr>
          <p:cNvPr id="28679" name="Group 17">
            <a:extLst>
              <a:ext uri="{FF2B5EF4-FFF2-40B4-BE49-F238E27FC236}">
                <a16:creationId xmlns:a16="http://schemas.microsoft.com/office/drawing/2014/main" id="{4DCFFFE1-4C2E-44F2-96CE-3460BF497DE3}"/>
              </a:ext>
            </a:extLst>
          </p:cNvPr>
          <p:cNvGrpSpPr>
            <a:grpSpLocks/>
          </p:cNvGrpSpPr>
          <p:nvPr/>
        </p:nvGrpSpPr>
        <p:grpSpPr bwMode="auto">
          <a:xfrm>
            <a:off x="2514600" y="5410200"/>
            <a:ext cx="768350" cy="914400"/>
            <a:chOff x="1968" y="3072"/>
            <a:chExt cx="484" cy="576"/>
          </a:xfrm>
        </p:grpSpPr>
        <p:sp>
          <p:nvSpPr>
            <p:cNvPr id="28820" name="Rectangle 18">
              <a:extLst>
                <a:ext uri="{FF2B5EF4-FFF2-40B4-BE49-F238E27FC236}">
                  <a16:creationId xmlns:a16="http://schemas.microsoft.com/office/drawing/2014/main" id="{4C623FFA-48CF-4D9A-8C91-B0F2E13AFEE4}"/>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21" name="Text Box 19">
              <a:extLst>
                <a:ext uri="{FF2B5EF4-FFF2-40B4-BE49-F238E27FC236}">
                  <a16:creationId xmlns:a16="http://schemas.microsoft.com/office/drawing/2014/main" id="{E8E34B69-CB8D-4CD1-94DD-B9E753241321}"/>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28680" name="Group 20">
            <a:extLst>
              <a:ext uri="{FF2B5EF4-FFF2-40B4-BE49-F238E27FC236}">
                <a16:creationId xmlns:a16="http://schemas.microsoft.com/office/drawing/2014/main" id="{ED9CF352-8315-4EAF-8F9E-FFE13942D96D}"/>
              </a:ext>
            </a:extLst>
          </p:cNvPr>
          <p:cNvGrpSpPr>
            <a:grpSpLocks/>
          </p:cNvGrpSpPr>
          <p:nvPr/>
        </p:nvGrpSpPr>
        <p:grpSpPr bwMode="auto">
          <a:xfrm>
            <a:off x="3429000" y="5410200"/>
            <a:ext cx="869950" cy="914400"/>
            <a:chOff x="1968" y="3072"/>
            <a:chExt cx="548" cy="576"/>
          </a:xfrm>
        </p:grpSpPr>
        <p:sp>
          <p:nvSpPr>
            <p:cNvPr id="28818" name="Rectangle 21">
              <a:extLst>
                <a:ext uri="{FF2B5EF4-FFF2-40B4-BE49-F238E27FC236}">
                  <a16:creationId xmlns:a16="http://schemas.microsoft.com/office/drawing/2014/main" id="{DB5B4C74-A22E-415D-9F94-784C342BFA8C}"/>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19" name="Text Box 22">
              <a:extLst>
                <a:ext uri="{FF2B5EF4-FFF2-40B4-BE49-F238E27FC236}">
                  <a16:creationId xmlns:a16="http://schemas.microsoft.com/office/drawing/2014/main" id="{1A6F293E-09E2-413D-8B12-2614D19D3CF1}"/>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28681" name="Group 23">
            <a:extLst>
              <a:ext uri="{FF2B5EF4-FFF2-40B4-BE49-F238E27FC236}">
                <a16:creationId xmlns:a16="http://schemas.microsoft.com/office/drawing/2014/main" id="{617E97E6-52DB-42CD-8C3B-06F661142510}"/>
              </a:ext>
            </a:extLst>
          </p:cNvPr>
          <p:cNvGrpSpPr>
            <a:grpSpLocks/>
          </p:cNvGrpSpPr>
          <p:nvPr/>
        </p:nvGrpSpPr>
        <p:grpSpPr bwMode="auto">
          <a:xfrm>
            <a:off x="4800600" y="5410200"/>
            <a:ext cx="768350" cy="914400"/>
            <a:chOff x="1968" y="3072"/>
            <a:chExt cx="484" cy="576"/>
          </a:xfrm>
        </p:grpSpPr>
        <p:sp>
          <p:nvSpPr>
            <p:cNvPr id="28816" name="Rectangle 24">
              <a:extLst>
                <a:ext uri="{FF2B5EF4-FFF2-40B4-BE49-F238E27FC236}">
                  <a16:creationId xmlns:a16="http://schemas.microsoft.com/office/drawing/2014/main" id="{50F6AE52-030A-485A-9C57-C685047376FC}"/>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17" name="Text Box 25">
              <a:extLst>
                <a:ext uri="{FF2B5EF4-FFF2-40B4-BE49-F238E27FC236}">
                  <a16:creationId xmlns:a16="http://schemas.microsoft.com/office/drawing/2014/main" id="{BBA9BD4B-56D9-40A4-BFD7-978CD11D544A}"/>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XY=3</a:t>
              </a:r>
            </a:p>
          </p:txBody>
        </p:sp>
      </p:grpSp>
      <p:grpSp>
        <p:nvGrpSpPr>
          <p:cNvPr id="28682" name="Group 26">
            <a:extLst>
              <a:ext uri="{FF2B5EF4-FFF2-40B4-BE49-F238E27FC236}">
                <a16:creationId xmlns:a16="http://schemas.microsoft.com/office/drawing/2014/main" id="{DEEE286C-30D5-4D1E-8262-831627EE4951}"/>
              </a:ext>
            </a:extLst>
          </p:cNvPr>
          <p:cNvGrpSpPr>
            <a:grpSpLocks/>
          </p:cNvGrpSpPr>
          <p:nvPr/>
        </p:nvGrpSpPr>
        <p:grpSpPr bwMode="auto">
          <a:xfrm>
            <a:off x="5715000" y="5410200"/>
            <a:ext cx="768350" cy="914400"/>
            <a:chOff x="1968" y="3072"/>
            <a:chExt cx="484" cy="576"/>
          </a:xfrm>
        </p:grpSpPr>
        <p:sp>
          <p:nvSpPr>
            <p:cNvPr id="28814" name="Rectangle 27">
              <a:extLst>
                <a:ext uri="{FF2B5EF4-FFF2-40B4-BE49-F238E27FC236}">
                  <a16:creationId xmlns:a16="http://schemas.microsoft.com/office/drawing/2014/main" id="{AD2E601C-0687-4B69-AEF2-563DA7B757F7}"/>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15" name="Text Box 28">
              <a:extLst>
                <a:ext uri="{FF2B5EF4-FFF2-40B4-BE49-F238E27FC236}">
                  <a16:creationId xmlns:a16="http://schemas.microsoft.com/office/drawing/2014/main" id="{E6D535A7-0916-4A58-AC33-3300D8ABF36B}"/>
                </a:ext>
              </a:extLst>
            </p:cNvPr>
            <p:cNvSpPr txBox="1">
              <a:spLocks noChangeArrowheads="1"/>
            </p:cNvSpPr>
            <p:nvPr/>
          </p:nvSpPr>
          <p:spPr bwMode="auto">
            <a:xfrm>
              <a:off x="2016" y="3072"/>
              <a:ext cx="43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XY=6</a:t>
              </a:r>
            </a:p>
          </p:txBody>
        </p:sp>
      </p:grpSp>
      <p:grpSp>
        <p:nvGrpSpPr>
          <p:cNvPr id="28683" name="Group 29">
            <a:extLst>
              <a:ext uri="{FF2B5EF4-FFF2-40B4-BE49-F238E27FC236}">
                <a16:creationId xmlns:a16="http://schemas.microsoft.com/office/drawing/2014/main" id="{556969DA-33DB-405D-BF8C-11AD9FAF3853}"/>
              </a:ext>
            </a:extLst>
          </p:cNvPr>
          <p:cNvGrpSpPr>
            <a:grpSpLocks/>
          </p:cNvGrpSpPr>
          <p:nvPr/>
        </p:nvGrpSpPr>
        <p:grpSpPr bwMode="auto">
          <a:xfrm>
            <a:off x="6629400" y="5410200"/>
            <a:ext cx="869950" cy="914400"/>
            <a:chOff x="1968" y="3072"/>
            <a:chExt cx="548" cy="576"/>
          </a:xfrm>
        </p:grpSpPr>
        <p:sp>
          <p:nvSpPr>
            <p:cNvPr id="28812" name="Rectangle 30">
              <a:extLst>
                <a:ext uri="{FF2B5EF4-FFF2-40B4-BE49-F238E27FC236}">
                  <a16:creationId xmlns:a16="http://schemas.microsoft.com/office/drawing/2014/main" id="{3B8D1C6E-F310-43F1-8B93-CC090D98817A}"/>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13" name="Text Box 31">
              <a:extLst>
                <a:ext uri="{FF2B5EF4-FFF2-40B4-BE49-F238E27FC236}">
                  <a16:creationId xmlns:a16="http://schemas.microsoft.com/office/drawing/2014/main" id="{63E716CA-858F-4CE0-B215-E0BD5B289C93}"/>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XY=18</a:t>
              </a:r>
            </a:p>
          </p:txBody>
        </p:sp>
      </p:grpSp>
      <p:grpSp>
        <p:nvGrpSpPr>
          <p:cNvPr id="28684" name="Group 32">
            <a:extLst>
              <a:ext uri="{FF2B5EF4-FFF2-40B4-BE49-F238E27FC236}">
                <a16:creationId xmlns:a16="http://schemas.microsoft.com/office/drawing/2014/main" id="{6DE0781A-3F26-4C1C-9EAD-9950247956C7}"/>
              </a:ext>
            </a:extLst>
          </p:cNvPr>
          <p:cNvGrpSpPr>
            <a:grpSpLocks/>
          </p:cNvGrpSpPr>
          <p:nvPr/>
        </p:nvGrpSpPr>
        <p:grpSpPr bwMode="auto">
          <a:xfrm>
            <a:off x="7994650" y="5410200"/>
            <a:ext cx="869950" cy="914400"/>
            <a:chOff x="1968" y="3072"/>
            <a:chExt cx="548" cy="576"/>
          </a:xfrm>
        </p:grpSpPr>
        <p:sp>
          <p:nvSpPr>
            <p:cNvPr id="28810" name="Rectangle 33">
              <a:extLst>
                <a:ext uri="{FF2B5EF4-FFF2-40B4-BE49-F238E27FC236}">
                  <a16:creationId xmlns:a16="http://schemas.microsoft.com/office/drawing/2014/main" id="{4F126BC6-F071-4255-B4EA-8C00B7E34005}"/>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11" name="Text Box 34">
              <a:extLst>
                <a:ext uri="{FF2B5EF4-FFF2-40B4-BE49-F238E27FC236}">
                  <a16:creationId xmlns:a16="http://schemas.microsoft.com/office/drawing/2014/main" id="{C7ED89FD-50F9-4F28-9361-0E2F3907339E}"/>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XY=15</a:t>
              </a:r>
            </a:p>
          </p:txBody>
        </p:sp>
      </p:grpSp>
      <p:grpSp>
        <p:nvGrpSpPr>
          <p:cNvPr id="28685" name="Group 35">
            <a:extLst>
              <a:ext uri="{FF2B5EF4-FFF2-40B4-BE49-F238E27FC236}">
                <a16:creationId xmlns:a16="http://schemas.microsoft.com/office/drawing/2014/main" id="{EA9586C2-98A8-45AB-B396-BDC4800FBBE2}"/>
              </a:ext>
            </a:extLst>
          </p:cNvPr>
          <p:cNvGrpSpPr>
            <a:grpSpLocks/>
          </p:cNvGrpSpPr>
          <p:nvPr/>
        </p:nvGrpSpPr>
        <p:grpSpPr bwMode="auto">
          <a:xfrm>
            <a:off x="8909050" y="5410200"/>
            <a:ext cx="869950" cy="914400"/>
            <a:chOff x="1968" y="3072"/>
            <a:chExt cx="548" cy="576"/>
          </a:xfrm>
        </p:grpSpPr>
        <p:sp>
          <p:nvSpPr>
            <p:cNvPr id="28808" name="Rectangle 36">
              <a:extLst>
                <a:ext uri="{FF2B5EF4-FFF2-40B4-BE49-F238E27FC236}">
                  <a16:creationId xmlns:a16="http://schemas.microsoft.com/office/drawing/2014/main" id="{AE176A22-E92E-4258-82A6-811C145DE49B}"/>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09" name="Text Box 37">
              <a:extLst>
                <a:ext uri="{FF2B5EF4-FFF2-40B4-BE49-F238E27FC236}">
                  <a16:creationId xmlns:a16="http://schemas.microsoft.com/office/drawing/2014/main" id="{65B6C293-BDB2-4A0A-B51D-210194943DE9}"/>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XY=20</a:t>
              </a:r>
            </a:p>
          </p:txBody>
        </p:sp>
      </p:grpSp>
      <p:grpSp>
        <p:nvGrpSpPr>
          <p:cNvPr id="28686" name="Group 38">
            <a:extLst>
              <a:ext uri="{FF2B5EF4-FFF2-40B4-BE49-F238E27FC236}">
                <a16:creationId xmlns:a16="http://schemas.microsoft.com/office/drawing/2014/main" id="{F973178D-D356-43AB-997F-0FDCC3513DEE}"/>
              </a:ext>
            </a:extLst>
          </p:cNvPr>
          <p:cNvGrpSpPr>
            <a:grpSpLocks/>
          </p:cNvGrpSpPr>
          <p:nvPr/>
        </p:nvGrpSpPr>
        <p:grpSpPr bwMode="auto">
          <a:xfrm>
            <a:off x="9823450" y="5410200"/>
            <a:ext cx="869950" cy="914400"/>
            <a:chOff x="1968" y="3072"/>
            <a:chExt cx="548" cy="576"/>
          </a:xfrm>
        </p:grpSpPr>
        <p:sp>
          <p:nvSpPr>
            <p:cNvPr id="28806" name="Rectangle 39">
              <a:extLst>
                <a:ext uri="{FF2B5EF4-FFF2-40B4-BE49-F238E27FC236}">
                  <a16:creationId xmlns:a16="http://schemas.microsoft.com/office/drawing/2014/main" id="{6F1C3808-0D7D-4109-90C6-7D7669CAE87E}"/>
                </a:ext>
              </a:extLst>
            </p:cNvPr>
            <p:cNvSpPr>
              <a:spLocks noChangeArrowheads="1"/>
            </p:cNvSpPr>
            <p:nvPr/>
          </p:nvSpPr>
          <p:spPr bwMode="auto">
            <a:xfrm>
              <a:off x="1968" y="3072"/>
              <a:ext cx="480" cy="57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07" name="Text Box 40">
              <a:extLst>
                <a:ext uri="{FF2B5EF4-FFF2-40B4-BE49-F238E27FC236}">
                  <a16:creationId xmlns:a16="http://schemas.microsoft.com/office/drawing/2014/main" id="{ECCBF2F6-D19F-48B1-A7AE-9BA03A4AD318}"/>
                </a:ext>
              </a:extLst>
            </p:cNvPr>
            <p:cNvSpPr txBox="1">
              <a:spLocks noChangeArrowheads="1"/>
            </p:cNvSpPr>
            <p:nvPr/>
          </p:nvSpPr>
          <p:spPr bwMode="auto">
            <a:xfrm>
              <a:off x="2016" y="3072"/>
              <a:ext cx="500"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9</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XY=72</a:t>
              </a:r>
            </a:p>
          </p:txBody>
        </p:sp>
      </p:grpSp>
      <p:sp>
        <p:nvSpPr>
          <p:cNvPr id="28687" name="Text Box 41">
            <a:extLst>
              <a:ext uri="{FF2B5EF4-FFF2-40B4-BE49-F238E27FC236}">
                <a16:creationId xmlns:a16="http://schemas.microsoft.com/office/drawing/2014/main" id="{1FB54853-4557-409E-844D-6E19DB3EA4F5}"/>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28688" name="Rectangle 42">
            <a:extLst>
              <a:ext uri="{FF2B5EF4-FFF2-40B4-BE49-F238E27FC236}">
                <a16:creationId xmlns:a16="http://schemas.microsoft.com/office/drawing/2014/main" id="{A0BAD74B-D2CA-4140-AD18-DE2A9F2FA733}"/>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28689" name="Line 43">
            <a:extLst>
              <a:ext uri="{FF2B5EF4-FFF2-40B4-BE49-F238E27FC236}">
                <a16:creationId xmlns:a16="http://schemas.microsoft.com/office/drawing/2014/main" id="{8C5758AB-893A-4661-9F43-5635166F18D8}"/>
              </a:ext>
            </a:extLst>
          </p:cNvPr>
          <p:cNvSpPr>
            <a:spLocks noChangeShapeType="1"/>
          </p:cNvSpPr>
          <p:nvPr/>
        </p:nvSpPr>
        <p:spPr bwMode="auto">
          <a:xfrm>
            <a:off x="5943600" y="2667000"/>
            <a:ext cx="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0" name="Line 44">
            <a:extLst>
              <a:ext uri="{FF2B5EF4-FFF2-40B4-BE49-F238E27FC236}">
                <a16:creationId xmlns:a16="http://schemas.microsoft.com/office/drawing/2014/main" id="{B8A1D794-F6D4-42AD-BAED-112770171432}"/>
              </a:ext>
            </a:extLst>
          </p:cNvPr>
          <p:cNvSpPr>
            <a:spLocks noChangeShapeType="1"/>
          </p:cNvSpPr>
          <p:nvPr/>
        </p:nvSpPr>
        <p:spPr bwMode="auto">
          <a:xfrm>
            <a:off x="5943600" y="2667000"/>
            <a:ext cx="32004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1" name="Line 45">
            <a:extLst>
              <a:ext uri="{FF2B5EF4-FFF2-40B4-BE49-F238E27FC236}">
                <a16:creationId xmlns:a16="http://schemas.microsoft.com/office/drawing/2014/main" id="{8DFA86C3-E3EF-4B4A-B00B-2EE3DFF22B50}"/>
              </a:ext>
            </a:extLst>
          </p:cNvPr>
          <p:cNvSpPr>
            <a:spLocks noChangeShapeType="1"/>
          </p:cNvSpPr>
          <p:nvPr/>
        </p:nvSpPr>
        <p:spPr bwMode="auto">
          <a:xfrm flipH="1">
            <a:off x="2971800" y="2667000"/>
            <a:ext cx="2971800" cy="457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2" name="Line 46">
            <a:extLst>
              <a:ext uri="{FF2B5EF4-FFF2-40B4-BE49-F238E27FC236}">
                <a16:creationId xmlns:a16="http://schemas.microsoft.com/office/drawing/2014/main" id="{28D90218-FD70-4D66-8CE6-F11F62DA04DA}"/>
              </a:ext>
            </a:extLst>
          </p:cNvPr>
          <p:cNvSpPr>
            <a:spLocks noChangeShapeType="1"/>
          </p:cNvSpPr>
          <p:nvPr/>
        </p:nvSpPr>
        <p:spPr bwMode="auto">
          <a:xfrm flipH="1">
            <a:off x="19050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3" name="Line 47">
            <a:extLst>
              <a:ext uri="{FF2B5EF4-FFF2-40B4-BE49-F238E27FC236}">
                <a16:creationId xmlns:a16="http://schemas.microsoft.com/office/drawing/2014/main" id="{FFFA004A-D647-4CE2-A44E-667B3B894D78}"/>
              </a:ext>
            </a:extLst>
          </p:cNvPr>
          <p:cNvSpPr>
            <a:spLocks noChangeShapeType="1"/>
          </p:cNvSpPr>
          <p:nvPr/>
        </p:nvSpPr>
        <p:spPr bwMode="auto">
          <a:xfrm flipH="1">
            <a:off x="28956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4" name="Line 48">
            <a:extLst>
              <a:ext uri="{FF2B5EF4-FFF2-40B4-BE49-F238E27FC236}">
                <a16:creationId xmlns:a16="http://schemas.microsoft.com/office/drawing/2014/main" id="{0E7D19B1-B76B-4745-87C8-13B31F14BD94}"/>
              </a:ext>
            </a:extLst>
          </p:cNvPr>
          <p:cNvSpPr>
            <a:spLocks noChangeShapeType="1"/>
          </p:cNvSpPr>
          <p:nvPr/>
        </p:nvSpPr>
        <p:spPr bwMode="auto">
          <a:xfrm>
            <a:off x="29718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5" name="Line 49">
            <a:extLst>
              <a:ext uri="{FF2B5EF4-FFF2-40B4-BE49-F238E27FC236}">
                <a16:creationId xmlns:a16="http://schemas.microsoft.com/office/drawing/2014/main" id="{837E24C0-9C78-469F-8960-3494E5B6D851}"/>
              </a:ext>
            </a:extLst>
          </p:cNvPr>
          <p:cNvSpPr>
            <a:spLocks noChangeShapeType="1"/>
          </p:cNvSpPr>
          <p:nvPr/>
        </p:nvSpPr>
        <p:spPr bwMode="auto">
          <a:xfrm flipH="1">
            <a:off x="50292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6" name="Line 50">
            <a:extLst>
              <a:ext uri="{FF2B5EF4-FFF2-40B4-BE49-F238E27FC236}">
                <a16:creationId xmlns:a16="http://schemas.microsoft.com/office/drawing/2014/main" id="{1C470731-85FA-4138-956A-F5F545C1AB30}"/>
              </a:ext>
            </a:extLst>
          </p:cNvPr>
          <p:cNvSpPr>
            <a:spLocks noChangeShapeType="1"/>
          </p:cNvSpPr>
          <p:nvPr/>
        </p:nvSpPr>
        <p:spPr bwMode="auto">
          <a:xfrm flipH="1">
            <a:off x="60198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7" name="Line 51">
            <a:extLst>
              <a:ext uri="{FF2B5EF4-FFF2-40B4-BE49-F238E27FC236}">
                <a16:creationId xmlns:a16="http://schemas.microsoft.com/office/drawing/2014/main" id="{3521933B-7BAA-4D29-A852-C1B62A4B388A}"/>
              </a:ext>
            </a:extLst>
          </p:cNvPr>
          <p:cNvSpPr>
            <a:spLocks noChangeShapeType="1"/>
          </p:cNvSpPr>
          <p:nvPr/>
        </p:nvSpPr>
        <p:spPr bwMode="auto">
          <a:xfrm>
            <a:off x="60960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8" name="Line 52">
            <a:extLst>
              <a:ext uri="{FF2B5EF4-FFF2-40B4-BE49-F238E27FC236}">
                <a16:creationId xmlns:a16="http://schemas.microsoft.com/office/drawing/2014/main" id="{AE88B6C3-8530-432B-9B69-62888858F9BA}"/>
              </a:ext>
            </a:extLst>
          </p:cNvPr>
          <p:cNvSpPr>
            <a:spLocks noChangeShapeType="1"/>
          </p:cNvSpPr>
          <p:nvPr/>
        </p:nvSpPr>
        <p:spPr bwMode="auto">
          <a:xfrm flipH="1">
            <a:off x="8153400" y="48006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699" name="Line 53">
            <a:extLst>
              <a:ext uri="{FF2B5EF4-FFF2-40B4-BE49-F238E27FC236}">
                <a16:creationId xmlns:a16="http://schemas.microsoft.com/office/drawing/2014/main" id="{FDD425E4-31DB-4499-AE57-E5D8E4EDF9F4}"/>
              </a:ext>
            </a:extLst>
          </p:cNvPr>
          <p:cNvSpPr>
            <a:spLocks noChangeShapeType="1"/>
          </p:cNvSpPr>
          <p:nvPr/>
        </p:nvSpPr>
        <p:spPr bwMode="auto">
          <a:xfrm flipH="1">
            <a:off x="9144000" y="48006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00" name="Line 54">
            <a:extLst>
              <a:ext uri="{FF2B5EF4-FFF2-40B4-BE49-F238E27FC236}">
                <a16:creationId xmlns:a16="http://schemas.microsoft.com/office/drawing/2014/main" id="{3630D20A-6AFF-4E7D-B95E-C2F1531819DB}"/>
              </a:ext>
            </a:extLst>
          </p:cNvPr>
          <p:cNvSpPr>
            <a:spLocks noChangeShapeType="1"/>
          </p:cNvSpPr>
          <p:nvPr/>
        </p:nvSpPr>
        <p:spPr bwMode="auto">
          <a:xfrm>
            <a:off x="9220200" y="48006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28701" name="Group 55">
            <a:extLst>
              <a:ext uri="{FF2B5EF4-FFF2-40B4-BE49-F238E27FC236}">
                <a16:creationId xmlns:a16="http://schemas.microsoft.com/office/drawing/2014/main" id="{CD5D10A4-715F-4C68-ACE8-856FC1B700B9}"/>
              </a:ext>
            </a:extLst>
          </p:cNvPr>
          <p:cNvGrpSpPr>
            <a:grpSpLocks/>
          </p:cNvGrpSpPr>
          <p:nvPr/>
        </p:nvGrpSpPr>
        <p:grpSpPr bwMode="auto">
          <a:xfrm>
            <a:off x="1524000" y="5943600"/>
            <a:ext cx="457200" cy="914400"/>
            <a:chOff x="2432" y="1328"/>
            <a:chExt cx="906" cy="2075"/>
          </a:xfrm>
        </p:grpSpPr>
        <p:sp>
          <p:nvSpPr>
            <p:cNvPr id="28800" name="Freeform 56">
              <a:extLst>
                <a:ext uri="{FF2B5EF4-FFF2-40B4-BE49-F238E27FC236}">
                  <a16:creationId xmlns:a16="http://schemas.microsoft.com/office/drawing/2014/main" id="{826E434B-8B17-45D8-A9C3-9EF8FEC85057}"/>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01" name="Freeform 57">
              <a:extLst>
                <a:ext uri="{FF2B5EF4-FFF2-40B4-BE49-F238E27FC236}">
                  <a16:creationId xmlns:a16="http://schemas.microsoft.com/office/drawing/2014/main" id="{37A3B1DA-D917-41FB-9626-023E83150D79}"/>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02" name="Freeform 58">
              <a:extLst>
                <a:ext uri="{FF2B5EF4-FFF2-40B4-BE49-F238E27FC236}">
                  <a16:creationId xmlns:a16="http://schemas.microsoft.com/office/drawing/2014/main" id="{A4428199-A84F-4C80-B42B-38CF75BA07FD}"/>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03" name="Freeform 59">
              <a:extLst>
                <a:ext uri="{FF2B5EF4-FFF2-40B4-BE49-F238E27FC236}">
                  <a16:creationId xmlns:a16="http://schemas.microsoft.com/office/drawing/2014/main" id="{FC2B3967-7650-41F2-ABCC-B782C80142BF}"/>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04" name="Freeform 60">
              <a:extLst>
                <a:ext uri="{FF2B5EF4-FFF2-40B4-BE49-F238E27FC236}">
                  <a16:creationId xmlns:a16="http://schemas.microsoft.com/office/drawing/2014/main" id="{2BD7110A-1772-4B77-B0F0-B9C3AEFC3E71}"/>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805" name="Freeform 61">
              <a:extLst>
                <a:ext uri="{FF2B5EF4-FFF2-40B4-BE49-F238E27FC236}">
                  <a16:creationId xmlns:a16="http://schemas.microsoft.com/office/drawing/2014/main" id="{8096B53F-3977-4585-A3FE-15E651C07190}"/>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2" name="Group 62">
            <a:extLst>
              <a:ext uri="{FF2B5EF4-FFF2-40B4-BE49-F238E27FC236}">
                <a16:creationId xmlns:a16="http://schemas.microsoft.com/office/drawing/2014/main" id="{5D733BC7-5B2E-4432-8437-357A7ACD5DC1}"/>
              </a:ext>
            </a:extLst>
          </p:cNvPr>
          <p:cNvGrpSpPr>
            <a:grpSpLocks/>
          </p:cNvGrpSpPr>
          <p:nvPr/>
        </p:nvGrpSpPr>
        <p:grpSpPr bwMode="auto">
          <a:xfrm>
            <a:off x="2362200" y="5943600"/>
            <a:ext cx="457200" cy="914400"/>
            <a:chOff x="2432" y="1328"/>
            <a:chExt cx="906" cy="2075"/>
          </a:xfrm>
        </p:grpSpPr>
        <p:sp>
          <p:nvSpPr>
            <p:cNvPr id="28794" name="Freeform 63">
              <a:extLst>
                <a:ext uri="{FF2B5EF4-FFF2-40B4-BE49-F238E27FC236}">
                  <a16:creationId xmlns:a16="http://schemas.microsoft.com/office/drawing/2014/main" id="{01ED6DB3-65BF-4B5A-8728-DD0243874113}"/>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5" name="Freeform 64">
              <a:extLst>
                <a:ext uri="{FF2B5EF4-FFF2-40B4-BE49-F238E27FC236}">
                  <a16:creationId xmlns:a16="http://schemas.microsoft.com/office/drawing/2014/main" id="{0EC8DEE7-1AC7-402E-8A36-60A212C2EA1B}"/>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6" name="Freeform 65">
              <a:extLst>
                <a:ext uri="{FF2B5EF4-FFF2-40B4-BE49-F238E27FC236}">
                  <a16:creationId xmlns:a16="http://schemas.microsoft.com/office/drawing/2014/main" id="{725B11FB-501A-418D-9427-0702B8A35969}"/>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7" name="Freeform 66">
              <a:extLst>
                <a:ext uri="{FF2B5EF4-FFF2-40B4-BE49-F238E27FC236}">
                  <a16:creationId xmlns:a16="http://schemas.microsoft.com/office/drawing/2014/main" id="{70176E64-E3FD-4BFF-9A9B-64E27D9B5235}"/>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8" name="Freeform 67">
              <a:extLst>
                <a:ext uri="{FF2B5EF4-FFF2-40B4-BE49-F238E27FC236}">
                  <a16:creationId xmlns:a16="http://schemas.microsoft.com/office/drawing/2014/main" id="{63B49D43-9DB2-4A56-86DB-A0A14E37801C}"/>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9" name="Freeform 68">
              <a:extLst>
                <a:ext uri="{FF2B5EF4-FFF2-40B4-BE49-F238E27FC236}">
                  <a16:creationId xmlns:a16="http://schemas.microsoft.com/office/drawing/2014/main" id="{7AEF6AF1-DB80-400D-8BE8-09BA4C407EFA}"/>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3" name="Group 69">
            <a:extLst>
              <a:ext uri="{FF2B5EF4-FFF2-40B4-BE49-F238E27FC236}">
                <a16:creationId xmlns:a16="http://schemas.microsoft.com/office/drawing/2014/main" id="{69802833-4F4F-48B5-99CD-C8F862008046}"/>
              </a:ext>
            </a:extLst>
          </p:cNvPr>
          <p:cNvGrpSpPr>
            <a:grpSpLocks/>
          </p:cNvGrpSpPr>
          <p:nvPr/>
        </p:nvGrpSpPr>
        <p:grpSpPr bwMode="auto">
          <a:xfrm>
            <a:off x="3276600" y="5943600"/>
            <a:ext cx="457200" cy="914400"/>
            <a:chOff x="2432" y="1328"/>
            <a:chExt cx="906" cy="2075"/>
          </a:xfrm>
        </p:grpSpPr>
        <p:sp>
          <p:nvSpPr>
            <p:cNvPr id="28788" name="Freeform 70">
              <a:extLst>
                <a:ext uri="{FF2B5EF4-FFF2-40B4-BE49-F238E27FC236}">
                  <a16:creationId xmlns:a16="http://schemas.microsoft.com/office/drawing/2014/main" id="{6DC4127A-0637-49BF-A340-2729D99F4C62}"/>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9" name="Freeform 71">
              <a:extLst>
                <a:ext uri="{FF2B5EF4-FFF2-40B4-BE49-F238E27FC236}">
                  <a16:creationId xmlns:a16="http://schemas.microsoft.com/office/drawing/2014/main" id="{18282678-4AC6-42D8-9F7F-A090ABD3B608}"/>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0" name="Freeform 72">
              <a:extLst>
                <a:ext uri="{FF2B5EF4-FFF2-40B4-BE49-F238E27FC236}">
                  <a16:creationId xmlns:a16="http://schemas.microsoft.com/office/drawing/2014/main" id="{44F25559-E154-4430-B7FC-7812C54285C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1" name="Freeform 73">
              <a:extLst>
                <a:ext uri="{FF2B5EF4-FFF2-40B4-BE49-F238E27FC236}">
                  <a16:creationId xmlns:a16="http://schemas.microsoft.com/office/drawing/2014/main" id="{DAAF50D4-B2CC-4490-989E-0016592C71C6}"/>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2" name="Freeform 74">
              <a:extLst>
                <a:ext uri="{FF2B5EF4-FFF2-40B4-BE49-F238E27FC236}">
                  <a16:creationId xmlns:a16="http://schemas.microsoft.com/office/drawing/2014/main" id="{9DADFC97-2F18-426D-9997-2A68FC64F2FB}"/>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93" name="Freeform 75">
              <a:extLst>
                <a:ext uri="{FF2B5EF4-FFF2-40B4-BE49-F238E27FC236}">
                  <a16:creationId xmlns:a16="http://schemas.microsoft.com/office/drawing/2014/main" id="{10168EFA-4D5A-4628-A116-EE9F4B97CCE5}"/>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4" name="Group 76">
            <a:extLst>
              <a:ext uri="{FF2B5EF4-FFF2-40B4-BE49-F238E27FC236}">
                <a16:creationId xmlns:a16="http://schemas.microsoft.com/office/drawing/2014/main" id="{AB53912E-8C87-486D-8BE9-C417434B9703}"/>
              </a:ext>
            </a:extLst>
          </p:cNvPr>
          <p:cNvGrpSpPr>
            <a:grpSpLocks/>
          </p:cNvGrpSpPr>
          <p:nvPr/>
        </p:nvGrpSpPr>
        <p:grpSpPr bwMode="auto">
          <a:xfrm>
            <a:off x="4648200" y="5943600"/>
            <a:ext cx="457200" cy="914400"/>
            <a:chOff x="2432" y="1328"/>
            <a:chExt cx="906" cy="2075"/>
          </a:xfrm>
        </p:grpSpPr>
        <p:sp>
          <p:nvSpPr>
            <p:cNvPr id="28782" name="Freeform 77">
              <a:extLst>
                <a:ext uri="{FF2B5EF4-FFF2-40B4-BE49-F238E27FC236}">
                  <a16:creationId xmlns:a16="http://schemas.microsoft.com/office/drawing/2014/main" id="{CE95ED19-B6F6-44DA-B0C6-18206A35A968}"/>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3" name="Freeform 78">
              <a:extLst>
                <a:ext uri="{FF2B5EF4-FFF2-40B4-BE49-F238E27FC236}">
                  <a16:creationId xmlns:a16="http://schemas.microsoft.com/office/drawing/2014/main" id="{7030BC9E-B826-4B01-957B-2070AE0EDA03}"/>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4" name="Freeform 79">
              <a:extLst>
                <a:ext uri="{FF2B5EF4-FFF2-40B4-BE49-F238E27FC236}">
                  <a16:creationId xmlns:a16="http://schemas.microsoft.com/office/drawing/2014/main" id="{159419BD-14D9-4F17-90F6-3C1313E5280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5" name="Freeform 80">
              <a:extLst>
                <a:ext uri="{FF2B5EF4-FFF2-40B4-BE49-F238E27FC236}">
                  <a16:creationId xmlns:a16="http://schemas.microsoft.com/office/drawing/2014/main" id="{547AC097-D7E9-4C92-96AB-66288BC8D543}"/>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6" name="Freeform 81">
              <a:extLst>
                <a:ext uri="{FF2B5EF4-FFF2-40B4-BE49-F238E27FC236}">
                  <a16:creationId xmlns:a16="http://schemas.microsoft.com/office/drawing/2014/main" id="{95562ECC-8EEE-4B86-B491-362A5D405E02}"/>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7" name="Freeform 82">
              <a:extLst>
                <a:ext uri="{FF2B5EF4-FFF2-40B4-BE49-F238E27FC236}">
                  <a16:creationId xmlns:a16="http://schemas.microsoft.com/office/drawing/2014/main" id="{BF0136A3-1073-44F9-9E27-141DBB6662F8}"/>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5" name="Group 83">
            <a:extLst>
              <a:ext uri="{FF2B5EF4-FFF2-40B4-BE49-F238E27FC236}">
                <a16:creationId xmlns:a16="http://schemas.microsoft.com/office/drawing/2014/main" id="{64915F7A-40E8-46B1-B023-D43357078E54}"/>
              </a:ext>
            </a:extLst>
          </p:cNvPr>
          <p:cNvGrpSpPr>
            <a:grpSpLocks/>
          </p:cNvGrpSpPr>
          <p:nvPr/>
        </p:nvGrpSpPr>
        <p:grpSpPr bwMode="auto">
          <a:xfrm>
            <a:off x="5562600" y="5943600"/>
            <a:ext cx="457200" cy="914400"/>
            <a:chOff x="2432" y="1328"/>
            <a:chExt cx="906" cy="2075"/>
          </a:xfrm>
        </p:grpSpPr>
        <p:sp>
          <p:nvSpPr>
            <p:cNvPr id="28776" name="Freeform 84">
              <a:extLst>
                <a:ext uri="{FF2B5EF4-FFF2-40B4-BE49-F238E27FC236}">
                  <a16:creationId xmlns:a16="http://schemas.microsoft.com/office/drawing/2014/main" id="{4A9956CE-3737-40F3-9E3E-157AA50EC50B}"/>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7" name="Freeform 85">
              <a:extLst>
                <a:ext uri="{FF2B5EF4-FFF2-40B4-BE49-F238E27FC236}">
                  <a16:creationId xmlns:a16="http://schemas.microsoft.com/office/drawing/2014/main" id="{B56FBCDD-35E4-4807-9B65-7DCA48423658}"/>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8" name="Freeform 86">
              <a:extLst>
                <a:ext uri="{FF2B5EF4-FFF2-40B4-BE49-F238E27FC236}">
                  <a16:creationId xmlns:a16="http://schemas.microsoft.com/office/drawing/2014/main" id="{B46983DE-B5EA-4AE7-A483-D02DF942BEF5}"/>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9" name="Freeform 87">
              <a:extLst>
                <a:ext uri="{FF2B5EF4-FFF2-40B4-BE49-F238E27FC236}">
                  <a16:creationId xmlns:a16="http://schemas.microsoft.com/office/drawing/2014/main" id="{EBB9CB39-E428-4DD0-8849-5E2B341740B3}"/>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0" name="Freeform 88">
              <a:extLst>
                <a:ext uri="{FF2B5EF4-FFF2-40B4-BE49-F238E27FC236}">
                  <a16:creationId xmlns:a16="http://schemas.microsoft.com/office/drawing/2014/main" id="{BF28524B-6997-4731-8333-D597F220B55C}"/>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81" name="Freeform 89">
              <a:extLst>
                <a:ext uri="{FF2B5EF4-FFF2-40B4-BE49-F238E27FC236}">
                  <a16:creationId xmlns:a16="http://schemas.microsoft.com/office/drawing/2014/main" id="{08462C43-E061-41C1-B472-983B0659D738}"/>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6" name="Group 90">
            <a:extLst>
              <a:ext uri="{FF2B5EF4-FFF2-40B4-BE49-F238E27FC236}">
                <a16:creationId xmlns:a16="http://schemas.microsoft.com/office/drawing/2014/main" id="{3F88DF73-7896-4CE6-A67B-F8CBF0EF2409}"/>
              </a:ext>
            </a:extLst>
          </p:cNvPr>
          <p:cNvGrpSpPr>
            <a:grpSpLocks/>
          </p:cNvGrpSpPr>
          <p:nvPr/>
        </p:nvGrpSpPr>
        <p:grpSpPr bwMode="auto">
          <a:xfrm>
            <a:off x="6477000" y="5943600"/>
            <a:ext cx="457200" cy="914400"/>
            <a:chOff x="2432" y="1328"/>
            <a:chExt cx="906" cy="2075"/>
          </a:xfrm>
        </p:grpSpPr>
        <p:sp>
          <p:nvSpPr>
            <p:cNvPr id="28770" name="Freeform 91">
              <a:extLst>
                <a:ext uri="{FF2B5EF4-FFF2-40B4-BE49-F238E27FC236}">
                  <a16:creationId xmlns:a16="http://schemas.microsoft.com/office/drawing/2014/main" id="{F59CAA97-E462-4A0E-820F-022789EBB2C0}"/>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1" name="Freeform 92">
              <a:extLst>
                <a:ext uri="{FF2B5EF4-FFF2-40B4-BE49-F238E27FC236}">
                  <a16:creationId xmlns:a16="http://schemas.microsoft.com/office/drawing/2014/main" id="{C5E8C92D-9574-4F55-AE5F-21459E1C965E}"/>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2" name="Freeform 93">
              <a:extLst>
                <a:ext uri="{FF2B5EF4-FFF2-40B4-BE49-F238E27FC236}">
                  <a16:creationId xmlns:a16="http://schemas.microsoft.com/office/drawing/2014/main" id="{BFB4EEB4-9608-4112-A249-E5ACD7DAC323}"/>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3" name="Freeform 94">
              <a:extLst>
                <a:ext uri="{FF2B5EF4-FFF2-40B4-BE49-F238E27FC236}">
                  <a16:creationId xmlns:a16="http://schemas.microsoft.com/office/drawing/2014/main" id="{019FE57B-01BA-4616-B240-C8AF4329E080}"/>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4" name="Freeform 95">
              <a:extLst>
                <a:ext uri="{FF2B5EF4-FFF2-40B4-BE49-F238E27FC236}">
                  <a16:creationId xmlns:a16="http://schemas.microsoft.com/office/drawing/2014/main" id="{AC6F1E9D-F141-40B5-B0B7-81FC215CDB7F}"/>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75" name="Freeform 96">
              <a:extLst>
                <a:ext uri="{FF2B5EF4-FFF2-40B4-BE49-F238E27FC236}">
                  <a16:creationId xmlns:a16="http://schemas.microsoft.com/office/drawing/2014/main" id="{7E6518CD-E7EA-4D56-850A-71B865D0750F}"/>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7" name="Group 97">
            <a:extLst>
              <a:ext uri="{FF2B5EF4-FFF2-40B4-BE49-F238E27FC236}">
                <a16:creationId xmlns:a16="http://schemas.microsoft.com/office/drawing/2014/main" id="{74AE8DDD-23CD-4703-9D66-79D7F5DDEE24}"/>
              </a:ext>
            </a:extLst>
          </p:cNvPr>
          <p:cNvGrpSpPr>
            <a:grpSpLocks/>
          </p:cNvGrpSpPr>
          <p:nvPr/>
        </p:nvGrpSpPr>
        <p:grpSpPr bwMode="auto">
          <a:xfrm>
            <a:off x="7848600" y="5943600"/>
            <a:ext cx="457200" cy="914400"/>
            <a:chOff x="2432" y="1328"/>
            <a:chExt cx="906" cy="2075"/>
          </a:xfrm>
        </p:grpSpPr>
        <p:sp>
          <p:nvSpPr>
            <p:cNvPr id="28764" name="Freeform 98">
              <a:extLst>
                <a:ext uri="{FF2B5EF4-FFF2-40B4-BE49-F238E27FC236}">
                  <a16:creationId xmlns:a16="http://schemas.microsoft.com/office/drawing/2014/main" id="{AE5BABDD-4CF1-49A6-B8D0-728BEDB54B05}"/>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5" name="Freeform 99">
              <a:extLst>
                <a:ext uri="{FF2B5EF4-FFF2-40B4-BE49-F238E27FC236}">
                  <a16:creationId xmlns:a16="http://schemas.microsoft.com/office/drawing/2014/main" id="{7150DE7B-6D88-4FED-A612-A0789BB8BDA4}"/>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6" name="Freeform 100">
              <a:extLst>
                <a:ext uri="{FF2B5EF4-FFF2-40B4-BE49-F238E27FC236}">
                  <a16:creationId xmlns:a16="http://schemas.microsoft.com/office/drawing/2014/main" id="{8D0C79FD-CFF5-4C05-A0EB-764E8CB7969D}"/>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7" name="Freeform 101">
              <a:extLst>
                <a:ext uri="{FF2B5EF4-FFF2-40B4-BE49-F238E27FC236}">
                  <a16:creationId xmlns:a16="http://schemas.microsoft.com/office/drawing/2014/main" id="{2EE4A228-8B4B-4565-94A0-A1DC09BBD430}"/>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8" name="Freeform 102">
              <a:extLst>
                <a:ext uri="{FF2B5EF4-FFF2-40B4-BE49-F238E27FC236}">
                  <a16:creationId xmlns:a16="http://schemas.microsoft.com/office/drawing/2014/main" id="{C7E28215-4704-4E10-B1F0-5C5CD7AB98E8}"/>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9" name="Freeform 103">
              <a:extLst>
                <a:ext uri="{FF2B5EF4-FFF2-40B4-BE49-F238E27FC236}">
                  <a16:creationId xmlns:a16="http://schemas.microsoft.com/office/drawing/2014/main" id="{76FEE44C-2ECC-4127-A7D7-EE7224A18CA0}"/>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8" name="Group 104">
            <a:extLst>
              <a:ext uri="{FF2B5EF4-FFF2-40B4-BE49-F238E27FC236}">
                <a16:creationId xmlns:a16="http://schemas.microsoft.com/office/drawing/2014/main" id="{891DBB7D-CC85-4C08-BA65-2A8EF829182D}"/>
              </a:ext>
            </a:extLst>
          </p:cNvPr>
          <p:cNvGrpSpPr>
            <a:grpSpLocks/>
          </p:cNvGrpSpPr>
          <p:nvPr/>
        </p:nvGrpSpPr>
        <p:grpSpPr bwMode="auto">
          <a:xfrm>
            <a:off x="8763000" y="5943600"/>
            <a:ext cx="457200" cy="914400"/>
            <a:chOff x="2432" y="1328"/>
            <a:chExt cx="906" cy="2075"/>
          </a:xfrm>
        </p:grpSpPr>
        <p:sp>
          <p:nvSpPr>
            <p:cNvPr id="28758" name="Freeform 105">
              <a:extLst>
                <a:ext uri="{FF2B5EF4-FFF2-40B4-BE49-F238E27FC236}">
                  <a16:creationId xmlns:a16="http://schemas.microsoft.com/office/drawing/2014/main" id="{F69EB456-41A5-4CFF-9C29-0CA991B23A0A}"/>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9" name="Freeform 106">
              <a:extLst>
                <a:ext uri="{FF2B5EF4-FFF2-40B4-BE49-F238E27FC236}">
                  <a16:creationId xmlns:a16="http://schemas.microsoft.com/office/drawing/2014/main" id="{783E80FC-20D7-47D2-B8C2-A17F6EC5D873}"/>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0" name="Freeform 107">
              <a:extLst>
                <a:ext uri="{FF2B5EF4-FFF2-40B4-BE49-F238E27FC236}">
                  <a16:creationId xmlns:a16="http://schemas.microsoft.com/office/drawing/2014/main" id="{B1F52194-0253-428D-B168-EB9573F7EFA5}"/>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1" name="Freeform 108">
              <a:extLst>
                <a:ext uri="{FF2B5EF4-FFF2-40B4-BE49-F238E27FC236}">
                  <a16:creationId xmlns:a16="http://schemas.microsoft.com/office/drawing/2014/main" id="{A4DBEC51-4FE6-43BC-8553-B9C4196AA2BE}"/>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2" name="Freeform 109">
              <a:extLst>
                <a:ext uri="{FF2B5EF4-FFF2-40B4-BE49-F238E27FC236}">
                  <a16:creationId xmlns:a16="http://schemas.microsoft.com/office/drawing/2014/main" id="{3BCAAFB0-B8C5-424E-B51C-153C43A502BA}"/>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63" name="Freeform 110">
              <a:extLst>
                <a:ext uri="{FF2B5EF4-FFF2-40B4-BE49-F238E27FC236}">
                  <a16:creationId xmlns:a16="http://schemas.microsoft.com/office/drawing/2014/main" id="{DCDBD9D3-5970-4ACE-A6C9-E27584F1F160}"/>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09" name="Group 111">
            <a:extLst>
              <a:ext uri="{FF2B5EF4-FFF2-40B4-BE49-F238E27FC236}">
                <a16:creationId xmlns:a16="http://schemas.microsoft.com/office/drawing/2014/main" id="{35EFFAF3-602F-45E5-B374-CBC49A66F4FB}"/>
              </a:ext>
            </a:extLst>
          </p:cNvPr>
          <p:cNvGrpSpPr>
            <a:grpSpLocks/>
          </p:cNvGrpSpPr>
          <p:nvPr/>
        </p:nvGrpSpPr>
        <p:grpSpPr bwMode="auto">
          <a:xfrm>
            <a:off x="9677400" y="5943600"/>
            <a:ext cx="457200" cy="914400"/>
            <a:chOff x="2432" y="1328"/>
            <a:chExt cx="906" cy="2075"/>
          </a:xfrm>
        </p:grpSpPr>
        <p:sp>
          <p:nvSpPr>
            <p:cNvPr id="28752" name="Freeform 112">
              <a:extLst>
                <a:ext uri="{FF2B5EF4-FFF2-40B4-BE49-F238E27FC236}">
                  <a16:creationId xmlns:a16="http://schemas.microsoft.com/office/drawing/2014/main" id="{78F3FE3C-7863-4383-8C63-1D05D53B3E11}"/>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3" name="Freeform 113">
              <a:extLst>
                <a:ext uri="{FF2B5EF4-FFF2-40B4-BE49-F238E27FC236}">
                  <a16:creationId xmlns:a16="http://schemas.microsoft.com/office/drawing/2014/main" id="{D3A10898-5C97-4AC1-83B9-F648E1717083}"/>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4" name="Freeform 114">
              <a:extLst>
                <a:ext uri="{FF2B5EF4-FFF2-40B4-BE49-F238E27FC236}">
                  <a16:creationId xmlns:a16="http://schemas.microsoft.com/office/drawing/2014/main" id="{A0371ED1-35BB-46CC-832D-8CCEEAB52623}"/>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5" name="Freeform 115">
              <a:extLst>
                <a:ext uri="{FF2B5EF4-FFF2-40B4-BE49-F238E27FC236}">
                  <a16:creationId xmlns:a16="http://schemas.microsoft.com/office/drawing/2014/main" id="{4710397D-C0E8-4B87-A5BB-23B02E725E65}"/>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6" name="Freeform 116">
              <a:extLst>
                <a:ext uri="{FF2B5EF4-FFF2-40B4-BE49-F238E27FC236}">
                  <a16:creationId xmlns:a16="http://schemas.microsoft.com/office/drawing/2014/main" id="{CB964B87-68CB-4B65-BDA0-5CB161E684D4}"/>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7" name="Freeform 117">
              <a:extLst>
                <a:ext uri="{FF2B5EF4-FFF2-40B4-BE49-F238E27FC236}">
                  <a16:creationId xmlns:a16="http://schemas.microsoft.com/office/drawing/2014/main" id="{7BCB3D6C-5D0A-44A8-AE91-531CC4F24A6C}"/>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10" name="Group 118">
            <a:extLst>
              <a:ext uri="{FF2B5EF4-FFF2-40B4-BE49-F238E27FC236}">
                <a16:creationId xmlns:a16="http://schemas.microsoft.com/office/drawing/2014/main" id="{81D76019-F50C-4755-9809-8F3263196B75}"/>
              </a:ext>
            </a:extLst>
          </p:cNvPr>
          <p:cNvGrpSpPr>
            <a:grpSpLocks/>
          </p:cNvGrpSpPr>
          <p:nvPr/>
        </p:nvGrpSpPr>
        <p:grpSpPr bwMode="auto">
          <a:xfrm>
            <a:off x="8077200" y="4191000"/>
            <a:ext cx="457200" cy="914400"/>
            <a:chOff x="2432" y="1328"/>
            <a:chExt cx="906" cy="2075"/>
          </a:xfrm>
        </p:grpSpPr>
        <p:sp>
          <p:nvSpPr>
            <p:cNvPr id="28746" name="Freeform 119">
              <a:extLst>
                <a:ext uri="{FF2B5EF4-FFF2-40B4-BE49-F238E27FC236}">
                  <a16:creationId xmlns:a16="http://schemas.microsoft.com/office/drawing/2014/main" id="{ED558766-A479-466F-B082-E45F847917D1}"/>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7" name="Freeform 120">
              <a:extLst>
                <a:ext uri="{FF2B5EF4-FFF2-40B4-BE49-F238E27FC236}">
                  <a16:creationId xmlns:a16="http://schemas.microsoft.com/office/drawing/2014/main" id="{B561709B-59FE-4684-B199-B49CB0BA385B}"/>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8" name="Freeform 121">
              <a:extLst>
                <a:ext uri="{FF2B5EF4-FFF2-40B4-BE49-F238E27FC236}">
                  <a16:creationId xmlns:a16="http://schemas.microsoft.com/office/drawing/2014/main" id="{1A825695-0479-4915-AFB4-123629A776A1}"/>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9" name="Freeform 122">
              <a:extLst>
                <a:ext uri="{FF2B5EF4-FFF2-40B4-BE49-F238E27FC236}">
                  <a16:creationId xmlns:a16="http://schemas.microsoft.com/office/drawing/2014/main" id="{8A0FF228-454B-402C-B50D-043F1E191C49}"/>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0" name="Freeform 123">
              <a:extLst>
                <a:ext uri="{FF2B5EF4-FFF2-40B4-BE49-F238E27FC236}">
                  <a16:creationId xmlns:a16="http://schemas.microsoft.com/office/drawing/2014/main" id="{A341DF40-477E-4A90-A907-A43822319021}"/>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51" name="Freeform 124">
              <a:extLst>
                <a:ext uri="{FF2B5EF4-FFF2-40B4-BE49-F238E27FC236}">
                  <a16:creationId xmlns:a16="http://schemas.microsoft.com/office/drawing/2014/main" id="{13D1CA35-AFDE-488D-AE9B-2A1462276A7B}"/>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11" name="Group 125">
            <a:extLst>
              <a:ext uri="{FF2B5EF4-FFF2-40B4-BE49-F238E27FC236}">
                <a16:creationId xmlns:a16="http://schemas.microsoft.com/office/drawing/2014/main" id="{11BC9834-E898-4D42-AFB5-E46CA75C14B6}"/>
              </a:ext>
            </a:extLst>
          </p:cNvPr>
          <p:cNvGrpSpPr>
            <a:grpSpLocks/>
          </p:cNvGrpSpPr>
          <p:nvPr/>
        </p:nvGrpSpPr>
        <p:grpSpPr bwMode="auto">
          <a:xfrm>
            <a:off x="4876800" y="4191000"/>
            <a:ext cx="457200" cy="914400"/>
            <a:chOff x="2432" y="1328"/>
            <a:chExt cx="906" cy="2075"/>
          </a:xfrm>
        </p:grpSpPr>
        <p:sp>
          <p:nvSpPr>
            <p:cNvPr id="28740" name="Freeform 126">
              <a:extLst>
                <a:ext uri="{FF2B5EF4-FFF2-40B4-BE49-F238E27FC236}">
                  <a16:creationId xmlns:a16="http://schemas.microsoft.com/office/drawing/2014/main" id="{87201DD7-9025-4E36-9E87-6705448136F2}"/>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1" name="Freeform 127">
              <a:extLst>
                <a:ext uri="{FF2B5EF4-FFF2-40B4-BE49-F238E27FC236}">
                  <a16:creationId xmlns:a16="http://schemas.microsoft.com/office/drawing/2014/main" id="{C184DC29-52FF-4C54-87F3-035D10D78F2F}"/>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2" name="Freeform 128">
              <a:extLst>
                <a:ext uri="{FF2B5EF4-FFF2-40B4-BE49-F238E27FC236}">
                  <a16:creationId xmlns:a16="http://schemas.microsoft.com/office/drawing/2014/main" id="{BFD4BDE7-3DEF-4F2A-BD03-5E8824D1D9EC}"/>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3" name="Freeform 129">
              <a:extLst>
                <a:ext uri="{FF2B5EF4-FFF2-40B4-BE49-F238E27FC236}">
                  <a16:creationId xmlns:a16="http://schemas.microsoft.com/office/drawing/2014/main" id="{7A825BCC-0571-4071-ABA5-EE9528083EF2}"/>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4" name="Freeform 130">
              <a:extLst>
                <a:ext uri="{FF2B5EF4-FFF2-40B4-BE49-F238E27FC236}">
                  <a16:creationId xmlns:a16="http://schemas.microsoft.com/office/drawing/2014/main" id="{E7C87931-79B3-4F97-8327-8B5B998F61D0}"/>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45" name="Freeform 131">
              <a:extLst>
                <a:ext uri="{FF2B5EF4-FFF2-40B4-BE49-F238E27FC236}">
                  <a16:creationId xmlns:a16="http://schemas.microsoft.com/office/drawing/2014/main" id="{75FF48BD-745E-4403-AADD-CDC6D3164C42}"/>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12" name="Group 132">
            <a:extLst>
              <a:ext uri="{FF2B5EF4-FFF2-40B4-BE49-F238E27FC236}">
                <a16:creationId xmlns:a16="http://schemas.microsoft.com/office/drawing/2014/main" id="{89EE1829-A2ED-415F-A8AE-B507B080D798}"/>
              </a:ext>
            </a:extLst>
          </p:cNvPr>
          <p:cNvGrpSpPr>
            <a:grpSpLocks/>
          </p:cNvGrpSpPr>
          <p:nvPr/>
        </p:nvGrpSpPr>
        <p:grpSpPr bwMode="auto">
          <a:xfrm>
            <a:off x="1828800" y="4191000"/>
            <a:ext cx="457200" cy="914400"/>
            <a:chOff x="2432" y="1328"/>
            <a:chExt cx="906" cy="2075"/>
          </a:xfrm>
        </p:grpSpPr>
        <p:sp>
          <p:nvSpPr>
            <p:cNvPr id="28734" name="Freeform 133">
              <a:extLst>
                <a:ext uri="{FF2B5EF4-FFF2-40B4-BE49-F238E27FC236}">
                  <a16:creationId xmlns:a16="http://schemas.microsoft.com/office/drawing/2014/main" id="{BB2C25B5-0321-41F0-8A76-A1B13197EC3E}"/>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5" name="Freeform 134">
              <a:extLst>
                <a:ext uri="{FF2B5EF4-FFF2-40B4-BE49-F238E27FC236}">
                  <a16:creationId xmlns:a16="http://schemas.microsoft.com/office/drawing/2014/main" id="{08E8015E-B686-4027-8A03-A00671180B3D}"/>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6" name="Freeform 135">
              <a:extLst>
                <a:ext uri="{FF2B5EF4-FFF2-40B4-BE49-F238E27FC236}">
                  <a16:creationId xmlns:a16="http://schemas.microsoft.com/office/drawing/2014/main" id="{416520AD-C49B-413F-894A-F95C1D356A34}"/>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7" name="Freeform 136">
              <a:extLst>
                <a:ext uri="{FF2B5EF4-FFF2-40B4-BE49-F238E27FC236}">
                  <a16:creationId xmlns:a16="http://schemas.microsoft.com/office/drawing/2014/main" id="{4C54B3FE-B84A-43F9-B286-A4738A175C29}"/>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8" name="Freeform 137">
              <a:extLst>
                <a:ext uri="{FF2B5EF4-FFF2-40B4-BE49-F238E27FC236}">
                  <a16:creationId xmlns:a16="http://schemas.microsoft.com/office/drawing/2014/main" id="{BF51645D-B08F-4C80-B2F3-C89A1A0007A5}"/>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9" name="Freeform 138">
              <a:extLst>
                <a:ext uri="{FF2B5EF4-FFF2-40B4-BE49-F238E27FC236}">
                  <a16:creationId xmlns:a16="http://schemas.microsoft.com/office/drawing/2014/main" id="{AD76231E-0033-4C9A-B703-5F91F724AE99}"/>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8713" name="Group 139">
            <a:extLst>
              <a:ext uri="{FF2B5EF4-FFF2-40B4-BE49-F238E27FC236}">
                <a16:creationId xmlns:a16="http://schemas.microsoft.com/office/drawing/2014/main" id="{40031954-E89D-4DBD-90E0-BDFC233F3D5B}"/>
              </a:ext>
            </a:extLst>
          </p:cNvPr>
          <p:cNvGrpSpPr>
            <a:grpSpLocks/>
          </p:cNvGrpSpPr>
          <p:nvPr/>
        </p:nvGrpSpPr>
        <p:grpSpPr bwMode="auto">
          <a:xfrm>
            <a:off x="4953000" y="2133600"/>
            <a:ext cx="457200" cy="914400"/>
            <a:chOff x="2432" y="1328"/>
            <a:chExt cx="906" cy="2075"/>
          </a:xfrm>
        </p:grpSpPr>
        <p:sp>
          <p:nvSpPr>
            <p:cNvPr id="28728" name="Freeform 140">
              <a:extLst>
                <a:ext uri="{FF2B5EF4-FFF2-40B4-BE49-F238E27FC236}">
                  <a16:creationId xmlns:a16="http://schemas.microsoft.com/office/drawing/2014/main" id="{939613BE-A36E-4010-B6F3-AEB45EFB3BBE}"/>
                </a:ext>
              </a:extLst>
            </p:cNvPr>
            <p:cNvSpPr>
              <a:spLocks/>
            </p:cNvSpPr>
            <p:nvPr/>
          </p:nvSpPr>
          <p:spPr bwMode="auto">
            <a:xfrm>
              <a:off x="2594" y="1328"/>
              <a:ext cx="450" cy="433"/>
            </a:xfrm>
            <a:custGeom>
              <a:avLst/>
              <a:gdLst>
                <a:gd name="T0" fmla="*/ 294 w 410"/>
                <a:gd name="T1" fmla="*/ 125 h 406"/>
                <a:gd name="T2" fmla="*/ 238 w 410"/>
                <a:gd name="T3" fmla="*/ 44 h 406"/>
                <a:gd name="T4" fmla="*/ 182 w 410"/>
                <a:gd name="T5" fmla="*/ 0 h 406"/>
                <a:gd name="T6" fmla="*/ 116 w 410"/>
                <a:gd name="T7" fmla="*/ 0 h 406"/>
                <a:gd name="T8" fmla="*/ 44 w 410"/>
                <a:gd name="T9" fmla="*/ 28 h 406"/>
                <a:gd name="T10" fmla="*/ 11 w 410"/>
                <a:gd name="T11" fmla="*/ 76 h 406"/>
                <a:gd name="T12" fmla="*/ 0 w 410"/>
                <a:gd name="T13" fmla="*/ 141 h 406"/>
                <a:gd name="T14" fmla="*/ 11 w 410"/>
                <a:gd name="T15" fmla="*/ 227 h 406"/>
                <a:gd name="T16" fmla="*/ 55 w 410"/>
                <a:gd name="T17" fmla="*/ 324 h 406"/>
                <a:gd name="T18" fmla="*/ 133 w 410"/>
                <a:gd name="T19" fmla="*/ 389 h 406"/>
                <a:gd name="T20" fmla="*/ 193 w 410"/>
                <a:gd name="T21" fmla="*/ 421 h 406"/>
                <a:gd name="T22" fmla="*/ 255 w 410"/>
                <a:gd name="T23" fmla="*/ 433 h 406"/>
                <a:gd name="T24" fmla="*/ 305 w 410"/>
                <a:gd name="T25" fmla="*/ 416 h 406"/>
                <a:gd name="T26" fmla="*/ 333 w 410"/>
                <a:gd name="T27" fmla="*/ 389 h 406"/>
                <a:gd name="T28" fmla="*/ 350 w 410"/>
                <a:gd name="T29" fmla="*/ 324 h 406"/>
                <a:gd name="T30" fmla="*/ 345 w 410"/>
                <a:gd name="T31" fmla="*/ 248 h 406"/>
                <a:gd name="T32" fmla="*/ 327 w 410"/>
                <a:gd name="T33" fmla="*/ 185 h 406"/>
                <a:gd name="T34" fmla="*/ 438 w 410"/>
                <a:gd name="T35" fmla="*/ 125 h 406"/>
                <a:gd name="T36" fmla="*/ 450 w 410"/>
                <a:gd name="T37" fmla="*/ 98 h 406"/>
                <a:gd name="T38" fmla="*/ 438 w 410"/>
                <a:gd name="T39" fmla="*/ 86 h 406"/>
                <a:gd name="T40" fmla="*/ 316 w 410"/>
                <a:gd name="T41" fmla="*/ 157 h 406"/>
                <a:gd name="T42" fmla="*/ 294 w 410"/>
                <a:gd name="T43" fmla="*/ 125 h 40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0" h="406">
                  <a:moveTo>
                    <a:pt x="268" y="117"/>
                  </a:moveTo>
                  <a:lnTo>
                    <a:pt x="217" y="41"/>
                  </a:lnTo>
                  <a:lnTo>
                    <a:pt x="166" y="0"/>
                  </a:lnTo>
                  <a:lnTo>
                    <a:pt x="106" y="0"/>
                  </a:lnTo>
                  <a:lnTo>
                    <a:pt x="40" y="26"/>
                  </a:lnTo>
                  <a:lnTo>
                    <a:pt x="10" y="71"/>
                  </a:lnTo>
                  <a:lnTo>
                    <a:pt x="0" y="132"/>
                  </a:lnTo>
                  <a:lnTo>
                    <a:pt x="10" y="213"/>
                  </a:lnTo>
                  <a:lnTo>
                    <a:pt x="50" y="304"/>
                  </a:lnTo>
                  <a:lnTo>
                    <a:pt x="121" y="365"/>
                  </a:lnTo>
                  <a:lnTo>
                    <a:pt x="176" y="395"/>
                  </a:lnTo>
                  <a:lnTo>
                    <a:pt x="232" y="406"/>
                  </a:lnTo>
                  <a:lnTo>
                    <a:pt x="278" y="390"/>
                  </a:lnTo>
                  <a:lnTo>
                    <a:pt x="303" y="365"/>
                  </a:lnTo>
                  <a:lnTo>
                    <a:pt x="319" y="304"/>
                  </a:lnTo>
                  <a:lnTo>
                    <a:pt x="314" y="233"/>
                  </a:lnTo>
                  <a:lnTo>
                    <a:pt x="298" y="173"/>
                  </a:lnTo>
                  <a:lnTo>
                    <a:pt x="399" y="117"/>
                  </a:lnTo>
                  <a:lnTo>
                    <a:pt x="410" y="92"/>
                  </a:lnTo>
                  <a:lnTo>
                    <a:pt x="399" y="81"/>
                  </a:lnTo>
                  <a:lnTo>
                    <a:pt x="288" y="147"/>
                  </a:lnTo>
                  <a:lnTo>
                    <a:pt x="268" y="117"/>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9" name="Freeform 141">
              <a:extLst>
                <a:ext uri="{FF2B5EF4-FFF2-40B4-BE49-F238E27FC236}">
                  <a16:creationId xmlns:a16="http://schemas.microsoft.com/office/drawing/2014/main" id="{A85922D1-6C98-40B5-ACDB-E278E6B8F6C2}"/>
                </a:ext>
              </a:extLst>
            </p:cNvPr>
            <p:cNvSpPr>
              <a:spLocks/>
            </p:cNvSpPr>
            <p:nvPr/>
          </p:nvSpPr>
          <p:spPr bwMode="auto">
            <a:xfrm>
              <a:off x="2432" y="1810"/>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0" name="Freeform 142">
              <a:extLst>
                <a:ext uri="{FF2B5EF4-FFF2-40B4-BE49-F238E27FC236}">
                  <a16:creationId xmlns:a16="http://schemas.microsoft.com/office/drawing/2014/main" id="{7359AB3E-A881-45F0-8B5F-30539EDD41B1}"/>
                </a:ext>
              </a:extLst>
            </p:cNvPr>
            <p:cNvSpPr>
              <a:spLocks/>
            </p:cNvSpPr>
            <p:nvPr/>
          </p:nvSpPr>
          <p:spPr bwMode="auto">
            <a:xfrm>
              <a:off x="2737" y="1811"/>
              <a:ext cx="339" cy="717"/>
            </a:xfrm>
            <a:custGeom>
              <a:avLst/>
              <a:gdLst>
                <a:gd name="T0" fmla="*/ 295 w 309"/>
                <a:gd name="T1" fmla="*/ 226 h 673"/>
                <a:gd name="T2" fmla="*/ 261 w 309"/>
                <a:gd name="T3" fmla="*/ 92 h 673"/>
                <a:gd name="T4" fmla="*/ 223 w 309"/>
                <a:gd name="T5" fmla="*/ 27 h 673"/>
                <a:gd name="T6" fmla="*/ 138 w 309"/>
                <a:gd name="T7" fmla="*/ 0 h 673"/>
                <a:gd name="T8" fmla="*/ 55 w 309"/>
                <a:gd name="T9" fmla="*/ 11 h 673"/>
                <a:gd name="T10" fmla="*/ 16 w 309"/>
                <a:gd name="T11" fmla="*/ 81 h 673"/>
                <a:gd name="T12" fmla="*/ 22 w 309"/>
                <a:gd name="T13" fmla="*/ 167 h 673"/>
                <a:gd name="T14" fmla="*/ 44 w 309"/>
                <a:gd name="T15" fmla="*/ 307 h 673"/>
                <a:gd name="T16" fmla="*/ 44 w 309"/>
                <a:gd name="T17" fmla="*/ 430 h 673"/>
                <a:gd name="T18" fmla="*/ 16 w 309"/>
                <a:gd name="T19" fmla="*/ 538 h 673"/>
                <a:gd name="T20" fmla="*/ 0 w 309"/>
                <a:gd name="T21" fmla="*/ 598 h 673"/>
                <a:gd name="T22" fmla="*/ 11 w 309"/>
                <a:gd name="T23" fmla="*/ 652 h 673"/>
                <a:gd name="T24" fmla="*/ 49 w 309"/>
                <a:gd name="T25" fmla="*/ 680 h 673"/>
                <a:gd name="T26" fmla="*/ 100 w 309"/>
                <a:gd name="T27" fmla="*/ 706 h 673"/>
                <a:gd name="T28" fmla="*/ 149 w 309"/>
                <a:gd name="T29" fmla="*/ 717 h 673"/>
                <a:gd name="T30" fmla="*/ 212 w 309"/>
                <a:gd name="T31" fmla="*/ 717 h 673"/>
                <a:gd name="T32" fmla="*/ 284 w 309"/>
                <a:gd name="T33" fmla="*/ 663 h 673"/>
                <a:gd name="T34" fmla="*/ 339 w 309"/>
                <a:gd name="T35" fmla="*/ 549 h 673"/>
                <a:gd name="T36" fmla="*/ 334 w 309"/>
                <a:gd name="T37" fmla="*/ 446 h 673"/>
                <a:gd name="T38" fmla="*/ 301 w 309"/>
                <a:gd name="T39" fmla="*/ 328 h 673"/>
                <a:gd name="T40" fmla="*/ 295 w 309"/>
                <a:gd name="T41" fmla="*/ 226 h 6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09" h="673">
                  <a:moveTo>
                    <a:pt x="269" y="212"/>
                  </a:moveTo>
                  <a:lnTo>
                    <a:pt x="238" y="86"/>
                  </a:lnTo>
                  <a:lnTo>
                    <a:pt x="203" y="25"/>
                  </a:lnTo>
                  <a:lnTo>
                    <a:pt x="126" y="0"/>
                  </a:lnTo>
                  <a:lnTo>
                    <a:pt x="50" y="10"/>
                  </a:lnTo>
                  <a:lnTo>
                    <a:pt x="15" y="76"/>
                  </a:lnTo>
                  <a:lnTo>
                    <a:pt x="20" y="157"/>
                  </a:lnTo>
                  <a:lnTo>
                    <a:pt x="40" y="288"/>
                  </a:lnTo>
                  <a:lnTo>
                    <a:pt x="40" y="404"/>
                  </a:lnTo>
                  <a:lnTo>
                    <a:pt x="15" y="505"/>
                  </a:lnTo>
                  <a:lnTo>
                    <a:pt x="0" y="561"/>
                  </a:lnTo>
                  <a:lnTo>
                    <a:pt x="10" y="612"/>
                  </a:lnTo>
                  <a:lnTo>
                    <a:pt x="45" y="638"/>
                  </a:lnTo>
                  <a:lnTo>
                    <a:pt x="91" y="663"/>
                  </a:lnTo>
                  <a:lnTo>
                    <a:pt x="136" y="673"/>
                  </a:lnTo>
                  <a:lnTo>
                    <a:pt x="193" y="673"/>
                  </a:lnTo>
                  <a:lnTo>
                    <a:pt x="259" y="622"/>
                  </a:lnTo>
                  <a:lnTo>
                    <a:pt x="309" y="515"/>
                  </a:lnTo>
                  <a:lnTo>
                    <a:pt x="304" y="419"/>
                  </a:lnTo>
                  <a:lnTo>
                    <a:pt x="274" y="308"/>
                  </a:lnTo>
                  <a:lnTo>
                    <a:pt x="269" y="21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1" name="Freeform 143">
              <a:extLst>
                <a:ext uri="{FF2B5EF4-FFF2-40B4-BE49-F238E27FC236}">
                  <a16:creationId xmlns:a16="http://schemas.microsoft.com/office/drawing/2014/main" id="{4ABEDB11-E5B8-4294-8D8B-5F64DE69C9E3}"/>
                </a:ext>
              </a:extLst>
            </p:cNvPr>
            <p:cNvSpPr>
              <a:spLocks/>
            </p:cNvSpPr>
            <p:nvPr/>
          </p:nvSpPr>
          <p:spPr bwMode="auto">
            <a:xfrm>
              <a:off x="2625" y="2365"/>
              <a:ext cx="259" cy="1038"/>
            </a:xfrm>
            <a:custGeom>
              <a:avLst/>
              <a:gdLst>
                <a:gd name="T0" fmla="*/ 246 w 235"/>
                <a:gd name="T1" fmla="*/ 16 h 973"/>
                <a:gd name="T2" fmla="*/ 180 w 235"/>
                <a:gd name="T3" fmla="*/ 0 h 973"/>
                <a:gd name="T4" fmla="*/ 140 w 235"/>
                <a:gd name="T5" fmla="*/ 16 h 973"/>
                <a:gd name="T6" fmla="*/ 123 w 235"/>
                <a:gd name="T7" fmla="*/ 70 h 973"/>
                <a:gd name="T8" fmla="*/ 140 w 235"/>
                <a:gd name="T9" fmla="*/ 367 h 973"/>
                <a:gd name="T10" fmla="*/ 140 w 235"/>
                <a:gd name="T11" fmla="*/ 437 h 973"/>
                <a:gd name="T12" fmla="*/ 118 w 235"/>
                <a:gd name="T13" fmla="*/ 568 h 973"/>
                <a:gd name="T14" fmla="*/ 112 w 235"/>
                <a:gd name="T15" fmla="*/ 719 h 973"/>
                <a:gd name="T16" fmla="*/ 123 w 235"/>
                <a:gd name="T17" fmla="*/ 795 h 973"/>
                <a:gd name="T18" fmla="*/ 112 w 235"/>
                <a:gd name="T19" fmla="*/ 837 h 973"/>
                <a:gd name="T20" fmla="*/ 34 w 235"/>
                <a:gd name="T21" fmla="*/ 903 h 973"/>
                <a:gd name="T22" fmla="*/ 0 w 235"/>
                <a:gd name="T23" fmla="*/ 984 h 973"/>
                <a:gd name="T24" fmla="*/ 7 w 235"/>
                <a:gd name="T25" fmla="*/ 1010 h 973"/>
                <a:gd name="T26" fmla="*/ 67 w 235"/>
                <a:gd name="T27" fmla="*/ 1038 h 973"/>
                <a:gd name="T28" fmla="*/ 84 w 235"/>
                <a:gd name="T29" fmla="*/ 1026 h 973"/>
                <a:gd name="T30" fmla="*/ 90 w 235"/>
                <a:gd name="T31" fmla="*/ 978 h 973"/>
                <a:gd name="T32" fmla="*/ 107 w 235"/>
                <a:gd name="T33" fmla="*/ 908 h 973"/>
                <a:gd name="T34" fmla="*/ 134 w 235"/>
                <a:gd name="T35" fmla="*/ 876 h 973"/>
                <a:gd name="T36" fmla="*/ 168 w 235"/>
                <a:gd name="T37" fmla="*/ 855 h 973"/>
                <a:gd name="T38" fmla="*/ 196 w 235"/>
                <a:gd name="T39" fmla="*/ 827 h 973"/>
                <a:gd name="T40" fmla="*/ 202 w 235"/>
                <a:gd name="T41" fmla="*/ 805 h 973"/>
                <a:gd name="T42" fmla="*/ 185 w 235"/>
                <a:gd name="T43" fmla="*/ 779 h 973"/>
                <a:gd name="T44" fmla="*/ 168 w 235"/>
                <a:gd name="T45" fmla="*/ 763 h 973"/>
                <a:gd name="T46" fmla="*/ 157 w 235"/>
                <a:gd name="T47" fmla="*/ 697 h 973"/>
                <a:gd name="T48" fmla="*/ 168 w 235"/>
                <a:gd name="T49" fmla="*/ 561 h 973"/>
                <a:gd name="T50" fmla="*/ 207 w 235"/>
                <a:gd name="T51" fmla="*/ 405 h 973"/>
                <a:gd name="T52" fmla="*/ 246 w 235"/>
                <a:gd name="T53" fmla="*/ 281 h 973"/>
                <a:gd name="T54" fmla="*/ 259 w 235"/>
                <a:gd name="T55" fmla="*/ 130 h 973"/>
                <a:gd name="T56" fmla="*/ 246 w 235"/>
                <a:gd name="T57" fmla="*/ 16 h 9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5" h="973">
                  <a:moveTo>
                    <a:pt x="223" y="15"/>
                  </a:moveTo>
                  <a:lnTo>
                    <a:pt x="163" y="0"/>
                  </a:lnTo>
                  <a:lnTo>
                    <a:pt x="127" y="15"/>
                  </a:lnTo>
                  <a:lnTo>
                    <a:pt x="112" y="66"/>
                  </a:lnTo>
                  <a:lnTo>
                    <a:pt x="127" y="344"/>
                  </a:lnTo>
                  <a:lnTo>
                    <a:pt x="127" y="410"/>
                  </a:lnTo>
                  <a:lnTo>
                    <a:pt x="107" y="532"/>
                  </a:lnTo>
                  <a:lnTo>
                    <a:pt x="102" y="674"/>
                  </a:lnTo>
                  <a:lnTo>
                    <a:pt x="112" y="745"/>
                  </a:lnTo>
                  <a:lnTo>
                    <a:pt x="102" y="785"/>
                  </a:lnTo>
                  <a:lnTo>
                    <a:pt x="31" y="846"/>
                  </a:lnTo>
                  <a:lnTo>
                    <a:pt x="0" y="922"/>
                  </a:lnTo>
                  <a:lnTo>
                    <a:pt x="6" y="947"/>
                  </a:lnTo>
                  <a:lnTo>
                    <a:pt x="61" y="973"/>
                  </a:lnTo>
                  <a:lnTo>
                    <a:pt x="76" y="962"/>
                  </a:lnTo>
                  <a:lnTo>
                    <a:pt x="82" y="917"/>
                  </a:lnTo>
                  <a:lnTo>
                    <a:pt x="97" y="851"/>
                  </a:lnTo>
                  <a:lnTo>
                    <a:pt x="122" y="821"/>
                  </a:lnTo>
                  <a:lnTo>
                    <a:pt x="152" y="801"/>
                  </a:lnTo>
                  <a:lnTo>
                    <a:pt x="178" y="775"/>
                  </a:lnTo>
                  <a:lnTo>
                    <a:pt x="183" y="755"/>
                  </a:lnTo>
                  <a:lnTo>
                    <a:pt x="168" y="730"/>
                  </a:lnTo>
                  <a:lnTo>
                    <a:pt x="152" y="715"/>
                  </a:lnTo>
                  <a:lnTo>
                    <a:pt x="142" y="653"/>
                  </a:lnTo>
                  <a:lnTo>
                    <a:pt x="152" y="526"/>
                  </a:lnTo>
                  <a:lnTo>
                    <a:pt x="188" y="380"/>
                  </a:lnTo>
                  <a:lnTo>
                    <a:pt x="223" y="263"/>
                  </a:lnTo>
                  <a:lnTo>
                    <a:pt x="235" y="122"/>
                  </a:lnTo>
                  <a:lnTo>
                    <a:pt x="223"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2" name="Freeform 144">
              <a:extLst>
                <a:ext uri="{FF2B5EF4-FFF2-40B4-BE49-F238E27FC236}">
                  <a16:creationId xmlns:a16="http://schemas.microsoft.com/office/drawing/2014/main" id="{039DCE2B-6DC6-43C0-80B4-51FDBF4024C2}"/>
                </a:ext>
              </a:extLst>
            </p:cNvPr>
            <p:cNvSpPr>
              <a:spLocks/>
            </p:cNvSpPr>
            <p:nvPr/>
          </p:nvSpPr>
          <p:spPr bwMode="auto">
            <a:xfrm>
              <a:off x="2906" y="2365"/>
              <a:ext cx="422" cy="876"/>
            </a:xfrm>
            <a:custGeom>
              <a:avLst/>
              <a:gdLst>
                <a:gd name="T0" fmla="*/ 138 w 384"/>
                <a:gd name="T1" fmla="*/ 130 h 821"/>
                <a:gd name="T2" fmla="*/ 127 w 384"/>
                <a:gd name="T3" fmla="*/ 43 h 821"/>
                <a:gd name="T4" fmla="*/ 78 w 384"/>
                <a:gd name="T5" fmla="*/ 0 h 821"/>
                <a:gd name="T6" fmla="*/ 5 w 384"/>
                <a:gd name="T7" fmla="*/ 5 h 821"/>
                <a:gd name="T8" fmla="*/ 0 w 384"/>
                <a:gd name="T9" fmla="*/ 43 h 821"/>
                <a:gd name="T10" fmla="*/ 5 w 384"/>
                <a:gd name="T11" fmla="*/ 125 h 821"/>
                <a:gd name="T12" fmla="*/ 44 w 384"/>
                <a:gd name="T13" fmla="*/ 249 h 821"/>
                <a:gd name="T14" fmla="*/ 73 w 384"/>
                <a:gd name="T15" fmla="*/ 340 h 821"/>
                <a:gd name="T16" fmla="*/ 106 w 384"/>
                <a:gd name="T17" fmla="*/ 464 h 821"/>
                <a:gd name="T18" fmla="*/ 116 w 384"/>
                <a:gd name="T19" fmla="*/ 572 h 821"/>
                <a:gd name="T20" fmla="*/ 116 w 384"/>
                <a:gd name="T21" fmla="*/ 658 h 821"/>
                <a:gd name="T22" fmla="*/ 100 w 384"/>
                <a:gd name="T23" fmla="*/ 724 h 821"/>
                <a:gd name="T24" fmla="*/ 84 w 384"/>
                <a:gd name="T25" fmla="*/ 746 h 821"/>
                <a:gd name="T26" fmla="*/ 84 w 384"/>
                <a:gd name="T27" fmla="*/ 767 h 821"/>
                <a:gd name="T28" fmla="*/ 106 w 384"/>
                <a:gd name="T29" fmla="*/ 800 h 821"/>
                <a:gd name="T30" fmla="*/ 144 w 384"/>
                <a:gd name="T31" fmla="*/ 811 h 821"/>
                <a:gd name="T32" fmla="*/ 206 w 384"/>
                <a:gd name="T33" fmla="*/ 811 h 821"/>
                <a:gd name="T34" fmla="*/ 317 w 384"/>
                <a:gd name="T35" fmla="*/ 838 h 821"/>
                <a:gd name="T36" fmla="*/ 349 w 384"/>
                <a:gd name="T37" fmla="*/ 876 h 821"/>
                <a:gd name="T38" fmla="*/ 400 w 384"/>
                <a:gd name="T39" fmla="*/ 854 h 821"/>
                <a:gd name="T40" fmla="*/ 422 w 384"/>
                <a:gd name="T41" fmla="*/ 800 h 821"/>
                <a:gd name="T42" fmla="*/ 400 w 384"/>
                <a:gd name="T43" fmla="*/ 779 h 821"/>
                <a:gd name="T44" fmla="*/ 306 w 384"/>
                <a:gd name="T45" fmla="*/ 767 h 821"/>
                <a:gd name="T46" fmla="*/ 200 w 384"/>
                <a:gd name="T47" fmla="*/ 767 h 821"/>
                <a:gd name="T48" fmla="*/ 155 w 384"/>
                <a:gd name="T49" fmla="*/ 762 h 821"/>
                <a:gd name="T50" fmla="*/ 144 w 384"/>
                <a:gd name="T51" fmla="*/ 730 h 821"/>
                <a:gd name="T52" fmla="*/ 155 w 384"/>
                <a:gd name="T53" fmla="*/ 669 h 821"/>
                <a:gd name="T54" fmla="*/ 162 w 384"/>
                <a:gd name="T55" fmla="*/ 567 h 821"/>
                <a:gd name="T56" fmla="*/ 149 w 384"/>
                <a:gd name="T57" fmla="*/ 453 h 821"/>
                <a:gd name="T58" fmla="*/ 133 w 384"/>
                <a:gd name="T59" fmla="*/ 303 h 821"/>
                <a:gd name="T60" fmla="*/ 138 w 384"/>
                <a:gd name="T61" fmla="*/ 173 h 821"/>
                <a:gd name="T62" fmla="*/ 138 w 384"/>
                <a:gd name="T63" fmla="*/ 130 h 8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4" h="821">
                  <a:moveTo>
                    <a:pt x="126" y="122"/>
                  </a:moveTo>
                  <a:lnTo>
                    <a:pt x="116" y="40"/>
                  </a:lnTo>
                  <a:lnTo>
                    <a:pt x="71" y="0"/>
                  </a:lnTo>
                  <a:lnTo>
                    <a:pt x="5" y="5"/>
                  </a:lnTo>
                  <a:lnTo>
                    <a:pt x="0" y="40"/>
                  </a:lnTo>
                  <a:lnTo>
                    <a:pt x="5" y="117"/>
                  </a:lnTo>
                  <a:lnTo>
                    <a:pt x="40" y="233"/>
                  </a:lnTo>
                  <a:lnTo>
                    <a:pt x="66" y="319"/>
                  </a:lnTo>
                  <a:lnTo>
                    <a:pt x="96" y="435"/>
                  </a:lnTo>
                  <a:lnTo>
                    <a:pt x="106" y="536"/>
                  </a:lnTo>
                  <a:lnTo>
                    <a:pt x="106" y="617"/>
                  </a:lnTo>
                  <a:lnTo>
                    <a:pt x="91" y="679"/>
                  </a:lnTo>
                  <a:lnTo>
                    <a:pt x="76" y="699"/>
                  </a:lnTo>
                  <a:lnTo>
                    <a:pt x="76" y="719"/>
                  </a:lnTo>
                  <a:lnTo>
                    <a:pt x="96" y="750"/>
                  </a:lnTo>
                  <a:lnTo>
                    <a:pt x="131" y="760"/>
                  </a:lnTo>
                  <a:lnTo>
                    <a:pt x="187" y="760"/>
                  </a:lnTo>
                  <a:lnTo>
                    <a:pt x="288" y="785"/>
                  </a:lnTo>
                  <a:lnTo>
                    <a:pt x="318" y="821"/>
                  </a:lnTo>
                  <a:lnTo>
                    <a:pt x="364" y="800"/>
                  </a:lnTo>
                  <a:lnTo>
                    <a:pt x="384" y="750"/>
                  </a:lnTo>
                  <a:lnTo>
                    <a:pt x="364" y="730"/>
                  </a:lnTo>
                  <a:lnTo>
                    <a:pt x="278" y="719"/>
                  </a:lnTo>
                  <a:lnTo>
                    <a:pt x="182" y="719"/>
                  </a:lnTo>
                  <a:lnTo>
                    <a:pt x="141" y="714"/>
                  </a:lnTo>
                  <a:lnTo>
                    <a:pt x="131" y="684"/>
                  </a:lnTo>
                  <a:lnTo>
                    <a:pt x="141" y="627"/>
                  </a:lnTo>
                  <a:lnTo>
                    <a:pt x="147" y="531"/>
                  </a:lnTo>
                  <a:lnTo>
                    <a:pt x="136" y="425"/>
                  </a:lnTo>
                  <a:lnTo>
                    <a:pt x="121" y="284"/>
                  </a:lnTo>
                  <a:lnTo>
                    <a:pt x="126" y="162"/>
                  </a:lnTo>
                  <a:lnTo>
                    <a:pt x="126" y="12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33" name="Freeform 145">
              <a:extLst>
                <a:ext uri="{FF2B5EF4-FFF2-40B4-BE49-F238E27FC236}">
                  <a16:creationId xmlns:a16="http://schemas.microsoft.com/office/drawing/2014/main" id="{1FDA6990-574F-4188-A610-D366C769261B}"/>
                </a:ext>
              </a:extLst>
            </p:cNvPr>
            <p:cNvSpPr>
              <a:spLocks/>
            </p:cNvSpPr>
            <p:nvPr/>
          </p:nvSpPr>
          <p:spPr bwMode="auto">
            <a:xfrm rot="10800000" flipV="1">
              <a:off x="2976" y="1824"/>
              <a:ext cx="362" cy="582"/>
            </a:xfrm>
            <a:custGeom>
              <a:avLst/>
              <a:gdLst>
                <a:gd name="T0" fmla="*/ 362 w 329"/>
                <a:gd name="T1" fmla="*/ 16 h 546"/>
                <a:gd name="T2" fmla="*/ 322 w 329"/>
                <a:gd name="T3" fmla="*/ 0 h 546"/>
                <a:gd name="T4" fmla="*/ 239 w 329"/>
                <a:gd name="T5" fmla="*/ 5 h 546"/>
                <a:gd name="T6" fmla="*/ 166 w 329"/>
                <a:gd name="T7" fmla="*/ 60 h 546"/>
                <a:gd name="T8" fmla="*/ 61 w 329"/>
                <a:gd name="T9" fmla="*/ 173 h 546"/>
                <a:gd name="T10" fmla="*/ 6 w 329"/>
                <a:gd name="T11" fmla="*/ 264 h 546"/>
                <a:gd name="T12" fmla="*/ 0 w 329"/>
                <a:gd name="T13" fmla="*/ 296 h 546"/>
                <a:gd name="T14" fmla="*/ 28 w 329"/>
                <a:gd name="T15" fmla="*/ 356 h 546"/>
                <a:gd name="T16" fmla="*/ 88 w 329"/>
                <a:gd name="T17" fmla="*/ 383 h 546"/>
                <a:gd name="T18" fmla="*/ 166 w 329"/>
                <a:gd name="T19" fmla="*/ 415 h 546"/>
                <a:gd name="T20" fmla="*/ 228 w 329"/>
                <a:gd name="T21" fmla="*/ 431 h 546"/>
                <a:gd name="T22" fmla="*/ 255 w 329"/>
                <a:gd name="T23" fmla="*/ 458 h 546"/>
                <a:gd name="T24" fmla="*/ 239 w 329"/>
                <a:gd name="T25" fmla="*/ 496 h 546"/>
                <a:gd name="T26" fmla="*/ 195 w 329"/>
                <a:gd name="T27" fmla="*/ 539 h 546"/>
                <a:gd name="T28" fmla="*/ 139 w 329"/>
                <a:gd name="T29" fmla="*/ 545 h 546"/>
                <a:gd name="T30" fmla="*/ 100 w 329"/>
                <a:gd name="T31" fmla="*/ 528 h 546"/>
                <a:gd name="T32" fmla="*/ 77 w 329"/>
                <a:gd name="T33" fmla="*/ 545 h 546"/>
                <a:gd name="T34" fmla="*/ 83 w 329"/>
                <a:gd name="T35" fmla="*/ 566 h 546"/>
                <a:gd name="T36" fmla="*/ 128 w 329"/>
                <a:gd name="T37" fmla="*/ 582 h 546"/>
                <a:gd name="T38" fmla="*/ 195 w 329"/>
                <a:gd name="T39" fmla="*/ 582 h 546"/>
                <a:gd name="T40" fmla="*/ 255 w 329"/>
                <a:gd name="T41" fmla="*/ 566 h 546"/>
                <a:gd name="T42" fmla="*/ 289 w 329"/>
                <a:gd name="T43" fmla="*/ 545 h 546"/>
                <a:gd name="T44" fmla="*/ 311 w 329"/>
                <a:gd name="T45" fmla="*/ 506 h 546"/>
                <a:gd name="T46" fmla="*/ 322 w 329"/>
                <a:gd name="T47" fmla="*/ 464 h 546"/>
                <a:gd name="T48" fmla="*/ 295 w 329"/>
                <a:gd name="T49" fmla="*/ 425 h 546"/>
                <a:gd name="T50" fmla="*/ 228 w 329"/>
                <a:gd name="T51" fmla="*/ 399 h 546"/>
                <a:gd name="T52" fmla="*/ 150 w 329"/>
                <a:gd name="T53" fmla="*/ 377 h 546"/>
                <a:gd name="T54" fmla="*/ 83 w 329"/>
                <a:gd name="T55" fmla="*/ 340 h 546"/>
                <a:gd name="T56" fmla="*/ 66 w 329"/>
                <a:gd name="T57" fmla="*/ 307 h 546"/>
                <a:gd name="T58" fmla="*/ 77 w 329"/>
                <a:gd name="T59" fmla="*/ 248 h 546"/>
                <a:gd name="T60" fmla="*/ 128 w 329"/>
                <a:gd name="T61" fmla="*/ 173 h 546"/>
                <a:gd name="T62" fmla="*/ 189 w 329"/>
                <a:gd name="T63" fmla="*/ 129 h 546"/>
                <a:gd name="T64" fmla="*/ 284 w 329"/>
                <a:gd name="T65" fmla="*/ 97 h 546"/>
                <a:gd name="T66" fmla="*/ 362 w 329"/>
                <a:gd name="T67" fmla="*/ 81 h 546"/>
                <a:gd name="T68" fmla="*/ 362 w 329"/>
                <a:gd name="T69" fmla="*/ 37 h 546"/>
                <a:gd name="T70" fmla="*/ 362 w 329"/>
                <a:gd name="T71" fmla="*/ 16 h 5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9" h="546">
                  <a:moveTo>
                    <a:pt x="329" y="15"/>
                  </a:moveTo>
                  <a:lnTo>
                    <a:pt x="293" y="0"/>
                  </a:lnTo>
                  <a:lnTo>
                    <a:pt x="217" y="5"/>
                  </a:lnTo>
                  <a:lnTo>
                    <a:pt x="151" y="56"/>
                  </a:lnTo>
                  <a:lnTo>
                    <a:pt x="55" y="162"/>
                  </a:lnTo>
                  <a:lnTo>
                    <a:pt x="5" y="248"/>
                  </a:lnTo>
                  <a:lnTo>
                    <a:pt x="0" y="278"/>
                  </a:lnTo>
                  <a:lnTo>
                    <a:pt x="25" y="334"/>
                  </a:lnTo>
                  <a:lnTo>
                    <a:pt x="80" y="359"/>
                  </a:lnTo>
                  <a:lnTo>
                    <a:pt x="151" y="389"/>
                  </a:lnTo>
                  <a:lnTo>
                    <a:pt x="207" y="404"/>
                  </a:lnTo>
                  <a:lnTo>
                    <a:pt x="232" y="430"/>
                  </a:lnTo>
                  <a:lnTo>
                    <a:pt x="217" y="465"/>
                  </a:lnTo>
                  <a:lnTo>
                    <a:pt x="177" y="506"/>
                  </a:lnTo>
                  <a:lnTo>
                    <a:pt x="126" y="511"/>
                  </a:lnTo>
                  <a:lnTo>
                    <a:pt x="91" y="495"/>
                  </a:lnTo>
                  <a:lnTo>
                    <a:pt x="70" y="511"/>
                  </a:lnTo>
                  <a:lnTo>
                    <a:pt x="75" y="531"/>
                  </a:lnTo>
                  <a:lnTo>
                    <a:pt x="116" y="546"/>
                  </a:lnTo>
                  <a:lnTo>
                    <a:pt x="177" y="546"/>
                  </a:lnTo>
                  <a:lnTo>
                    <a:pt x="232" y="531"/>
                  </a:lnTo>
                  <a:lnTo>
                    <a:pt x="263" y="511"/>
                  </a:lnTo>
                  <a:lnTo>
                    <a:pt x="283" y="475"/>
                  </a:lnTo>
                  <a:lnTo>
                    <a:pt x="293" y="435"/>
                  </a:lnTo>
                  <a:lnTo>
                    <a:pt x="268" y="399"/>
                  </a:lnTo>
                  <a:lnTo>
                    <a:pt x="207" y="374"/>
                  </a:lnTo>
                  <a:lnTo>
                    <a:pt x="136" y="354"/>
                  </a:lnTo>
                  <a:lnTo>
                    <a:pt x="75" y="319"/>
                  </a:lnTo>
                  <a:lnTo>
                    <a:pt x="60" y="288"/>
                  </a:lnTo>
                  <a:lnTo>
                    <a:pt x="70" y="233"/>
                  </a:lnTo>
                  <a:lnTo>
                    <a:pt x="116" y="162"/>
                  </a:lnTo>
                  <a:lnTo>
                    <a:pt x="172" y="121"/>
                  </a:lnTo>
                  <a:lnTo>
                    <a:pt x="258" y="91"/>
                  </a:lnTo>
                  <a:lnTo>
                    <a:pt x="329" y="76"/>
                  </a:lnTo>
                  <a:lnTo>
                    <a:pt x="329" y="35"/>
                  </a:lnTo>
                  <a:lnTo>
                    <a:pt x="329" y="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28714" name="Text Box 146">
            <a:extLst>
              <a:ext uri="{FF2B5EF4-FFF2-40B4-BE49-F238E27FC236}">
                <a16:creationId xmlns:a16="http://schemas.microsoft.com/office/drawing/2014/main" id="{EE3D15B1-C432-4A5F-82EC-ACD6289D0E83}"/>
              </a:ext>
            </a:extLst>
          </p:cNvPr>
          <p:cNvSpPr txBox="1">
            <a:spLocks noChangeArrowheads="1"/>
          </p:cNvSpPr>
          <p:nvPr/>
        </p:nvSpPr>
        <p:spPr bwMode="auto">
          <a:xfrm>
            <a:off x="7391400" y="762000"/>
            <a:ext cx="3048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This solves the problem for </a:t>
            </a:r>
            <a:r>
              <a:rPr kumimoji="0" lang="en-US" altLang="zh-TW" sz="2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every</a:t>
            </a: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 possible instance.  </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15" name="Freeform 147">
            <a:extLst>
              <a:ext uri="{FF2B5EF4-FFF2-40B4-BE49-F238E27FC236}">
                <a16:creationId xmlns:a16="http://schemas.microsoft.com/office/drawing/2014/main" id="{AD936315-FDDD-4C69-9C8D-445BB54649C8}"/>
              </a:ext>
            </a:extLst>
          </p:cNvPr>
          <p:cNvSpPr>
            <a:spLocks/>
          </p:cNvSpPr>
          <p:nvPr/>
        </p:nvSpPr>
        <p:spPr bwMode="auto">
          <a:xfrm>
            <a:off x="4597400" y="2819400"/>
            <a:ext cx="2870200" cy="2717800"/>
          </a:xfrm>
          <a:custGeom>
            <a:avLst/>
            <a:gdLst>
              <a:gd name="T0" fmla="*/ 1574800 w 1808"/>
              <a:gd name="T1" fmla="*/ 76200 h 1712"/>
              <a:gd name="T2" fmla="*/ 50800 w 1808"/>
              <a:gd name="T3" fmla="*/ 1066800 h 1712"/>
              <a:gd name="T4" fmla="*/ 1270000 w 1808"/>
              <a:gd name="T5" fmla="*/ 2667000 h 1712"/>
              <a:gd name="T6" fmla="*/ 2794000 w 1808"/>
              <a:gd name="T7" fmla="*/ 1371600 h 1712"/>
              <a:gd name="T8" fmla="*/ 812800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16" name="Freeform 148">
            <a:extLst>
              <a:ext uri="{FF2B5EF4-FFF2-40B4-BE49-F238E27FC236}">
                <a16:creationId xmlns:a16="http://schemas.microsoft.com/office/drawing/2014/main" id="{11748531-BC45-45FB-98E4-080B8AEC7149}"/>
              </a:ext>
            </a:extLst>
          </p:cNvPr>
          <p:cNvSpPr>
            <a:spLocks/>
          </p:cNvSpPr>
          <p:nvPr/>
        </p:nvSpPr>
        <p:spPr bwMode="auto">
          <a:xfrm>
            <a:off x="4597400" y="406400"/>
            <a:ext cx="2870200" cy="2717800"/>
          </a:xfrm>
          <a:custGeom>
            <a:avLst/>
            <a:gdLst>
              <a:gd name="T0" fmla="*/ 1574800 w 1808"/>
              <a:gd name="T1" fmla="*/ 76200 h 1712"/>
              <a:gd name="T2" fmla="*/ 50800 w 1808"/>
              <a:gd name="T3" fmla="*/ 1066800 h 1712"/>
              <a:gd name="T4" fmla="*/ 1270000 w 1808"/>
              <a:gd name="T5" fmla="*/ 2667000 h 1712"/>
              <a:gd name="T6" fmla="*/ 2794000 w 1808"/>
              <a:gd name="T7" fmla="*/ 1371600 h 1712"/>
              <a:gd name="T8" fmla="*/ 812800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17" name="Freeform 149">
            <a:extLst>
              <a:ext uri="{FF2B5EF4-FFF2-40B4-BE49-F238E27FC236}">
                <a16:creationId xmlns:a16="http://schemas.microsoft.com/office/drawing/2014/main" id="{519CF894-FA22-48EF-9529-CEA997B92EC1}"/>
              </a:ext>
            </a:extLst>
          </p:cNvPr>
          <p:cNvSpPr>
            <a:spLocks/>
          </p:cNvSpPr>
          <p:nvPr/>
        </p:nvSpPr>
        <p:spPr bwMode="auto">
          <a:xfrm>
            <a:off x="7797800" y="2844800"/>
            <a:ext cx="2870200" cy="2717800"/>
          </a:xfrm>
          <a:custGeom>
            <a:avLst/>
            <a:gdLst>
              <a:gd name="T0" fmla="*/ 1574800 w 1808"/>
              <a:gd name="T1" fmla="*/ 76200 h 1712"/>
              <a:gd name="T2" fmla="*/ 50800 w 1808"/>
              <a:gd name="T3" fmla="*/ 1066800 h 1712"/>
              <a:gd name="T4" fmla="*/ 1270000 w 1808"/>
              <a:gd name="T5" fmla="*/ 2667000 h 1712"/>
              <a:gd name="T6" fmla="*/ 2794000 w 1808"/>
              <a:gd name="T7" fmla="*/ 1371600 h 1712"/>
              <a:gd name="T8" fmla="*/ 812800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18" name="Freeform 150">
            <a:extLst>
              <a:ext uri="{FF2B5EF4-FFF2-40B4-BE49-F238E27FC236}">
                <a16:creationId xmlns:a16="http://schemas.microsoft.com/office/drawing/2014/main" id="{575FF8AF-1941-469D-B797-F5D85154D45F}"/>
              </a:ext>
            </a:extLst>
          </p:cNvPr>
          <p:cNvSpPr>
            <a:spLocks/>
          </p:cNvSpPr>
          <p:nvPr/>
        </p:nvSpPr>
        <p:spPr bwMode="auto">
          <a:xfrm>
            <a:off x="1447800" y="2844800"/>
            <a:ext cx="2870200" cy="2717800"/>
          </a:xfrm>
          <a:custGeom>
            <a:avLst/>
            <a:gdLst>
              <a:gd name="T0" fmla="*/ 1574800 w 1808"/>
              <a:gd name="T1" fmla="*/ 76200 h 1712"/>
              <a:gd name="T2" fmla="*/ 50800 w 1808"/>
              <a:gd name="T3" fmla="*/ 1066800 h 1712"/>
              <a:gd name="T4" fmla="*/ 1270000 w 1808"/>
              <a:gd name="T5" fmla="*/ 2667000 h 1712"/>
              <a:gd name="T6" fmla="*/ 2794000 w 1808"/>
              <a:gd name="T7" fmla="*/ 1371600 h 1712"/>
              <a:gd name="T8" fmla="*/ 812800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19" name="Freeform 151">
            <a:extLst>
              <a:ext uri="{FF2B5EF4-FFF2-40B4-BE49-F238E27FC236}">
                <a16:creationId xmlns:a16="http://schemas.microsoft.com/office/drawing/2014/main" id="{5F15644C-F062-482D-A22B-5E2A0AF2BDA1}"/>
              </a:ext>
            </a:extLst>
          </p:cNvPr>
          <p:cNvSpPr>
            <a:spLocks/>
          </p:cNvSpPr>
          <p:nvPr/>
        </p:nvSpPr>
        <p:spPr bwMode="auto">
          <a:xfrm>
            <a:off x="14478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0" name="Freeform 152">
            <a:extLst>
              <a:ext uri="{FF2B5EF4-FFF2-40B4-BE49-F238E27FC236}">
                <a16:creationId xmlns:a16="http://schemas.microsoft.com/office/drawing/2014/main" id="{6C86F35F-33D1-44C6-A933-145CB57B8041}"/>
              </a:ext>
            </a:extLst>
          </p:cNvPr>
          <p:cNvSpPr>
            <a:spLocks/>
          </p:cNvSpPr>
          <p:nvPr/>
        </p:nvSpPr>
        <p:spPr bwMode="auto">
          <a:xfrm>
            <a:off x="23622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1" name="Freeform 153">
            <a:extLst>
              <a:ext uri="{FF2B5EF4-FFF2-40B4-BE49-F238E27FC236}">
                <a16:creationId xmlns:a16="http://schemas.microsoft.com/office/drawing/2014/main" id="{539B1717-9488-4B01-A37B-B7F6B1D91A1A}"/>
              </a:ext>
            </a:extLst>
          </p:cNvPr>
          <p:cNvSpPr>
            <a:spLocks/>
          </p:cNvSpPr>
          <p:nvPr/>
        </p:nvSpPr>
        <p:spPr bwMode="auto">
          <a:xfrm>
            <a:off x="32766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2" name="Freeform 154">
            <a:extLst>
              <a:ext uri="{FF2B5EF4-FFF2-40B4-BE49-F238E27FC236}">
                <a16:creationId xmlns:a16="http://schemas.microsoft.com/office/drawing/2014/main" id="{F9D4BCF5-FC49-4EAD-A177-6131D0F551DF}"/>
              </a:ext>
            </a:extLst>
          </p:cNvPr>
          <p:cNvSpPr>
            <a:spLocks/>
          </p:cNvSpPr>
          <p:nvPr/>
        </p:nvSpPr>
        <p:spPr bwMode="auto">
          <a:xfrm>
            <a:off x="46228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3" name="Freeform 155">
            <a:extLst>
              <a:ext uri="{FF2B5EF4-FFF2-40B4-BE49-F238E27FC236}">
                <a16:creationId xmlns:a16="http://schemas.microsoft.com/office/drawing/2014/main" id="{11CAC598-4CC2-47DA-859F-F3BBA5D01905}"/>
              </a:ext>
            </a:extLst>
          </p:cNvPr>
          <p:cNvSpPr>
            <a:spLocks/>
          </p:cNvSpPr>
          <p:nvPr/>
        </p:nvSpPr>
        <p:spPr bwMode="auto">
          <a:xfrm>
            <a:off x="55626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4" name="Freeform 156">
            <a:extLst>
              <a:ext uri="{FF2B5EF4-FFF2-40B4-BE49-F238E27FC236}">
                <a16:creationId xmlns:a16="http://schemas.microsoft.com/office/drawing/2014/main" id="{C00E5453-ECA2-4795-97D7-12A987DF5828}"/>
              </a:ext>
            </a:extLst>
          </p:cNvPr>
          <p:cNvSpPr>
            <a:spLocks/>
          </p:cNvSpPr>
          <p:nvPr/>
        </p:nvSpPr>
        <p:spPr bwMode="auto">
          <a:xfrm>
            <a:off x="65024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5" name="Freeform 157">
            <a:extLst>
              <a:ext uri="{FF2B5EF4-FFF2-40B4-BE49-F238E27FC236}">
                <a16:creationId xmlns:a16="http://schemas.microsoft.com/office/drawing/2014/main" id="{0BDF3169-A0F3-486A-A7E2-E66AC75101D1}"/>
              </a:ext>
            </a:extLst>
          </p:cNvPr>
          <p:cNvSpPr>
            <a:spLocks/>
          </p:cNvSpPr>
          <p:nvPr/>
        </p:nvSpPr>
        <p:spPr bwMode="auto">
          <a:xfrm>
            <a:off x="78486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6" name="Freeform 158">
            <a:extLst>
              <a:ext uri="{FF2B5EF4-FFF2-40B4-BE49-F238E27FC236}">
                <a16:creationId xmlns:a16="http://schemas.microsoft.com/office/drawing/2014/main" id="{1B90B9DC-F0B6-4C6C-BEB7-1B185FE8FFF4}"/>
              </a:ext>
            </a:extLst>
          </p:cNvPr>
          <p:cNvSpPr>
            <a:spLocks/>
          </p:cNvSpPr>
          <p:nvPr/>
        </p:nvSpPr>
        <p:spPr bwMode="auto">
          <a:xfrm>
            <a:off x="87630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727" name="Freeform 159">
            <a:extLst>
              <a:ext uri="{FF2B5EF4-FFF2-40B4-BE49-F238E27FC236}">
                <a16:creationId xmlns:a16="http://schemas.microsoft.com/office/drawing/2014/main" id="{28B95DCF-3555-469C-B762-46E405F26F32}"/>
              </a:ext>
            </a:extLst>
          </p:cNvPr>
          <p:cNvSpPr>
            <a:spLocks/>
          </p:cNvSpPr>
          <p:nvPr/>
        </p:nvSpPr>
        <p:spPr bwMode="auto">
          <a:xfrm>
            <a:off x="9677400" y="5410200"/>
            <a:ext cx="1092200" cy="939800"/>
          </a:xfrm>
          <a:custGeom>
            <a:avLst/>
            <a:gdLst>
              <a:gd name="T0" fmla="*/ 599260 w 1808"/>
              <a:gd name="T1" fmla="*/ 26350 h 1712"/>
              <a:gd name="T2" fmla="*/ 19331 w 1808"/>
              <a:gd name="T3" fmla="*/ 368893 h 1712"/>
              <a:gd name="T4" fmla="*/ 483274 w 1808"/>
              <a:gd name="T5" fmla="*/ 922234 h 1712"/>
              <a:gd name="T6" fmla="*/ 1063204 w 1808"/>
              <a:gd name="T7" fmla="*/ 474292 h 1712"/>
              <a:gd name="T8" fmla="*/ 309296 w 1808"/>
              <a:gd name="T9" fmla="*/ 0 h 1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8" h="1712">
                <a:moveTo>
                  <a:pt x="992" y="48"/>
                </a:moveTo>
                <a:cubicBezTo>
                  <a:pt x="528" y="224"/>
                  <a:pt x="64" y="400"/>
                  <a:pt x="32" y="672"/>
                </a:cubicBezTo>
                <a:cubicBezTo>
                  <a:pt x="0" y="944"/>
                  <a:pt x="512" y="1648"/>
                  <a:pt x="800" y="1680"/>
                </a:cubicBezTo>
                <a:cubicBezTo>
                  <a:pt x="1088" y="1712"/>
                  <a:pt x="1808" y="1144"/>
                  <a:pt x="1760" y="864"/>
                </a:cubicBezTo>
                <a:cubicBezTo>
                  <a:pt x="1712" y="584"/>
                  <a:pt x="720" y="144"/>
                  <a:pt x="512" y="0"/>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a:extLst>
              <a:ext uri="{FF2B5EF4-FFF2-40B4-BE49-F238E27FC236}">
                <a16:creationId xmlns:a16="http://schemas.microsoft.com/office/drawing/2014/main" id="{BA64FD65-8058-4DAF-B217-FCDDEA80944D}"/>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30723" name="Text Box 112">
            <a:extLst>
              <a:ext uri="{FF2B5EF4-FFF2-40B4-BE49-F238E27FC236}">
                <a16:creationId xmlns:a16="http://schemas.microsoft.com/office/drawing/2014/main" id="{28FA0798-3896-4A58-A322-7E5683A947C6}"/>
              </a:ext>
            </a:extLst>
          </p:cNvPr>
          <p:cNvSpPr txBox="1">
            <a:spLocks noChangeArrowheads="1"/>
          </p:cNvSpPr>
          <p:nvPr/>
        </p:nvSpPr>
        <p:spPr bwMode="auto">
          <a:xfrm>
            <a:off x="2747964" y="838200"/>
            <a:ext cx="6853237"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Recursive Algorithm:</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Assume you have an algorithm that works.</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Use it to write an algorithm that works.</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7FB1548-9251-426E-AF17-C531F4B2C239}"/>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32771" name="Text Box 3">
            <a:extLst>
              <a:ext uri="{FF2B5EF4-FFF2-40B4-BE49-F238E27FC236}">
                <a16:creationId xmlns:a16="http://schemas.microsoft.com/office/drawing/2014/main" id="{7B7C558B-0BE1-428B-8C56-6DD0239EE1CE}"/>
              </a:ext>
            </a:extLst>
          </p:cNvPr>
          <p:cNvSpPr txBox="1">
            <a:spLocks noChangeArrowheads="1"/>
          </p:cNvSpPr>
          <p:nvPr/>
        </p:nvSpPr>
        <p:spPr bwMode="auto">
          <a:xfrm>
            <a:off x="2747964" y="838200"/>
            <a:ext cx="6853237"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Recursive Algorithm:</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Assume you have an algorithm that works.</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Use it to write an algorithm that works.</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pic>
        <p:nvPicPr>
          <p:cNvPr id="32772" name="Picture 4">
            <a:extLst>
              <a:ext uri="{FF2B5EF4-FFF2-40B4-BE49-F238E27FC236}">
                <a16:creationId xmlns:a16="http://schemas.microsoft.com/office/drawing/2014/main" id="{9E9E0776-8CDA-4B45-97E3-05499BED1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514600"/>
            <a:ext cx="27686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3" name="Text Box 25">
            <a:extLst>
              <a:ext uri="{FF2B5EF4-FFF2-40B4-BE49-F238E27FC236}">
                <a16:creationId xmlns:a16="http://schemas.microsoft.com/office/drawing/2014/main" id="{C4272114-4C91-44F5-96F2-64FA1E4E017E}"/>
              </a:ext>
            </a:extLst>
          </p:cNvPr>
          <p:cNvSpPr txBox="1">
            <a:spLocks noChangeArrowheads="1"/>
          </p:cNvSpPr>
          <p:nvPr/>
        </p:nvSpPr>
        <p:spPr bwMode="auto">
          <a:xfrm>
            <a:off x="4953000" y="3200401"/>
            <a:ext cx="5029200"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If I could get in,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I could get the key.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Then  I could unlock the door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so that I can get in.</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TW" altLang="en-US" sz="20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p:txBody>
      </p:sp>
      <p:grpSp>
        <p:nvGrpSpPr>
          <p:cNvPr id="69663" name="Group 31">
            <a:extLst>
              <a:ext uri="{FF2B5EF4-FFF2-40B4-BE49-F238E27FC236}">
                <a16:creationId xmlns:a16="http://schemas.microsoft.com/office/drawing/2014/main" id="{E424E244-B23A-4DE3-95D9-0FDD6D9DF490}"/>
              </a:ext>
            </a:extLst>
          </p:cNvPr>
          <p:cNvGrpSpPr>
            <a:grpSpLocks/>
          </p:cNvGrpSpPr>
          <p:nvPr/>
        </p:nvGrpSpPr>
        <p:grpSpPr bwMode="auto">
          <a:xfrm>
            <a:off x="1879600" y="4724400"/>
            <a:ext cx="7112000" cy="1574800"/>
            <a:chOff x="224" y="2976"/>
            <a:chExt cx="4480" cy="992"/>
          </a:xfrm>
        </p:grpSpPr>
        <p:grpSp>
          <p:nvGrpSpPr>
            <p:cNvPr id="32775" name="Group 29">
              <a:extLst>
                <a:ext uri="{FF2B5EF4-FFF2-40B4-BE49-F238E27FC236}">
                  <a16:creationId xmlns:a16="http://schemas.microsoft.com/office/drawing/2014/main" id="{DBB05504-4DAE-4758-B342-8F1610FC953B}"/>
                </a:ext>
              </a:extLst>
            </p:cNvPr>
            <p:cNvGrpSpPr>
              <a:grpSpLocks/>
            </p:cNvGrpSpPr>
            <p:nvPr/>
          </p:nvGrpSpPr>
          <p:grpSpPr bwMode="auto">
            <a:xfrm>
              <a:off x="224" y="2976"/>
              <a:ext cx="1264" cy="992"/>
              <a:chOff x="224" y="2976"/>
              <a:chExt cx="1264" cy="992"/>
            </a:xfrm>
          </p:grpSpPr>
          <p:grpSp>
            <p:nvGrpSpPr>
              <p:cNvPr id="32777" name="Group 5">
                <a:extLst>
                  <a:ext uri="{FF2B5EF4-FFF2-40B4-BE49-F238E27FC236}">
                    <a16:creationId xmlns:a16="http://schemas.microsoft.com/office/drawing/2014/main" id="{0708D27B-52A8-49D0-BE6A-660E5984828E}"/>
                  </a:ext>
                </a:extLst>
              </p:cNvPr>
              <p:cNvGrpSpPr>
                <a:grpSpLocks/>
              </p:cNvGrpSpPr>
              <p:nvPr/>
            </p:nvGrpSpPr>
            <p:grpSpPr bwMode="auto">
              <a:xfrm>
                <a:off x="672" y="2976"/>
                <a:ext cx="816" cy="288"/>
                <a:chOff x="2527" y="2761"/>
                <a:chExt cx="3434" cy="980"/>
              </a:xfrm>
            </p:grpSpPr>
            <p:sp>
              <p:nvSpPr>
                <p:cNvPr id="32784" name="Freeform 6">
                  <a:extLst>
                    <a:ext uri="{FF2B5EF4-FFF2-40B4-BE49-F238E27FC236}">
                      <a16:creationId xmlns:a16="http://schemas.microsoft.com/office/drawing/2014/main" id="{17033E9D-B6DF-4227-8EF6-3AA755B39E9D}"/>
                    </a:ext>
                  </a:extLst>
                </p:cNvPr>
                <p:cNvSpPr>
                  <a:spLocks/>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85" name="Freeform 7">
                  <a:extLst>
                    <a:ext uri="{FF2B5EF4-FFF2-40B4-BE49-F238E27FC236}">
                      <a16:creationId xmlns:a16="http://schemas.microsoft.com/office/drawing/2014/main" id="{BE8406A7-FA90-4B4C-8611-5FB36FD0B6D0}"/>
                    </a:ext>
                  </a:extLst>
                </p:cNvPr>
                <p:cNvSpPr>
                  <a:spLocks/>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86" name="Freeform 8">
                  <a:extLst>
                    <a:ext uri="{FF2B5EF4-FFF2-40B4-BE49-F238E27FC236}">
                      <a16:creationId xmlns:a16="http://schemas.microsoft.com/office/drawing/2014/main" id="{BA5B5259-73EA-4383-ACCE-35A1B5F6EF98}"/>
                    </a:ext>
                  </a:extLst>
                </p:cNvPr>
                <p:cNvSpPr>
                  <a:spLocks/>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87" name="Freeform 9">
                  <a:extLst>
                    <a:ext uri="{FF2B5EF4-FFF2-40B4-BE49-F238E27FC236}">
                      <a16:creationId xmlns:a16="http://schemas.microsoft.com/office/drawing/2014/main" id="{CDF4559C-360B-4794-BA92-45DB6C5C8012}"/>
                    </a:ext>
                  </a:extLst>
                </p:cNvPr>
                <p:cNvSpPr>
                  <a:spLocks/>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2788" name="Group 10">
                  <a:extLst>
                    <a:ext uri="{FF2B5EF4-FFF2-40B4-BE49-F238E27FC236}">
                      <a16:creationId xmlns:a16="http://schemas.microsoft.com/office/drawing/2014/main" id="{0D34A2A2-E0CD-4E7F-9DF4-106F97E665C7}"/>
                    </a:ext>
                  </a:extLst>
                </p:cNvPr>
                <p:cNvGrpSpPr>
                  <a:grpSpLocks/>
                </p:cNvGrpSpPr>
                <p:nvPr/>
              </p:nvGrpSpPr>
              <p:grpSpPr bwMode="auto">
                <a:xfrm>
                  <a:off x="2722" y="3039"/>
                  <a:ext cx="969" cy="424"/>
                  <a:chOff x="2722" y="3039"/>
                  <a:chExt cx="969" cy="424"/>
                </a:xfrm>
              </p:grpSpPr>
              <p:sp>
                <p:nvSpPr>
                  <p:cNvPr id="32794" name="Freeform 11">
                    <a:extLst>
                      <a:ext uri="{FF2B5EF4-FFF2-40B4-BE49-F238E27FC236}">
                        <a16:creationId xmlns:a16="http://schemas.microsoft.com/office/drawing/2014/main" id="{8C0078AB-3727-4AA8-BE70-6F0C93E74FFC}"/>
                      </a:ext>
                    </a:extLst>
                  </p:cNvPr>
                  <p:cNvSpPr>
                    <a:spLocks/>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95" name="Freeform 12">
                    <a:extLst>
                      <a:ext uri="{FF2B5EF4-FFF2-40B4-BE49-F238E27FC236}">
                        <a16:creationId xmlns:a16="http://schemas.microsoft.com/office/drawing/2014/main" id="{4E357DFB-AF3A-486B-B7A1-7C0CB0C3BC2F}"/>
                      </a:ext>
                    </a:extLst>
                  </p:cNvPr>
                  <p:cNvSpPr>
                    <a:spLocks/>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96" name="Freeform 13">
                    <a:extLst>
                      <a:ext uri="{FF2B5EF4-FFF2-40B4-BE49-F238E27FC236}">
                        <a16:creationId xmlns:a16="http://schemas.microsoft.com/office/drawing/2014/main" id="{DC627450-EF60-4597-A610-577A163DBB1C}"/>
                      </a:ext>
                    </a:extLst>
                  </p:cNvPr>
                  <p:cNvSpPr>
                    <a:spLocks/>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97" name="Freeform 14">
                    <a:extLst>
                      <a:ext uri="{FF2B5EF4-FFF2-40B4-BE49-F238E27FC236}">
                        <a16:creationId xmlns:a16="http://schemas.microsoft.com/office/drawing/2014/main" id="{05BE02D1-554A-4182-9C1C-22DD5DF3E8BA}"/>
                      </a:ext>
                    </a:extLst>
                  </p:cNvPr>
                  <p:cNvSpPr>
                    <a:spLocks/>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2789" name="Group 15">
                  <a:extLst>
                    <a:ext uri="{FF2B5EF4-FFF2-40B4-BE49-F238E27FC236}">
                      <a16:creationId xmlns:a16="http://schemas.microsoft.com/office/drawing/2014/main" id="{E72B3C12-C063-43EF-8FFD-0F4DE0A0566F}"/>
                    </a:ext>
                  </a:extLst>
                </p:cNvPr>
                <p:cNvGrpSpPr>
                  <a:grpSpLocks/>
                </p:cNvGrpSpPr>
                <p:nvPr/>
              </p:nvGrpSpPr>
              <p:grpSpPr bwMode="auto">
                <a:xfrm>
                  <a:off x="2683" y="2991"/>
                  <a:ext cx="968" cy="430"/>
                  <a:chOff x="2683" y="2991"/>
                  <a:chExt cx="968" cy="430"/>
                </a:xfrm>
              </p:grpSpPr>
              <p:sp>
                <p:nvSpPr>
                  <p:cNvPr id="32790" name="Freeform 16">
                    <a:extLst>
                      <a:ext uri="{FF2B5EF4-FFF2-40B4-BE49-F238E27FC236}">
                        <a16:creationId xmlns:a16="http://schemas.microsoft.com/office/drawing/2014/main" id="{55C2DEFC-14F2-49E3-BD13-32C2716EFC45}"/>
                      </a:ext>
                    </a:extLst>
                  </p:cNvPr>
                  <p:cNvSpPr>
                    <a:spLocks/>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91" name="Freeform 17">
                    <a:extLst>
                      <a:ext uri="{FF2B5EF4-FFF2-40B4-BE49-F238E27FC236}">
                        <a16:creationId xmlns:a16="http://schemas.microsoft.com/office/drawing/2014/main" id="{5E55D11A-96C7-4894-A824-FAE1E70A91D9}"/>
                      </a:ext>
                    </a:extLst>
                  </p:cNvPr>
                  <p:cNvSpPr>
                    <a:spLocks/>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92" name="Freeform 18">
                    <a:extLst>
                      <a:ext uri="{FF2B5EF4-FFF2-40B4-BE49-F238E27FC236}">
                        <a16:creationId xmlns:a16="http://schemas.microsoft.com/office/drawing/2014/main" id="{748F3C6B-3E9F-4399-9BF7-581FD53D618B}"/>
                      </a:ext>
                    </a:extLst>
                  </p:cNvPr>
                  <p:cNvSpPr>
                    <a:spLocks/>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93" name="Freeform 19">
                    <a:extLst>
                      <a:ext uri="{FF2B5EF4-FFF2-40B4-BE49-F238E27FC236}">
                        <a16:creationId xmlns:a16="http://schemas.microsoft.com/office/drawing/2014/main" id="{589BB4AC-57CA-499E-8148-BB5435D59CFF}"/>
                      </a:ext>
                    </a:extLst>
                  </p:cNvPr>
                  <p:cNvSpPr>
                    <a:spLocks/>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2778" name="Group 20">
                <a:extLst>
                  <a:ext uri="{FF2B5EF4-FFF2-40B4-BE49-F238E27FC236}">
                    <a16:creationId xmlns:a16="http://schemas.microsoft.com/office/drawing/2014/main" id="{055CF21D-0E93-4099-AF27-F9FBFA386A99}"/>
                  </a:ext>
                </a:extLst>
              </p:cNvPr>
              <p:cNvGrpSpPr>
                <a:grpSpLocks/>
              </p:cNvGrpSpPr>
              <p:nvPr/>
            </p:nvGrpSpPr>
            <p:grpSpPr bwMode="auto">
              <a:xfrm>
                <a:off x="912" y="3408"/>
                <a:ext cx="288" cy="336"/>
                <a:chOff x="4320" y="3128"/>
                <a:chExt cx="415" cy="424"/>
              </a:xfrm>
            </p:grpSpPr>
            <p:sp>
              <p:nvSpPr>
                <p:cNvPr id="32780" name="Freeform 21">
                  <a:extLst>
                    <a:ext uri="{FF2B5EF4-FFF2-40B4-BE49-F238E27FC236}">
                      <a16:creationId xmlns:a16="http://schemas.microsoft.com/office/drawing/2014/main" id="{8433FA82-98A0-4199-A3A4-920E56FF3434}"/>
                    </a:ext>
                  </a:extLst>
                </p:cNvPr>
                <p:cNvSpPr>
                  <a:spLocks/>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81" name="Oval 22">
                  <a:extLst>
                    <a:ext uri="{FF2B5EF4-FFF2-40B4-BE49-F238E27FC236}">
                      <a16:creationId xmlns:a16="http://schemas.microsoft.com/office/drawing/2014/main" id="{ED65399F-4D9C-45E6-929C-2949791C6E5D}"/>
                    </a:ext>
                  </a:extLst>
                </p:cNvPr>
                <p:cNvSpPr>
                  <a:spLocks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82" name="Freeform 23">
                  <a:extLst>
                    <a:ext uri="{FF2B5EF4-FFF2-40B4-BE49-F238E27FC236}">
                      <a16:creationId xmlns:a16="http://schemas.microsoft.com/office/drawing/2014/main" id="{36BE476A-64E5-45A3-9CAB-76F5D6D9A18B}"/>
                    </a:ext>
                  </a:extLst>
                </p:cNvPr>
                <p:cNvSpPr>
                  <a:spLocks/>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783" name="Freeform 24">
                  <a:extLst>
                    <a:ext uri="{FF2B5EF4-FFF2-40B4-BE49-F238E27FC236}">
                      <a16:creationId xmlns:a16="http://schemas.microsoft.com/office/drawing/2014/main" id="{F165E7AB-1DF6-47F5-8750-8A85C463D18A}"/>
                    </a:ext>
                  </a:extLst>
                </p:cNvPr>
                <p:cNvSpPr>
                  <a:spLocks/>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32779" name="Freeform 28">
                <a:extLst>
                  <a:ext uri="{FF2B5EF4-FFF2-40B4-BE49-F238E27FC236}">
                    <a16:creationId xmlns:a16="http://schemas.microsoft.com/office/drawing/2014/main" id="{428B2E7C-7927-432F-9F28-37A4DBB3EAFD}"/>
                  </a:ext>
                </a:extLst>
              </p:cNvPr>
              <p:cNvSpPr>
                <a:spLocks/>
              </p:cNvSpPr>
              <p:nvPr/>
            </p:nvSpPr>
            <p:spPr bwMode="auto">
              <a:xfrm>
                <a:off x="224" y="3072"/>
                <a:ext cx="784" cy="896"/>
              </a:xfrm>
              <a:custGeom>
                <a:avLst/>
                <a:gdLst>
                  <a:gd name="T0" fmla="*/ 544 w 784"/>
                  <a:gd name="T1" fmla="*/ 0 h 896"/>
                  <a:gd name="T2" fmla="*/ 16 w 784"/>
                  <a:gd name="T3" fmla="*/ 432 h 896"/>
                  <a:gd name="T4" fmla="*/ 448 w 784"/>
                  <a:gd name="T5" fmla="*/ 864 h 896"/>
                  <a:gd name="T6" fmla="*/ 784 w 784"/>
                  <a:gd name="T7" fmla="*/ 624 h 8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84" h="896">
                    <a:moveTo>
                      <a:pt x="544" y="0"/>
                    </a:moveTo>
                    <a:cubicBezTo>
                      <a:pt x="288" y="144"/>
                      <a:pt x="32" y="288"/>
                      <a:pt x="16" y="432"/>
                    </a:cubicBezTo>
                    <a:cubicBezTo>
                      <a:pt x="0" y="576"/>
                      <a:pt x="320" y="832"/>
                      <a:pt x="448" y="864"/>
                    </a:cubicBezTo>
                    <a:cubicBezTo>
                      <a:pt x="576" y="896"/>
                      <a:pt x="680" y="760"/>
                      <a:pt x="784" y="624"/>
                    </a:cubicBezTo>
                  </a:path>
                </a:pathLst>
              </a:custGeom>
              <a:noFill/>
              <a:ln w="38100" cap="flat" cmpd="sng">
                <a:solidFill>
                  <a:schemeClr val="hlink"/>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32776" name="Rectangle 30">
              <a:extLst>
                <a:ext uri="{FF2B5EF4-FFF2-40B4-BE49-F238E27FC236}">
                  <a16:creationId xmlns:a16="http://schemas.microsoft.com/office/drawing/2014/main" id="{F8E62000-F6FD-442A-B2BA-C47975D5ED93}"/>
                </a:ext>
              </a:extLst>
            </p:cNvPr>
            <p:cNvSpPr>
              <a:spLocks noChangeArrowheads="1"/>
            </p:cNvSpPr>
            <p:nvPr/>
          </p:nvSpPr>
          <p:spPr bwMode="auto">
            <a:xfrm>
              <a:off x="2816" y="3273"/>
              <a:ext cx="18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Circular Argument!</a:t>
              </a:r>
              <a:endParaRPr kumimoji="0" lang="en-CA" altLang="en-US" sz="2800" b="0" i="0" u="none" strike="noStrike" kern="1200" cap="none" spc="0" normalizeH="0" baseline="0" noProof="0">
                <a:ln>
                  <a:noFill/>
                </a:ln>
                <a:solidFill>
                  <a:srgbClr val="FF0000"/>
                </a:solidFill>
                <a:effectLst/>
                <a:uLnTx/>
                <a:uFillTx/>
                <a:latin typeface="Times New Roman" panose="02020603050405020304" pitchFamily="18" charset="0"/>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69663"/>
                                        </p:tgtEl>
                                        <p:attrNameLst>
                                          <p:attrName>style.visibility</p:attrName>
                                        </p:attrNameLst>
                                      </p:cBhvr>
                                      <p:to>
                                        <p:strVal val="visible"/>
                                      </p:to>
                                    </p:set>
                                    <p:anim calcmode="lin" valueType="num">
                                      <p:cBhvr>
                                        <p:cTn id="7" dur="1000" fill="hold"/>
                                        <p:tgtEl>
                                          <p:spTgt spid="69663"/>
                                        </p:tgtEl>
                                        <p:attrNameLst>
                                          <p:attrName>ppt_w</p:attrName>
                                        </p:attrNameLst>
                                      </p:cBhvr>
                                      <p:tavLst>
                                        <p:tav tm="0">
                                          <p:val>
                                            <p:fltVal val="0"/>
                                          </p:val>
                                        </p:tav>
                                        <p:tav tm="100000">
                                          <p:val>
                                            <p:strVal val="#ppt_w"/>
                                          </p:val>
                                        </p:tav>
                                      </p:tavLst>
                                    </p:anim>
                                    <p:anim calcmode="lin" valueType="num">
                                      <p:cBhvr>
                                        <p:cTn id="8" dur="1000" fill="hold"/>
                                        <p:tgtEl>
                                          <p:spTgt spid="69663"/>
                                        </p:tgtEl>
                                        <p:attrNameLst>
                                          <p:attrName>ppt_h</p:attrName>
                                        </p:attrNameLst>
                                      </p:cBhvr>
                                      <p:tavLst>
                                        <p:tav tm="0">
                                          <p:val>
                                            <p:fltVal val="0"/>
                                          </p:val>
                                        </p:tav>
                                        <p:tav tm="100000">
                                          <p:val>
                                            <p:strVal val="#ppt_h"/>
                                          </p:val>
                                        </p:tav>
                                      </p:tavLst>
                                    </p:anim>
                                    <p:anim calcmode="lin" valueType="num">
                                      <p:cBhvr>
                                        <p:cTn id="9" dur="1000" fill="hold"/>
                                        <p:tgtEl>
                                          <p:spTgt spid="6966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966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17A519D-E768-4EF7-83E8-F7015D8AACE9}"/>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 &amp; Strong Induction</a:t>
            </a:r>
          </a:p>
        </p:txBody>
      </p:sp>
      <p:sp>
        <p:nvSpPr>
          <p:cNvPr id="34819" name="Text Box 3">
            <a:extLst>
              <a:ext uri="{FF2B5EF4-FFF2-40B4-BE49-F238E27FC236}">
                <a16:creationId xmlns:a16="http://schemas.microsoft.com/office/drawing/2014/main" id="{6A4A99A2-B789-45C5-B800-34AE208D77CD}"/>
              </a:ext>
            </a:extLst>
          </p:cNvPr>
          <p:cNvSpPr txBox="1">
            <a:spLocks noChangeArrowheads="1"/>
          </p:cNvSpPr>
          <p:nvPr/>
        </p:nvSpPr>
        <p:spPr bwMode="auto">
          <a:xfrm>
            <a:off x="2747964" y="838200"/>
            <a:ext cx="6853237"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Recursive Algorithm:</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Assume you have an algorithm that works.</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Use it to write an algorithm that works.</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pic>
        <p:nvPicPr>
          <p:cNvPr id="34820" name="Picture 175">
            <a:extLst>
              <a:ext uri="{FF2B5EF4-FFF2-40B4-BE49-F238E27FC236}">
                <a16:creationId xmlns:a16="http://schemas.microsoft.com/office/drawing/2014/main" id="{036C9ED9-0314-4D78-94CC-779A541D3C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514600"/>
            <a:ext cx="27686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821" name="Group 191">
            <a:extLst>
              <a:ext uri="{FF2B5EF4-FFF2-40B4-BE49-F238E27FC236}">
                <a16:creationId xmlns:a16="http://schemas.microsoft.com/office/drawing/2014/main" id="{0EBB7145-E570-46C3-8F42-AB39BC45F690}"/>
              </a:ext>
            </a:extLst>
          </p:cNvPr>
          <p:cNvGrpSpPr>
            <a:grpSpLocks/>
          </p:cNvGrpSpPr>
          <p:nvPr/>
        </p:nvGrpSpPr>
        <p:grpSpPr bwMode="auto">
          <a:xfrm>
            <a:off x="2971800" y="5410200"/>
            <a:ext cx="457200" cy="533400"/>
            <a:chOff x="4320" y="3128"/>
            <a:chExt cx="415" cy="424"/>
          </a:xfrm>
        </p:grpSpPr>
        <p:sp>
          <p:nvSpPr>
            <p:cNvPr id="34967" name="Freeform 192">
              <a:extLst>
                <a:ext uri="{FF2B5EF4-FFF2-40B4-BE49-F238E27FC236}">
                  <a16:creationId xmlns:a16="http://schemas.microsoft.com/office/drawing/2014/main" id="{CD28502D-5A5C-475E-97E1-9AA85A87BC0E}"/>
                </a:ext>
              </a:extLst>
            </p:cNvPr>
            <p:cNvSpPr>
              <a:spLocks/>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8" name="Oval 193">
              <a:extLst>
                <a:ext uri="{FF2B5EF4-FFF2-40B4-BE49-F238E27FC236}">
                  <a16:creationId xmlns:a16="http://schemas.microsoft.com/office/drawing/2014/main" id="{4798C119-118B-47D3-936D-95E47A147F68}"/>
                </a:ext>
              </a:extLst>
            </p:cNvPr>
            <p:cNvSpPr>
              <a:spLocks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9" name="Freeform 194">
              <a:extLst>
                <a:ext uri="{FF2B5EF4-FFF2-40B4-BE49-F238E27FC236}">
                  <a16:creationId xmlns:a16="http://schemas.microsoft.com/office/drawing/2014/main" id="{C89B3AAE-54E3-49AF-AEE3-426D862484D7}"/>
                </a:ext>
              </a:extLst>
            </p:cNvPr>
            <p:cNvSpPr>
              <a:spLocks/>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70" name="Freeform 195">
              <a:extLst>
                <a:ext uri="{FF2B5EF4-FFF2-40B4-BE49-F238E27FC236}">
                  <a16:creationId xmlns:a16="http://schemas.microsoft.com/office/drawing/2014/main" id="{38662F25-EEE0-4222-B04A-28D791AE20BF}"/>
                </a:ext>
              </a:extLst>
            </p:cNvPr>
            <p:cNvSpPr>
              <a:spLocks/>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22" name="Group 396">
            <a:extLst>
              <a:ext uri="{FF2B5EF4-FFF2-40B4-BE49-F238E27FC236}">
                <a16:creationId xmlns:a16="http://schemas.microsoft.com/office/drawing/2014/main" id="{D3B7DF9D-70A5-4E1E-AED7-28EEA31CDE79}"/>
              </a:ext>
            </a:extLst>
          </p:cNvPr>
          <p:cNvGrpSpPr>
            <a:grpSpLocks/>
          </p:cNvGrpSpPr>
          <p:nvPr/>
        </p:nvGrpSpPr>
        <p:grpSpPr bwMode="auto">
          <a:xfrm>
            <a:off x="3200400" y="3352800"/>
            <a:ext cx="3259138" cy="2420938"/>
            <a:chOff x="1056" y="2112"/>
            <a:chExt cx="2053" cy="1525"/>
          </a:xfrm>
        </p:grpSpPr>
        <p:grpSp>
          <p:nvGrpSpPr>
            <p:cNvPr id="34944" name="Group 262">
              <a:extLst>
                <a:ext uri="{FF2B5EF4-FFF2-40B4-BE49-F238E27FC236}">
                  <a16:creationId xmlns:a16="http://schemas.microsoft.com/office/drawing/2014/main" id="{0351E87C-0194-4FCA-A7B2-B240E94D25B6}"/>
                </a:ext>
              </a:extLst>
            </p:cNvPr>
            <p:cNvGrpSpPr>
              <a:grpSpLocks noChangeAspect="1"/>
            </p:cNvGrpSpPr>
            <p:nvPr/>
          </p:nvGrpSpPr>
          <p:grpSpPr bwMode="auto">
            <a:xfrm>
              <a:off x="2064" y="2112"/>
              <a:ext cx="1045" cy="1525"/>
              <a:chOff x="240" y="1584"/>
              <a:chExt cx="1744" cy="2544"/>
            </a:xfrm>
          </p:grpSpPr>
          <p:pic>
            <p:nvPicPr>
              <p:cNvPr id="34946" name="Picture 263">
                <a:extLst>
                  <a:ext uri="{FF2B5EF4-FFF2-40B4-BE49-F238E27FC236}">
                    <a16:creationId xmlns:a16="http://schemas.microsoft.com/office/drawing/2014/main" id="{0FB45A6C-351B-489F-B83C-2B735B116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947" name="Group 264">
                <a:extLst>
                  <a:ext uri="{FF2B5EF4-FFF2-40B4-BE49-F238E27FC236}">
                    <a16:creationId xmlns:a16="http://schemas.microsoft.com/office/drawing/2014/main" id="{46A5FB9F-226A-49B4-9B39-E3E91E690F42}"/>
                  </a:ext>
                </a:extLst>
              </p:cNvPr>
              <p:cNvGrpSpPr>
                <a:grpSpLocks noChangeAspect="1"/>
              </p:cNvGrpSpPr>
              <p:nvPr/>
            </p:nvGrpSpPr>
            <p:grpSpPr bwMode="auto">
              <a:xfrm>
                <a:off x="672" y="2976"/>
                <a:ext cx="816" cy="288"/>
                <a:chOff x="2527" y="2761"/>
                <a:chExt cx="3434" cy="980"/>
              </a:xfrm>
            </p:grpSpPr>
            <p:sp>
              <p:nvSpPr>
                <p:cNvPr id="34953" name="Freeform 265">
                  <a:extLst>
                    <a:ext uri="{FF2B5EF4-FFF2-40B4-BE49-F238E27FC236}">
                      <a16:creationId xmlns:a16="http://schemas.microsoft.com/office/drawing/2014/main" id="{437185A4-5A18-4377-BD15-5C5AA19E6486}"/>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54" name="Freeform 266">
                  <a:extLst>
                    <a:ext uri="{FF2B5EF4-FFF2-40B4-BE49-F238E27FC236}">
                      <a16:creationId xmlns:a16="http://schemas.microsoft.com/office/drawing/2014/main" id="{8DF23656-C4B2-436A-8430-081E1679B1C9}"/>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55" name="Freeform 267">
                  <a:extLst>
                    <a:ext uri="{FF2B5EF4-FFF2-40B4-BE49-F238E27FC236}">
                      <a16:creationId xmlns:a16="http://schemas.microsoft.com/office/drawing/2014/main" id="{6AFB002E-A39E-4AD6-856A-91D8E3F19575}"/>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56" name="Freeform 268">
                  <a:extLst>
                    <a:ext uri="{FF2B5EF4-FFF2-40B4-BE49-F238E27FC236}">
                      <a16:creationId xmlns:a16="http://schemas.microsoft.com/office/drawing/2014/main" id="{01F7D5B0-6515-41C8-B512-F6B4EDB4F1CA}"/>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4957" name="Group 269">
                  <a:extLst>
                    <a:ext uri="{FF2B5EF4-FFF2-40B4-BE49-F238E27FC236}">
                      <a16:creationId xmlns:a16="http://schemas.microsoft.com/office/drawing/2014/main" id="{BA53A451-9697-4BF5-AB69-5A977E3E35B5}"/>
                    </a:ext>
                  </a:extLst>
                </p:cNvPr>
                <p:cNvGrpSpPr>
                  <a:grpSpLocks noChangeAspect="1"/>
                </p:cNvGrpSpPr>
                <p:nvPr/>
              </p:nvGrpSpPr>
              <p:grpSpPr bwMode="auto">
                <a:xfrm>
                  <a:off x="2722" y="3039"/>
                  <a:ext cx="969" cy="424"/>
                  <a:chOff x="2722" y="3039"/>
                  <a:chExt cx="969" cy="424"/>
                </a:xfrm>
              </p:grpSpPr>
              <p:sp>
                <p:nvSpPr>
                  <p:cNvPr id="34963" name="Freeform 270">
                    <a:extLst>
                      <a:ext uri="{FF2B5EF4-FFF2-40B4-BE49-F238E27FC236}">
                        <a16:creationId xmlns:a16="http://schemas.microsoft.com/office/drawing/2014/main" id="{9809DB3E-0D25-423B-BE98-D0D0FB2933AF}"/>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4" name="Freeform 271">
                    <a:extLst>
                      <a:ext uri="{FF2B5EF4-FFF2-40B4-BE49-F238E27FC236}">
                        <a16:creationId xmlns:a16="http://schemas.microsoft.com/office/drawing/2014/main" id="{640CB9EF-F149-4579-84D1-3145514638E4}"/>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5" name="Freeform 272">
                    <a:extLst>
                      <a:ext uri="{FF2B5EF4-FFF2-40B4-BE49-F238E27FC236}">
                        <a16:creationId xmlns:a16="http://schemas.microsoft.com/office/drawing/2014/main" id="{F3EFC14C-82EE-4DD8-999C-E474B5AB7A27}"/>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6" name="Freeform 273">
                    <a:extLst>
                      <a:ext uri="{FF2B5EF4-FFF2-40B4-BE49-F238E27FC236}">
                        <a16:creationId xmlns:a16="http://schemas.microsoft.com/office/drawing/2014/main" id="{8D06D544-1824-4A43-A599-AE1808A42CB5}"/>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958" name="Group 274">
                  <a:extLst>
                    <a:ext uri="{FF2B5EF4-FFF2-40B4-BE49-F238E27FC236}">
                      <a16:creationId xmlns:a16="http://schemas.microsoft.com/office/drawing/2014/main" id="{AB3A81E8-C190-4735-9FB3-B2B73DD9BE7D}"/>
                    </a:ext>
                  </a:extLst>
                </p:cNvPr>
                <p:cNvGrpSpPr>
                  <a:grpSpLocks noChangeAspect="1"/>
                </p:cNvGrpSpPr>
                <p:nvPr/>
              </p:nvGrpSpPr>
              <p:grpSpPr bwMode="auto">
                <a:xfrm>
                  <a:off x="2683" y="2991"/>
                  <a:ext cx="968" cy="430"/>
                  <a:chOff x="2683" y="2991"/>
                  <a:chExt cx="968" cy="430"/>
                </a:xfrm>
              </p:grpSpPr>
              <p:sp>
                <p:nvSpPr>
                  <p:cNvPr id="34959" name="Freeform 275">
                    <a:extLst>
                      <a:ext uri="{FF2B5EF4-FFF2-40B4-BE49-F238E27FC236}">
                        <a16:creationId xmlns:a16="http://schemas.microsoft.com/office/drawing/2014/main" id="{FA18A239-ADF7-411A-90E8-BEC2136B4C97}"/>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0" name="Freeform 276">
                    <a:extLst>
                      <a:ext uri="{FF2B5EF4-FFF2-40B4-BE49-F238E27FC236}">
                        <a16:creationId xmlns:a16="http://schemas.microsoft.com/office/drawing/2014/main" id="{70F25D8A-A7A2-4BA9-80C4-CD9E6F46BF42}"/>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1" name="Freeform 277">
                    <a:extLst>
                      <a:ext uri="{FF2B5EF4-FFF2-40B4-BE49-F238E27FC236}">
                        <a16:creationId xmlns:a16="http://schemas.microsoft.com/office/drawing/2014/main" id="{92DD51E5-8177-4E16-827B-A9C764483C0E}"/>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62" name="Freeform 278">
                    <a:extLst>
                      <a:ext uri="{FF2B5EF4-FFF2-40B4-BE49-F238E27FC236}">
                        <a16:creationId xmlns:a16="http://schemas.microsoft.com/office/drawing/2014/main" id="{3407956C-B00D-4CE7-ACD4-C4E9EFC1DF04}"/>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4948" name="Group 279">
                <a:extLst>
                  <a:ext uri="{FF2B5EF4-FFF2-40B4-BE49-F238E27FC236}">
                    <a16:creationId xmlns:a16="http://schemas.microsoft.com/office/drawing/2014/main" id="{2CADF1F2-9C1F-4F34-B9CC-D5474EFDEBB3}"/>
                  </a:ext>
                </a:extLst>
              </p:cNvPr>
              <p:cNvGrpSpPr>
                <a:grpSpLocks noChangeAspect="1"/>
              </p:cNvGrpSpPr>
              <p:nvPr/>
            </p:nvGrpSpPr>
            <p:grpSpPr bwMode="auto">
              <a:xfrm>
                <a:off x="912" y="3408"/>
                <a:ext cx="288" cy="336"/>
                <a:chOff x="4320" y="3128"/>
                <a:chExt cx="415" cy="424"/>
              </a:xfrm>
            </p:grpSpPr>
            <p:sp>
              <p:nvSpPr>
                <p:cNvPr id="34949" name="Freeform 280">
                  <a:extLst>
                    <a:ext uri="{FF2B5EF4-FFF2-40B4-BE49-F238E27FC236}">
                      <a16:creationId xmlns:a16="http://schemas.microsoft.com/office/drawing/2014/main" id="{A4254F0D-8D3F-48A2-85D3-922004B0E7D1}"/>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50" name="Oval 281">
                  <a:extLst>
                    <a:ext uri="{FF2B5EF4-FFF2-40B4-BE49-F238E27FC236}">
                      <a16:creationId xmlns:a16="http://schemas.microsoft.com/office/drawing/2014/main" id="{D768D262-3DF4-478A-AF4B-D230C69392C2}"/>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51" name="Freeform 282">
                  <a:extLst>
                    <a:ext uri="{FF2B5EF4-FFF2-40B4-BE49-F238E27FC236}">
                      <a16:creationId xmlns:a16="http://schemas.microsoft.com/office/drawing/2014/main" id="{9EAA0915-6B65-408B-9537-AE87E5FA8701}"/>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52" name="Freeform 283">
                  <a:extLst>
                    <a:ext uri="{FF2B5EF4-FFF2-40B4-BE49-F238E27FC236}">
                      <a16:creationId xmlns:a16="http://schemas.microsoft.com/office/drawing/2014/main" id="{E246E906-4751-4C47-8E4F-E13A0FAAD811}"/>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4945" name="Line 395">
              <a:extLst>
                <a:ext uri="{FF2B5EF4-FFF2-40B4-BE49-F238E27FC236}">
                  <a16:creationId xmlns:a16="http://schemas.microsoft.com/office/drawing/2014/main" id="{03B1A44B-194E-4052-B1E1-B3D0049D18C7}"/>
                </a:ext>
              </a:extLst>
            </p:cNvPr>
            <p:cNvSpPr>
              <a:spLocks noChangeShapeType="1"/>
            </p:cNvSpPr>
            <p:nvPr/>
          </p:nvSpPr>
          <p:spPr bwMode="auto">
            <a:xfrm flipH="1">
              <a:off x="1056" y="3024"/>
              <a:ext cx="1392" cy="576"/>
            </a:xfrm>
            <a:prstGeom prst="line">
              <a:avLst/>
            </a:prstGeom>
            <a:noFill/>
            <a:ln w="381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23" name="Group 397">
            <a:extLst>
              <a:ext uri="{FF2B5EF4-FFF2-40B4-BE49-F238E27FC236}">
                <a16:creationId xmlns:a16="http://schemas.microsoft.com/office/drawing/2014/main" id="{8D3A62F0-F967-49E5-A8D6-962CF0AC054A}"/>
              </a:ext>
            </a:extLst>
          </p:cNvPr>
          <p:cNvGrpSpPr>
            <a:grpSpLocks noChangeAspect="1"/>
          </p:cNvGrpSpPr>
          <p:nvPr/>
        </p:nvGrpSpPr>
        <p:grpSpPr bwMode="auto">
          <a:xfrm>
            <a:off x="5562600" y="3810000"/>
            <a:ext cx="1957388" cy="1454150"/>
            <a:chOff x="1056" y="2112"/>
            <a:chExt cx="2053" cy="1525"/>
          </a:xfrm>
        </p:grpSpPr>
        <p:grpSp>
          <p:nvGrpSpPr>
            <p:cNvPr id="34921" name="Group 398">
              <a:extLst>
                <a:ext uri="{FF2B5EF4-FFF2-40B4-BE49-F238E27FC236}">
                  <a16:creationId xmlns:a16="http://schemas.microsoft.com/office/drawing/2014/main" id="{A2D2584B-59EB-440E-BA2C-EF5DF1B2DFE2}"/>
                </a:ext>
              </a:extLst>
            </p:cNvPr>
            <p:cNvGrpSpPr>
              <a:grpSpLocks noChangeAspect="1"/>
            </p:cNvGrpSpPr>
            <p:nvPr/>
          </p:nvGrpSpPr>
          <p:grpSpPr bwMode="auto">
            <a:xfrm>
              <a:off x="2064" y="2112"/>
              <a:ext cx="1045" cy="1525"/>
              <a:chOff x="240" y="1584"/>
              <a:chExt cx="1744" cy="2544"/>
            </a:xfrm>
          </p:grpSpPr>
          <p:pic>
            <p:nvPicPr>
              <p:cNvPr id="34923" name="Picture 399">
                <a:extLst>
                  <a:ext uri="{FF2B5EF4-FFF2-40B4-BE49-F238E27FC236}">
                    <a16:creationId xmlns:a16="http://schemas.microsoft.com/office/drawing/2014/main" id="{BF4FFB23-5CDF-4B85-BDD1-F8D88A7CC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924" name="Group 400">
                <a:extLst>
                  <a:ext uri="{FF2B5EF4-FFF2-40B4-BE49-F238E27FC236}">
                    <a16:creationId xmlns:a16="http://schemas.microsoft.com/office/drawing/2014/main" id="{5262A9C6-16C6-4D6B-95B9-70004D504A39}"/>
                  </a:ext>
                </a:extLst>
              </p:cNvPr>
              <p:cNvGrpSpPr>
                <a:grpSpLocks noChangeAspect="1"/>
              </p:cNvGrpSpPr>
              <p:nvPr/>
            </p:nvGrpSpPr>
            <p:grpSpPr bwMode="auto">
              <a:xfrm>
                <a:off x="672" y="2976"/>
                <a:ext cx="816" cy="288"/>
                <a:chOff x="2527" y="2761"/>
                <a:chExt cx="3434" cy="980"/>
              </a:xfrm>
            </p:grpSpPr>
            <p:sp>
              <p:nvSpPr>
                <p:cNvPr id="34930" name="Freeform 401">
                  <a:extLst>
                    <a:ext uri="{FF2B5EF4-FFF2-40B4-BE49-F238E27FC236}">
                      <a16:creationId xmlns:a16="http://schemas.microsoft.com/office/drawing/2014/main" id="{9858E8F4-6C47-4264-AB1C-B648CF0BC31A}"/>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31" name="Freeform 402">
                  <a:extLst>
                    <a:ext uri="{FF2B5EF4-FFF2-40B4-BE49-F238E27FC236}">
                      <a16:creationId xmlns:a16="http://schemas.microsoft.com/office/drawing/2014/main" id="{7D778CE0-506E-46A1-BF5E-9D4A17BCB720}"/>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32" name="Freeform 403">
                  <a:extLst>
                    <a:ext uri="{FF2B5EF4-FFF2-40B4-BE49-F238E27FC236}">
                      <a16:creationId xmlns:a16="http://schemas.microsoft.com/office/drawing/2014/main" id="{B978A156-3C24-4522-9010-ADC3BB27225D}"/>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33" name="Freeform 404">
                  <a:extLst>
                    <a:ext uri="{FF2B5EF4-FFF2-40B4-BE49-F238E27FC236}">
                      <a16:creationId xmlns:a16="http://schemas.microsoft.com/office/drawing/2014/main" id="{C7F65699-72CD-4BE8-B9DD-2F14918132D8}"/>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4934" name="Group 405">
                  <a:extLst>
                    <a:ext uri="{FF2B5EF4-FFF2-40B4-BE49-F238E27FC236}">
                      <a16:creationId xmlns:a16="http://schemas.microsoft.com/office/drawing/2014/main" id="{741F8BD9-EA2D-44EF-BE34-B9DDAB70CA2B}"/>
                    </a:ext>
                  </a:extLst>
                </p:cNvPr>
                <p:cNvGrpSpPr>
                  <a:grpSpLocks noChangeAspect="1"/>
                </p:cNvGrpSpPr>
                <p:nvPr/>
              </p:nvGrpSpPr>
              <p:grpSpPr bwMode="auto">
                <a:xfrm>
                  <a:off x="2722" y="3039"/>
                  <a:ext cx="969" cy="424"/>
                  <a:chOff x="2722" y="3039"/>
                  <a:chExt cx="969" cy="424"/>
                </a:xfrm>
              </p:grpSpPr>
              <p:sp>
                <p:nvSpPr>
                  <p:cNvPr id="34940" name="Freeform 406">
                    <a:extLst>
                      <a:ext uri="{FF2B5EF4-FFF2-40B4-BE49-F238E27FC236}">
                        <a16:creationId xmlns:a16="http://schemas.microsoft.com/office/drawing/2014/main" id="{0BFBB835-9949-4860-A9B5-2A63EFD8EA0D}"/>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41" name="Freeform 407">
                    <a:extLst>
                      <a:ext uri="{FF2B5EF4-FFF2-40B4-BE49-F238E27FC236}">
                        <a16:creationId xmlns:a16="http://schemas.microsoft.com/office/drawing/2014/main" id="{3EA30EFB-4969-4ECA-AD53-5CFEBDFD1AD7}"/>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42" name="Freeform 408">
                    <a:extLst>
                      <a:ext uri="{FF2B5EF4-FFF2-40B4-BE49-F238E27FC236}">
                        <a16:creationId xmlns:a16="http://schemas.microsoft.com/office/drawing/2014/main" id="{BC6C3194-9C68-45A9-B97C-C6FA9FCB7D87}"/>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43" name="Freeform 409">
                    <a:extLst>
                      <a:ext uri="{FF2B5EF4-FFF2-40B4-BE49-F238E27FC236}">
                        <a16:creationId xmlns:a16="http://schemas.microsoft.com/office/drawing/2014/main" id="{897CCA11-B14E-4960-A11A-85BDB2665AC1}"/>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935" name="Group 410">
                  <a:extLst>
                    <a:ext uri="{FF2B5EF4-FFF2-40B4-BE49-F238E27FC236}">
                      <a16:creationId xmlns:a16="http://schemas.microsoft.com/office/drawing/2014/main" id="{8ED2712C-C576-4546-B603-9F277EF20CB8}"/>
                    </a:ext>
                  </a:extLst>
                </p:cNvPr>
                <p:cNvGrpSpPr>
                  <a:grpSpLocks noChangeAspect="1"/>
                </p:cNvGrpSpPr>
                <p:nvPr/>
              </p:nvGrpSpPr>
              <p:grpSpPr bwMode="auto">
                <a:xfrm>
                  <a:off x="2683" y="2991"/>
                  <a:ext cx="968" cy="430"/>
                  <a:chOff x="2683" y="2991"/>
                  <a:chExt cx="968" cy="430"/>
                </a:xfrm>
              </p:grpSpPr>
              <p:sp>
                <p:nvSpPr>
                  <p:cNvPr id="34936" name="Freeform 411">
                    <a:extLst>
                      <a:ext uri="{FF2B5EF4-FFF2-40B4-BE49-F238E27FC236}">
                        <a16:creationId xmlns:a16="http://schemas.microsoft.com/office/drawing/2014/main" id="{026654F4-A49C-452F-A8B4-D5FB011A86E2}"/>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37" name="Freeform 412">
                    <a:extLst>
                      <a:ext uri="{FF2B5EF4-FFF2-40B4-BE49-F238E27FC236}">
                        <a16:creationId xmlns:a16="http://schemas.microsoft.com/office/drawing/2014/main" id="{5C28D14D-084B-41AB-BACE-597C135E2F38}"/>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38" name="Freeform 413">
                    <a:extLst>
                      <a:ext uri="{FF2B5EF4-FFF2-40B4-BE49-F238E27FC236}">
                        <a16:creationId xmlns:a16="http://schemas.microsoft.com/office/drawing/2014/main" id="{F2CA377B-C721-4154-A86B-B5D44D9FC29B}"/>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39" name="Freeform 414">
                    <a:extLst>
                      <a:ext uri="{FF2B5EF4-FFF2-40B4-BE49-F238E27FC236}">
                        <a16:creationId xmlns:a16="http://schemas.microsoft.com/office/drawing/2014/main" id="{08633AC4-0160-404B-BC71-51A59378C511}"/>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4925" name="Group 415">
                <a:extLst>
                  <a:ext uri="{FF2B5EF4-FFF2-40B4-BE49-F238E27FC236}">
                    <a16:creationId xmlns:a16="http://schemas.microsoft.com/office/drawing/2014/main" id="{AF1E968B-DAEC-4CD3-926C-2BCB9D1D75C4}"/>
                  </a:ext>
                </a:extLst>
              </p:cNvPr>
              <p:cNvGrpSpPr>
                <a:grpSpLocks noChangeAspect="1"/>
              </p:cNvGrpSpPr>
              <p:nvPr/>
            </p:nvGrpSpPr>
            <p:grpSpPr bwMode="auto">
              <a:xfrm>
                <a:off x="912" y="3408"/>
                <a:ext cx="288" cy="336"/>
                <a:chOff x="4320" y="3128"/>
                <a:chExt cx="415" cy="424"/>
              </a:xfrm>
            </p:grpSpPr>
            <p:sp>
              <p:nvSpPr>
                <p:cNvPr id="34926" name="Freeform 416">
                  <a:extLst>
                    <a:ext uri="{FF2B5EF4-FFF2-40B4-BE49-F238E27FC236}">
                      <a16:creationId xmlns:a16="http://schemas.microsoft.com/office/drawing/2014/main" id="{441CA493-76CA-453F-A561-D6A09553A00C}"/>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27" name="Oval 417">
                  <a:extLst>
                    <a:ext uri="{FF2B5EF4-FFF2-40B4-BE49-F238E27FC236}">
                      <a16:creationId xmlns:a16="http://schemas.microsoft.com/office/drawing/2014/main" id="{DAD7FB3C-6433-42F6-90AD-EA042946B95A}"/>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28" name="Freeform 418">
                  <a:extLst>
                    <a:ext uri="{FF2B5EF4-FFF2-40B4-BE49-F238E27FC236}">
                      <a16:creationId xmlns:a16="http://schemas.microsoft.com/office/drawing/2014/main" id="{46EFF672-CDAD-41AA-BAC7-74307E07EAE7}"/>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29" name="Freeform 419">
                  <a:extLst>
                    <a:ext uri="{FF2B5EF4-FFF2-40B4-BE49-F238E27FC236}">
                      <a16:creationId xmlns:a16="http://schemas.microsoft.com/office/drawing/2014/main" id="{DB137B51-B647-4C38-8DB0-C98ABC657900}"/>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4922" name="Line 420">
              <a:extLst>
                <a:ext uri="{FF2B5EF4-FFF2-40B4-BE49-F238E27FC236}">
                  <a16:creationId xmlns:a16="http://schemas.microsoft.com/office/drawing/2014/main" id="{F0F5D83B-B6A9-44AE-8994-C068E8EB4689}"/>
                </a:ext>
              </a:extLst>
            </p:cNvPr>
            <p:cNvSpPr>
              <a:spLocks noChangeAspect="1" noChangeShapeType="1"/>
            </p:cNvSpPr>
            <p:nvPr/>
          </p:nvSpPr>
          <p:spPr bwMode="auto">
            <a:xfrm flipH="1">
              <a:off x="1056" y="3024"/>
              <a:ext cx="1392" cy="576"/>
            </a:xfrm>
            <a:prstGeom prst="line">
              <a:avLst/>
            </a:prstGeom>
            <a:noFill/>
            <a:ln w="381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24" name="Group 421">
            <a:extLst>
              <a:ext uri="{FF2B5EF4-FFF2-40B4-BE49-F238E27FC236}">
                <a16:creationId xmlns:a16="http://schemas.microsoft.com/office/drawing/2014/main" id="{6EE90EAA-96EB-44FC-A752-7B819DB5268B}"/>
              </a:ext>
            </a:extLst>
          </p:cNvPr>
          <p:cNvGrpSpPr>
            <a:grpSpLocks noChangeAspect="1"/>
          </p:cNvGrpSpPr>
          <p:nvPr/>
        </p:nvGrpSpPr>
        <p:grpSpPr bwMode="auto">
          <a:xfrm>
            <a:off x="6980238" y="4081464"/>
            <a:ext cx="1173162" cy="871537"/>
            <a:chOff x="1056" y="2112"/>
            <a:chExt cx="2053" cy="1525"/>
          </a:xfrm>
        </p:grpSpPr>
        <p:grpSp>
          <p:nvGrpSpPr>
            <p:cNvPr id="34898" name="Group 422">
              <a:extLst>
                <a:ext uri="{FF2B5EF4-FFF2-40B4-BE49-F238E27FC236}">
                  <a16:creationId xmlns:a16="http://schemas.microsoft.com/office/drawing/2014/main" id="{45E09C8B-D7BE-489E-B234-784898FE847D}"/>
                </a:ext>
              </a:extLst>
            </p:cNvPr>
            <p:cNvGrpSpPr>
              <a:grpSpLocks noChangeAspect="1"/>
            </p:cNvGrpSpPr>
            <p:nvPr/>
          </p:nvGrpSpPr>
          <p:grpSpPr bwMode="auto">
            <a:xfrm>
              <a:off x="2064" y="2112"/>
              <a:ext cx="1045" cy="1525"/>
              <a:chOff x="240" y="1584"/>
              <a:chExt cx="1744" cy="2544"/>
            </a:xfrm>
          </p:grpSpPr>
          <p:pic>
            <p:nvPicPr>
              <p:cNvPr id="34900" name="Picture 423">
                <a:extLst>
                  <a:ext uri="{FF2B5EF4-FFF2-40B4-BE49-F238E27FC236}">
                    <a16:creationId xmlns:a16="http://schemas.microsoft.com/office/drawing/2014/main" id="{A6889835-6CEE-4B1B-B4BA-77A7871902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901" name="Group 424">
                <a:extLst>
                  <a:ext uri="{FF2B5EF4-FFF2-40B4-BE49-F238E27FC236}">
                    <a16:creationId xmlns:a16="http://schemas.microsoft.com/office/drawing/2014/main" id="{1A32BB4C-671A-4281-B467-17133666CC8A}"/>
                  </a:ext>
                </a:extLst>
              </p:cNvPr>
              <p:cNvGrpSpPr>
                <a:grpSpLocks noChangeAspect="1"/>
              </p:cNvGrpSpPr>
              <p:nvPr/>
            </p:nvGrpSpPr>
            <p:grpSpPr bwMode="auto">
              <a:xfrm>
                <a:off x="672" y="2976"/>
                <a:ext cx="816" cy="288"/>
                <a:chOff x="2527" y="2761"/>
                <a:chExt cx="3434" cy="980"/>
              </a:xfrm>
            </p:grpSpPr>
            <p:sp>
              <p:nvSpPr>
                <p:cNvPr id="34907" name="Freeform 425">
                  <a:extLst>
                    <a:ext uri="{FF2B5EF4-FFF2-40B4-BE49-F238E27FC236}">
                      <a16:creationId xmlns:a16="http://schemas.microsoft.com/office/drawing/2014/main" id="{C2E701E2-6333-4D28-BC5B-423B8F7A72AD}"/>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08" name="Freeform 426">
                  <a:extLst>
                    <a:ext uri="{FF2B5EF4-FFF2-40B4-BE49-F238E27FC236}">
                      <a16:creationId xmlns:a16="http://schemas.microsoft.com/office/drawing/2014/main" id="{A5BA203D-46F3-475E-8DA4-7BD80CBC521B}"/>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09" name="Freeform 427">
                  <a:extLst>
                    <a:ext uri="{FF2B5EF4-FFF2-40B4-BE49-F238E27FC236}">
                      <a16:creationId xmlns:a16="http://schemas.microsoft.com/office/drawing/2014/main" id="{EE9871EA-FF51-49B6-B6AC-88C523AB0C66}"/>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10" name="Freeform 428">
                  <a:extLst>
                    <a:ext uri="{FF2B5EF4-FFF2-40B4-BE49-F238E27FC236}">
                      <a16:creationId xmlns:a16="http://schemas.microsoft.com/office/drawing/2014/main" id="{A22FBDE4-4792-40D7-8D1C-13920541557C}"/>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4911" name="Group 429">
                  <a:extLst>
                    <a:ext uri="{FF2B5EF4-FFF2-40B4-BE49-F238E27FC236}">
                      <a16:creationId xmlns:a16="http://schemas.microsoft.com/office/drawing/2014/main" id="{2D28D72C-3297-4403-9B95-9F72B52C3779}"/>
                    </a:ext>
                  </a:extLst>
                </p:cNvPr>
                <p:cNvGrpSpPr>
                  <a:grpSpLocks noChangeAspect="1"/>
                </p:cNvGrpSpPr>
                <p:nvPr/>
              </p:nvGrpSpPr>
              <p:grpSpPr bwMode="auto">
                <a:xfrm>
                  <a:off x="2722" y="3039"/>
                  <a:ext cx="969" cy="424"/>
                  <a:chOff x="2722" y="3039"/>
                  <a:chExt cx="969" cy="424"/>
                </a:xfrm>
              </p:grpSpPr>
              <p:sp>
                <p:nvSpPr>
                  <p:cNvPr id="34917" name="Freeform 430">
                    <a:extLst>
                      <a:ext uri="{FF2B5EF4-FFF2-40B4-BE49-F238E27FC236}">
                        <a16:creationId xmlns:a16="http://schemas.microsoft.com/office/drawing/2014/main" id="{6674ED5F-A765-4C3F-8312-8EB2422A807A}"/>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18" name="Freeform 431">
                    <a:extLst>
                      <a:ext uri="{FF2B5EF4-FFF2-40B4-BE49-F238E27FC236}">
                        <a16:creationId xmlns:a16="http://schemas.microsoft.com/office/drawing/2014/main" id="{C32323AE-34CF-4A84-B77D-9587183C55C3}"/>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19" name="Freeform 432">
                    <a:extLst>
                      <a:ext uri="{FF2B5EF4-FFF2-40B4-BE49-F238E27FC236}">
                        <a16:creationId xmlns:a16="http://schemas.microsoft.com/office/drawing/2014/main" id="{D88BA7F0-FE4A-4586-8E89-ECF419890C40}"/>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20" name="Freeform 433">
                    <a:extLst>
                      <a:ext uri="{FF2B5EF4-FFF2-40B4-BE49-F238E27FC236}">
                        <a16:creationId xmlns:a16="http://schemas.microsoft.com/office/drawing/2014/main" id="{227BC2C3-4BF9-4C45-AFC2-36FA5A5F9961}"/>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912" name="Group 434">
                  <a:extLst>
                    <a:ext uri="{FF2B5EF4-FFF2-40B4-BE49-F238E27FC236}">
                      <a16:creationId xmlns:a16="http://schemas.microsoft.com/office/drawing/2014/main" id="{932B4BF2-EFC6-4CED-8234-9B404161D435}"/>
                    </a:ext>
                  </a:extLst>
                </p:cNvPr>
                <p:cNvGrpSpPr>
                  <a:grpSpLocks noChangeAspect="1"/>
                </p:cNvGrpSpPr>
                <p:nvPr/>
              </p:nvGrpSpPr>
              <p:grpSpPr bwMode="auto">
                <a:xfrm>
                  <a:off x="2683" y="2991"/>
                  <a:ext cx="968" cy="430"/>
                  <a:chOff x="2683" y="2991"/>
                  <a:chExt cx="968" cy="430"/>
                </a:xfrm>
              </p:grpSpPr>
              <p:sp>
                <p:nvSpPr>
                  <p:cNvPr id="34913" name="Freeform 435">
                    <a:extLst>
                      <a:ext uri="{FF2B5EF4-FFF2-40B4-BE49-F238E27FC236}">
                        <a16:creationId xmlns:a16="http://schemas.microsoft.com/office/drawing/2014/main" id="{210647F9-8FF5-4EFC-917B-4EE06BCA313C}"/>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14" name="Freeform 436">
                    <a:extLst>
                      <a:ext uri="{FF2B5EF4-FFF2-40B4-BE49-F238E27FC236}">
                        <a16:creationId xmlns:a16="http://schemas.microsoft.com/office/drawing/2014/main" id="{2F05F56C-4140-48F9-B1E6-A834598A764E}"/>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15" name="Freeform 437">
                    <a:extLst>
                      <a:ext uri="{FF2B5EF4-FFF2-40B4-BE49-F238E27FC236}">
                        <a16:creationId xmlns:a16="http://schemas.microsoft.com/office/drawing/2014/main" id="{F22A428F-05B0-40A1-BD46-AC4DC5623C59}"/>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16" name="Freeform 438">
                    <a:extLst>
                      <a:ext uri="{FF2B5EF4-FFF2-40B4-BE49-F238E27FC236}">
                        <a16:creationId xmlns:a16="http://schemas.microsoft.com/office/drawing/2014/main" id="{181A49DA-2F17-456D-9725-A1BD1E69D39F}"/>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4902" name="Group 439">
                <a:extLst>
                  <a:ext uri="{FF2B5EF4-FFF2-40B4-BE49-F238E27FC236}">
                    <a16:creationId xmlns:a16="http://schemas.microsoft.com/office/drawing/2014/main" id="{7C68A6AB-C835-4D7D-B1C4-8A4621F63991}"/>
                  </a:ext>
                </a:extLst>
              </p:cNvPr>
              <p:cNvGrpSpPr>
                <a:grpSpLocks noChangeAspect="1"/>
              </p:cNvGrpSpPr>
              <p:nvPr/>
            </p:nvGrpSpPr>
            <p:grpSpPr bwMode="auto">
              <a:xfrm>
                <a:off x="912" y="3408"/>
                <a:ext cx="288" cy="336"/>
                <a:chOff x="4320" y="3128"/>
                <a:chExt cx="415" cy="424"/>
              </a:xfrm>
            </p:grpSpPr>
            <p:sp>
              <p:nvSpPr>
                <p:cNvPr id="34903" name="Freeform 440">
                  <a:extLst>
                    <a:ext uri="{FF2B5EF4-FFF2-40B4-BE49-F238E27FC236}">
                      <a16:creationId xmlns:a16="http://schemas.microsoft.com/office/drawing/2014/main" id="{1226608D-9E1A-46B1-8ED1-6986DAAAAD3B}"/>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04" name="Oval 441">
                  <a:extLst>
                    <a:ext uri="{FF2B5EF4-FFF2-40B4-BE49-F238E27FC236}">
                      <a16:creationId xmlns:a16="http://schemas.microsoft.com/office/drawing/2014/main" id="{0CE594AB-83CA-4CDF-964C-627A3D8164E3}"/>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05" name="Freeform 442">
                  <a:extLst>
                    <a:ext uri="{FF2B5EF4-FFF2-40B4-BE49-F238E27FC236}">
                      <a16:creationId xmlns:a16="http://schemas.microsoft.com/office/drawing/2014/main" id="{64041D93-0691-4C38-8537-B41666EB1208}"/>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906" name="Freeform 443">
                  <a:extLst>
                    <a:ext uri="{FF2B5EF4-FFF2-40B4-BE49-F238E27FC236}">
                      <a16:creationId xmlns:a16="http://schemas.microsoft.com/office/drawing/2014/main" id="{B5847722-AF61-4806-83E9-014C0CF28FE0}"/>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4899" name="Line 444">
              <a:extLst>
                <a:ext uri="{FF2B5EF4-FFF2-40B4-BE49-F238E27FC236}">
                  <a16:creationId xmlns:a16="http://schemas.microsoft.com/office/drawing/2014/main" id="{B8DDAEE1-5600-41F3-81F9-D558F71E8969}"/>
                </a:ext>
              </a:extLst>
            </p:cNvPr>
            <p:cNvSpPr>
              <a:spLocks noChangeAspect="1" noChangeShapeType="1"/>
            </p:cNvSpPr>
            <p:nvPr/>
          </p:nvSpPr>
          <p:spPr bwMode="auto">
            <a:xfrm flipH="1">
              <a:off x="1056" y="3024"/>
              <a:ext cx="1392" cy="576"/>
            </a:xfrm>
            <a:prstGeom prst="line">
              <a:avLst/>
            </a:prstGeom>
            <a:noFill/>
            <a:ln w="381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25" name="Group 517">
            <a:extLst>
              <a:ext uri="{FF2B5EF4-FFF2-40B4-BE49-F238E27FC236}">
                <a16:creationId xmlns:a16="http://schemas.microsoft.com/office/drawing/2014/main" id="{0BA0EBC2-CA11-483B-9438-CAF32D62A262}"/>
              </a:ext>
            </a:extLst>
          </p:cNvPr>
          <p:cNvGrpSpPr>
            <a:grpSpLocks noChangeAspect="1"/>
          </p:cNvGrpSpPr>
          <p:nvPr/>
        </p:nvGrpSpPr>
        <p:grpSpPr bwMode="auto">
          <a:xfrm>
            <a:off x="7848601" y="4233863"/>
            <a:ext cx="701675" cy="520700"/>
            <a:chOff x="1056" y="2112"/>
            <a:chExt cx="2053" cy="1525"/>
          </a:xfrm>
        </p:grpSpPr>
        <p:grpSp>
          <p:nvGrpSpPr>
            <p:cNvPr id="34875" name="Group 518">
              <a:extLst>
                <a:ext uri="{FF2B5EF4-FFF2-40B4-BE49-F238E27FC236}">
                  <a16:creationId xmlns:a16="http://schemas.microsoft.com/office/drawing/2014/main" id="{05DCF263-D729-456D-B58F-033856E14F93}"/>
                </a:ext>
              </a:extLst>
            </p:cNvPr>
            <p:cNvGrpSpPr>
              <a:grpSpLocks noChangeAspect="1"/>
            </p:cNvGrpSpPr>
            <p:nvPr/>
          </p:nvGrpSpPr>
          <p:grpSpPr bwMode="auto">
            <a:xfrm>
              <a:off x="2064" y="2112"/>
              <a:ext cx="1045" cy="1525"/>
              <a:chOff x="240" y="1584"/>
              <a:chExt cx="1744" cy="2544"/>
            </a:xfrm>
          </p:grpSpPr>
          <p:pic>
            <p:nvPicPr>
              <p:cNvPr id="34877" name="Picture 519">
                <a:extLst>
                  <a:ext uri="{FF2B5EF4-FFF2-40B4-BE49-F238E27FC236}">
                    <a16:creationId xmlns:a16="http://schemas.microsoft.com/office/drawing/2014/main" id="{3052FE83-75CE-4FB9-960A-0476CB698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878" name="Group 520">
                <a:extLst>
                  <a:ext uri="{FF2B5EF4-FFF2-40B4-BE49-F238E27FC236}">
                    <a16:creationId xmlns:a16="http://schemas.microsoft.com/office/drawing/2014/main" id="{33AE455E-DFDD-4B80-9A96-46494666A20C}"/>
                  </a:ext>
                </a:extLst>
              </p:cNvPr>
              <p:cNvGrpSpPr>
                <a:grpSpLocks noChangeAspect="1"/>
              </p:cNvGrpSpPr>
              <p:nvPr/>
            </p:nvGrpSpPr>
            <p:grpSpPr bwMode="auto">
              <a:xfrm>
                <a:off x="672" y="2976"/>
                <a:ext cx="816" cy="288"/>
                <a:chOff x="2527" y="2761"/>
                <a:chExt cx="3434" cy="980"/>
              </a:xfrm>
            </p:grpSpPr>
            <p:sp>
              <p:nvSpPr>
                <p:cNvPr id="34884" name="Freeform 521">
                  <a:extLst>
                    <a:ext uri="{FF2B5EF4-FFF2-40B4-BE49-F238E27FC236}">
                      <a16:creationId xmlns:a16="http://schemas.microsoft.com/office/drawing/2014/main" id="{4D36523A-D789-4582-8992-06B88E74CD72}"/>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85" name="Freeform 522">
                  <a:extLst>
                    <a:ext uri="{FF2B5EF4-FFF2-40B4-BE49-F238E27FC236}">
                      <a16:creationId xmlns:a16="http://schemas.microsoft.com/office/drawing/2014/main" id="{2AE86C6D-22F5-43FD-B907-317C418C422E}"/>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86" name="Freeform 523">
                  <a:extLst>
                    <a:ext uri="{FF2B5EF4-FFF2-40B4-BE49-F238E27FC236}">
                      <a16:creationId xmlns:a16="http://schemas.microsoft.com/office/drawing/2014/main" id="{BFDFF770-48C9-47AF-BDFD-41AB521F387E}"/>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87" name="Freeform 524">
                  <a:extLst>
                    <a:ext uri="{FF2B5EF4-FFF2-40B4-BE49-F238E27FC236}">
                      <a16:creationId xmlns:a16="http://schemas.microsoft.com/office/drawing/2014/main" id="{EF17856D-24CC-461E-B38F-3899A001053A}"/>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4888" name="Group 525">
                  <a:extLst>
                    <a:ext uri="{FF2B5EF4-FFF2-40B4-BE49-F238E27FC236}">
                      <a16:creationId xmlns:a16="http://schemas.microsoft.com/office/drawing/2014/main" id="{3015E160-354D-4AD0-9716-A7600677CF04}"/>
                    </a:ext>
                  </a:extLst>
                </p:cNvPr>
                <p:cNvGrpSpPr>
                  <a:grpSpLocks noChangeAspect="1"/>
                </p:cNvGrpSpPr>
                <p:nvPr/>
              </p:nvGrpSpPr>
              <p:grpSpPr bwMode="auto">
                <a:xfrm>
                  <a:off x="2722" y="3039"/>
                  <a:ext cx="969" cy="424"/>
                  <a:chOff x="2722" y="3039"/>
                  <a:chExt cx="969" cy="424"/>
                </a:xfrm>
              </p:grpSpPr>
              <p:sp>
                <p:nvSpPr>
                  <p:cNvPr id="34894" name="Freeform 526">
                    <a:extLst>
                      <a:ext uri="{FF2B5EF4-FFF2-40B4-BE49-F238E27FC236}">
                        <a16:creationId xmlns:a16="http://schemas.microsoft.com/office/drawing/2014/main" id="{F515FA23-419B-4F49-A7B5-939A9178AC65}"/>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95" name="Freeform 527">
                    <a:extLst>
                      <a:ext uri="{FF2B5EF4-FFF2-40B4-BE49-F238E27FC236}">
                        <a16:creationId xmlns:a16="http://schemas.microsoft.com/office/drawing/2014/main" id="{C6B672C8-D53B-4522-BEE9-31F3DD036878}"/>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96" name="Freeform 528">
                    <a:extLst>
                      <a:ext uri="{FF2B5EF4-FFF2-40B4-BE49-F238E27FC236}">
                        <a16:creationId xmlns:a16="http://schemas.microsoft.com/office/drawing/2014/main" id="{C692C57B-15D6-434A-B8B3-322EB85AD796}"/>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97" name="Freeform 529">
                    <a:extLst>
                      <a:ext uri="{FF2B5EF4-FFF2-40B4-BE49-F238E27FC236}">
                        <a16:creationId xmlns:a16="http://schemas.microsoft.com/office/drawing/2014/main" id="{B63B98A2-CDB3-4D37-9C39-BDC8B4514E84}"/>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89" name="Group 530">
                  <a:extLst>
                    <a:ext uri="{FF2B5EF4-FFF2-40B4-BE49-F238E27FC236}">
                      <a16:creationId xmlns:a16="http://schemas.microsoft.com/office/drawing/2014/main" id="{4DB1F3A7-6657-4EDE-B873-1D3D7EF974D0}"/>
                    </a:ext>
                  </a:extLst>
                </p:cNvPr>
                <p:cNvGrpSpPr>
                  <a:grpSpLocks noChangeAspect="1"/>
                </p:cNvGrpSpPr>
                <p:nvPr/>
              </p:nvGrpSpPr>
              <p:grpSpPr bwMode="auto">
                <a:xfrm>
                  <a:off x="2683" y="2991"/>
                  <a:ext cx="968" cy="430"/>
                  <a:chOff x="2683" y="2991"/>
                  <a:chExt cx="968" cy="430"/>
                </a:xfrm>
              </p:grpSpPr>
              <p:sp>
                <p:nvSpPr>
                  <p:cNvPr id="34890" name="Freeform 531">
                    <a:extLst>
                      <a:ext uri="{FF2B5EF4-FFF2-40B4-BE49-F238E27FC236}">
                        <a16:creationId xmlns:a16="http://schemas.microsoft.com/office/drawing/2014/main" id="{F68DC0AA-1D10-4229-B841-9ED629E09268}"/>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91" name="Freeform 532">
                    <a:extLst>
                      <a:ext uri="{FF2B5EF4-FFF2-40B4-BE49-F238E27FC236}">
                        <a16:creationId xmlns:a16="http://schemas.microsoft.com/office/drawing/2014/main" id="{8F423C8D-568C-4F6B-ABEF-71FDE47322AC}"/>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92" name="Freeform 533">
                    <a:extLst>
                      <a:ext uri="{FF2B5EF4-FFF2-40B4-BE49-F238E27FC236}">
                        <a16:creationId xmlns:a16="http://schemas.microsoft.com/office/drawing/2014/main" id="{27173AC8-2AF6-4E6B-BB52-2EF04139C0B5}"/>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93" name="Freeform 534">
                    <a:extLst>
                      <a:ext uri="{FF2B5EF4-FFF2-40B4-BE49-F238E27FC236}">
                        <a16:creationId xmlns:a16="http://schemas.microsoft.com/office/drawing/2014/main" id="{A0D6E971-E652-4419-845C-40ABDF157CA9}"/>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4879" name="Group 535">
                <a:extLst>
                  <a:ext uri="{FF2B5EF4-FFF2-40B4-BE49-F238E27FC236}">
                    <a16:creationId xmlns:a16="http://schemas.microsoft.com/office/drawing/2014/main" id="{DF0DC8E4-71DF-4D84-8041-EED8BB416AF5}"/>
                  </a:ext>
                </a:extLst>
              </p:cNvPr>
              <p:cNvGrpSpPr>
                <a:grpSpLocks noChangeAspect="1"/>
              </p:cNvGrpSpPr>
              <p:nvPr/>
            </p:nvGrpSpPr>
            <p:grpSpPr bwMode="auto">
              <a:xfrm>
                <a:off x="912" y="3408"/>
                <a:ext cx="288" cy="336"/>
                <a:chOff x="4320" y="3128"/>
                <a:chExt cx="415" cy="424"/>
              </a:xfrm>
            </p:grpSpPr>
            <p:sp>
              <p:nvSpPr>
                <p:cNvPr id="34880" name="Freeform 536">
                  <a:extLst>
                    <a:ext uri="{FF2B5EF4-FFF2-40B4-BE49-F238E27FC236}">
                      <a16:creationId xmlns:a16="http://schemas.microsoft.com/office/drawing/2014/main" id="{40EFF167-55C4-4EDF-9BA6-5242E203B386}"/>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81" name="Oval 537">
                  <a:extLst>
                    <a:ext uri="{FF2B5EF4-FFF2-40B4-BE49-F238E27FC236}">
                      <a16:creationId xmlns:a16="http://schemas.microsoft.com/office/drawing/2014/main" id="{88C70EFF-F8AE-4C7A-AA11-F903880EBEA0}"/>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82" name="Freeform 538">
                  <a:extLst>
                    <a:ext uri="{FF2B5EF4-FFF2-40B4-BE49-F238E27FC236}">
                      <a16:creationId xmlns:a16="http://schemas.microsoft.com/office/drawing/2014/main" id="{420DF70F-3693-4DE4-8D67-2144BBFC1C5D}"/>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83" name="Freeform 539">
                  <a:extLst>
                    <a:ext uri="{FF2B5EF4-FFF2-40B4-BE49-F238E27FC236}">
                      <a16:creationId xmlns:a16="http://schemas.microsoft.com/office/drawing/2014/main" id="{C4F492FD-92F2-47F7-A93B-153792C7642A}"/>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4876" name="Line 540">
              <a:extLst>
                <a:ext uri="{FF2B5EF4-FFF2-40B4-BE49-F238E27FC236}">
                  <a16:creationId xmlns:a16="http://schemas.microsoft.com/office/drawing/2014/main" id="{451E0378-A2A9-4DE5-B1DB-2ECFA65E9154}"/>
                </a:ext>
              </a:extLst>
            </p:cNvPr>
            <p:cNvSpPr>
              <a:spLocks noChangeAspect="1" noChangeShapeType="1"/>
            </p:cNvSpPr>
            <p:nvPr/>
          </p:nvSpPr>
          <p:spPr bwMode="auto">
            <a:xfrm flipH="1">
              <a:off x="1056" y="3024"/>
              <a:ext cx="1392" cy="576"/>
            </a:xfrm>
            <a:prstGeom prst="line">
              <a:avLst/>
            </a:prstGeom>
            <a:noFill/>
            <a:ln w="127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26" name="Group 541">
            <a:extLst>
              <a:ext uri="{FF2B5EF4-FFF2-40B4-BE49-F238E27FC236}">
                <a16:creationId xmlns:a16="http://schemas.microsoft.com/office/drawing/2014/main" id="{694BF08C-8A14-4079-BB65-53DFF3549F05}"/>
              </a:ext>
            </a:extLst>
          </p:cNvPr>
          <p:cNvGrpSpPr>
            <a:grpSpLocks noChangeAspect="1"/>
          </p:cNvGrpSpPr>
          <p:nvPr/>
        </p:nvGrpSpPr>
        <p:grpSpPr bwMode="auto">
          <a:xfrm>
            <a:off x="8382000" y="4343400"/>
            <a:ext cx="420688" cy="312738"/>
            <a:chOff x="1056" y="2112"/>
            <a:chExt cx="2053" cy="1525"/>
          </a:xfrm>
        </p:grpSpPr>
        <p:grpSp>
          <p:nvGrpSpPr>
            <p:cNvPr id="34852" name="Group 542">
              <a:extLst>
                <a:ext uri="{FF2B5EF4-FFF2-40B4-BE49-F238E27FC236}">
                  <a16:creationId xmlns:a16="http://schemas.microsoft.com/office/drawing/2014/main" id="{65B37B64-E31A-41F2-AB6B-D01B2B66EAFA}"/>
                </a:ext>
              </a:extLst>
            </p:cNvPr>
            <p:cNvGrpSpPr>
              <a:grpSpLocks noChangeAspect="1"/>
            </p:cNvGrpSpPr>
            <p:nvPr/>
          </p:nvGrpSpPr>
          <p:grpSpPr bwMode="auto">
            <a:xfrm>
              <a:off x="2064" y="2112"/>
              <a:ext cx="1045" cy="1525"/>
              <a:chOff x="240" y="1584"/>
              <a:chExt cx="1744" cy="2544"/>
            </a:xfrm>
          </p:grpSpPr>
          <p:pic>
            <p:nvPicPr>
              <p:cNvPr id="34854" name="Picture 543">
                <a:extLst>
                  <a:ext uri="{FF2B5EF4-FFF2-40B4-BE49-F238E27FC236}">
                    <a16:creationId xmlns:a16="http://schemas.microsoft.com/office/drawing/2014/main" id="{F1657A28-304B-427E-840D-5ED7CF116B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855" name="Group 544">
                <a:extLst>
                  <a:ext uri="{FF2B5EF4-FFF2-40B4-BE49-F238E27FC236}">
                    <a16:creationId xmlns:a16="http://schemas.microsoft.com/office/drawing/2014/main" id="{785F06ED-A92F-413C-AC7D-2C50BD39E1A1}"/>
                  </a:ext>
                </a:extLst>
              </p:cNvPr>
              <p:cNvGrpSpPr>
                <a:grpSpLocks noChangeAspect="1"/>
              </p:cNvGrpSpPr>
              <p:nvPr/>
            </p:nvGrpSpPr>
            <p:grpSpPr bwMode="auto">
              <a:xfrm>
                <a:off x="672" y="2976"/>
                <a:ext cx="816" cy="288"/>
                <a:chOff x="2527" y="2761"/>
                <a:chExt cx="3434" cy="980"/>
              </a:xfrm>
            </p:grpSpPr>
            <p:sp>
              <p:nvSpPr>
                <p:cNvPr id="34861" name="Freeform 545">
                  <a:extLst>
                    <a:ext uri="{FF2B5EF4-FFF2-40B4-BE49-F238E27FC236}">
                      <a16:creationId xmlns:a16="http://schemas.microsoft.com/office/drawing/2014/main" id="{B10D0B84-1F4A-40C9-B08D-14D30AFBB42B}"/>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62" name="Freeform 546">
                  <a:extLst>
                    <a:ext uri="{FF2B5EF4-FFF2-40B4-BE49-F238E27FC236}">
                      <a16:creationId xmlns:a16="http://schemas.microsoft.com/office/drawing/2014/main" id="{024F697F-3866-4BAF-9145-0B1449139A25}"/>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63" name="Freeform 547">
                  <a:extLst>
                    <a:ext uri="{FF2B5EF4-FFF2-40B4-BE49-F238E27FC236}">
                      <a16:creationId xmlns:a16="http://schemas.microsoft.com/office/drawing/2014/main" id="{BB04B353-885A-404A-927E-F602FAA28F8E}"/>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64" name="Freeform 548">
                  <a:extLst>
                    <a:ext uri="{FF2B5EF4-FFF2-40B4-BE49-F238E27FC236}">
                      <a16:creationId xmlns:a16="http://schemas.microsoft.com/office/drawing/2014/main" id="{73DA7A43-80D7-4D79-BC7D-4BC4F338A820}"/>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4865" name="Group 549">
                  <a:extLst>
                    <a:ext uri="{FF2B5EF4-FFF2-40B4-BE49-F238E27FC236}">
                      <a16:creationId xmlns:a16="http://schemas.microsoft.com/office/drawing/2014/main" id="{37D275B0-7B3D-424C-9923-54DEE38D6FAB}"/>
                    </a:ext>
                  </a:extLst>
                </p:cNvPr>
                <p:cNvGrpSpPr>
                  <a:grpSpLocks noChangeAspect="1"/>
                </p:cNvGrpSpPr>
                <p:nvPr/>
              </p:nvGrpSpPr>
              <p:grpSpPr bwMode="auto">
                <a:xfrm>
                  <a:off x="2722" y="3039"/>
                  <a:ext cx="969" cy="424"/>
                  <a:chOff x="2722" y="3039"/>
                  <a:chExt cx="969" cy="424"/>
                </a:xfrm>
              </p:grpSpPr>
              <p:sp>
                <p:nvSpPr>
                  <p:cNvPr id="34871" name="Freeform 550">
                    <a:extLst>
                      <a:ext uri="{FF2B5EF4-FFF2-40B4-BE49-F238E27FC236}">
                        <a16:creationId xmlns:a16="http://schemas.microsoft.com/office/drawing/2014/main" id="{F7608B1F-3EC8-493B-81A2-CBF97A8D3F23}"/>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72" name="Freeform 551">
                    <a:extLst>
                      <a:ext uri="{FF2B5EF4-FFF2-40B4-BE49-F238E27FC236}">
                        <a16:creationId xmlns:a16="http://schemas.microsoft.com/office/drawing/2014/main" id="{3DEDFCF2-BB88-468F-9B9E-0B182BB0EB14}"/>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73" name="Freeform 552">
                    <a:extLst>
                      <a:ext uri="{FF2B5EF4-FFF2-40B4-BE49-F238E27FC236}">
                        <a16:creationId xmlns:a16="http://schemas.microsoft.com/office/drawing/2014/main" id="{21302538-D987-49C3-87BA-FDCD7587E905}"/>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74" name="Freeform 553">
                    <a:extLst>
                      <a:ext uri="{FF2B5EF4-FFF2-40B4-BE49-F238E27FC236}">
                        <a16:creationId xmlns:a16="http://schemas.microsoft.com/office/drawing/2014/main" id="{48BE10D7-185F-4641-9716-A83B5DCA2E8C}"/>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66" name="Group 554">
                  <a:extLst>
                    <a:ext uri="{FF2B5EF4-FFF2-40B4-BE49-F238E27FC236}">
                      <a16:creationId xmlns:a16="http://schemas.microsoft.com/office/drawing/2014/main" id="{82819255-B374-4778-A72D-D2C15CE9E0D1}"/>
                    </a:ext>
                  </a:extLst>
                </p:cNvPr>
                <p:cNvGrpSpPr>
                  <a:grpSpLocks noChangeAspect="1"/>
                </p:cNvGrpSpPr>
                <p:nvPr/>
              </p:nvGrpSpPr>
              <p:grpSpPr bwMode="auto">
                <a:xfrm>
                  <a:off x="2683" y="2991"/>
                  <a:ext cx="968" cy="430"/>
                  <a:chOff x="2683" y="2991"/>
                  <a:chExt cx="968" cy="430"/>
                </a:xfrm>
              </p:grpSpPr>
              <p:sp>
                <p:nvSpPr>
                  <p:cNvPr id="34867" name="Freeform 555">
                    <a:extLst>
                      <a:ext uri="{FF2B5EF4-FFF2-40B4-BE49-F238E27FC236}">
                        <a16:creationId xmlns:a16="http://schemas.microsoft.com/office/drawing/2014/main" id="{492ADB38-A6A0-42DF-8CE8-785DE0ADEEF7}"/>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68" name="Freeform 556">
                    <a:extLst>
                      <a:ext uri="{FF2B5EF4-FFF2-40B4-BE49-F238E27FC236}">
                        <a16:creationId xmlns:a16="http://schemas.microsoft.com/office/drawing/2014/main" id="{12BFF0FA-209A-43CB-8D9A-0D69E77BA57B}"/>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69" name="Freeform 557">
                    <a:extLst>
                      <a:ext uri="{FF2B5EF4-FFF2-40B4-BE49-F238E27FC236}">
                        <a16:creationId xmlns:a16="http://schemas.microsoft.com/office/drawing/2014/main" id="{E0E81F54-7FCD-4F10-857E-DF2A51A2B4B7}"/>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70" name="Freeform 558">
                    <a:extLst>
                      <a:ext uri="{FF2B5EF4-FFF2-40B4-BE49-F238E27FC236}">
                        <a16:creationId xmlns:a16="http://schemas.microsoft.com/office/drawing/2014/main" id="{D1E24330-8E29-4BB5-981D-8912F333A70C}"/>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4856" name="Group 559">
                <a:extLst>
                  <a:ext uri="{FF2B5EF4-FFF2-40B4-BE49-F238E27FC236}">
                    <a16:creationId xmlns:a16="http://schemas.microsoft.com/office/drawing/2014/main" id="{CBFD329A-1870-4EBE-97C2-F593C96B71EF}"/>
                  </a:ext>
                </a:extLst>
              </p:cNvPr>
              <p:cNvGrpSpPr>
                <a:grpSpLocks noChangeAspect="1"/>
              </p:cNvGrpSpPr>
              <p:nvPr/>
            </p:nvGrpSpPr>
            <p:grpSpPr bwMode="auto">
              <a:xfrm>
                <a:off x="912" y="3408"/>
                <a:ext cx="288" cy="336"/>
                <a:chOff x="4320" y="3128"/>
                <a:chExt cx="415" cy="424"/>
              </a:xfrm>
            </p:grpSpPr>
            <p:sp>
              <p:nvSpPr>
                <p:cNvPr id="34857" name="Freeform 560">
                  <a:extLst>
                    <a:ext uri="{FF2B5EF4-FFF2-40B4-BE49-F238E27FC236}">
                      <a16:creationId xmlns:a16="http://schemas.microsoft.com/office/drawing/2014/main" id="{60B7B671-DB54-4C4E-8DFF-8FF23CB6E37F}"/>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58" name="Oval 561">
                  <a:extLst>
                    <a:ext uri="{FF2B5EF4-FFF2-40B4-BE49-F238E27FC236}">
                      <a16:creationId xmlns:a16="http://schemas.microsoft.com/office/drawing/2014/main" id="{66ABB1E5-5356-4FE7-97F7-ACDD26916AFC}"/>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59" name="Freeform 562">
                  <a:extLst>
                    <a:ext uri="{FF2B5EF4-FFF2-40B4-BE49-F238E27FC236}">
                      <a16:creationId xmlns:a16="http://schemas.microsoft.com/office/drawing/2014/main" id="{DAE9A96B-028C-440C-9809-2E5DEF013007}"/>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60" name="Freeform 563">
                  <a:extLst>
                    <a:ext uri="{FF2B5EF4-FFF2-40B4-BE49-F238E27FC236}">
                      <a16:creationId xmlns:a16="http://schemas.microsoft.com/office/drawing/2014/main" id="{CFDE82E3-87F3-4CDF-8AE2-F691A9DD2346}"/>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4853" name="Line 564">
              <a:extLst>
                <a:ext uri="{FF2B5EF4-FFF2-40B4-BE49-F238E27FC236}">
                  <a16:creationId xmlns:a16="http://schemas.microsoft.com/office/drawing/2014/main" id="{E2025208-8F8B-4308-8D1D-801AB9A829F8}"/>
                </a:ext>
              </a:extLst>
            </p:cNvPr>
            <p:cNvSpPr>
              <a:spLocks noChangeAspect="1" noChangeShapeType="1"/>
            </p:cNvSpPr>
            <p:nvPr/>
          </p:nvSpPr>
          <p:spPr bwMode="auto">
            <a:xfrm flipH="1">
              <a:off x="1056" y="3024"/>
              <a:ext cx="1392" cy="576"/>
            </a:xfrm>
            <a:prstGeom prst="line">
              <a:avLst/>
            </a:prstGeom>
            <a:noFill/>
            <a:ln w="127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27" name="Group 565">
            <a:extLst>
              <a:ext uri="{FF2B5EF4-FFF2-40B4-BE49-F238E27FC236}">
                <a16:creationId xmlns:a16="http://schemas.microsoft.com/office/drawing/2014/main" id="{736A4B3A-FC7A-43AF-9325-870410F3A05C}"/>
              </a:ext>
            </a:extLst>
          </p:cNvPr>
          <p:cNvGrpSpPr>
            <a:grpSpLocks noChangeAspect="1"/>
          </p:cNvGrpSpPr>
          <p:nvPr/>
        </p:nvGrpSpPr>
        <p:grpSpPr bwMode="auto">
          <a:xfrm>
            <a:off x="8686801" y="4419601"/>
            <a:ext cx="252413" cy="187325"/>
            <a:chOff x="1056" y="2112"/>
            <a:chExt cx="2053" cy="1525"/>
          </a:xfrm>
        </p:grpSpPr>
        <p:grpSp>
          <p:nvGrpSpPr>
            <p:cNvPr id="34829" name="Group 566">
              <a:extLst>
                <a:ext uri="{FF2B5EF4-FFF2-40B4-BE49-F238E27FC236}">
                  <a16:creationId xmlns:a16="http://schemas.microsoft.com/office/drawing/2014/main" id="{B853B6AB-3FDB-47D4-8CBF-9A558B1BDBF5}"/>
                </a:ext>
              </a:extLst>
            </p:cNvPr>
            <p:cNvGrpSpPr>
              <a:grpSpLocks noChangeAspect="1"/>
            </p:cNvGrpSpPr>
            <p:nvPr/>
          </p:nvGrpSpPr>
          <p:grpSpPr bwMode="auto">
            <a:xfrm>
              <a:off x="2064" y="2112"/>
              <a:ext cx="1045" cy="1525"/>
              <a:chOff x="240" y="1584"/>
              <a:chExt cx="1744" cy="2544"/>
            </a:xfrm>
          </p:grpSpPr>
          <p:pic>
            <p:nvPicPr>
              <p:cNvPr id="34831" name="Picture 567">
                <a:extLst>
                  <a:ext uri="{FF2B5EF4-FFF2-40B4-BE49-F238E27FC236}">
                    <a16:creationId xmlns:a16="http://schemas.microsoft.com/office/drawing/2014/main" id="{2C5EF218-7B63-4DB6-8F7E-83B20E8C75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832" name="Group 568">
                <a:extLst>
                  <a:ext uri="{FF2B5EF4-FFF2-40B4-BE49-F238E27FC236}">
                    <a16:creationId xmlns:a16="http://schemas.microsoft.com/office/drawing/2014/main" id="{B2E2F61B-62BE-4530-B381-A9990031A156}"/>
                  </a:ext>
                </a:extLst>
              </p:cNvPr>
              <p:cNvGrpSpPr>
                <a:grpSpLocks noChangeAspect="1"/>
              </p:cNvGrpSpPr>
              <p:nvPr/>
            </p:nvGrpSpPr>
            <p:grpSpPr bwMode="auto">
              <a:xfrm>
                <a:off x="672" y="2976"/>
                <a:ext cx="816" cy="288"/>
                <a:chOff x="2527" y="2761"/>
                <a:chExt cx="3434" cy="980"/>
              </a:xfrm>
            </p:grpSpPr>
            <p:sp>
              <p:nvSpPr>
                <p:cNvPr id="34838" name="Freeform 569">
                  <a:extLst>
                    <a:ext uri="{FF2B5EF4-FFF2-40B4-BE49-F238E27FC236}">
                      <a16:creationId xmlns:a16="http://schemas.microsoft.com/office/drawing/2014/main" id="{FBB140A5-C4C8-4F9E-8DA3-A6F2C7E8A464}"/>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39" name="Freeform 570">
                  <a:extLst>
                    <a:ext uri="{FF2B5EF4-FFF2-40B4-BE49-F238E27FC236}">
                      <a16:creationId xmlns:a16="http://schemas.microsoft.com/office/drawing/2014/main" id="{F83D1F9D-6A5D-4C02-AEF0-2343F97882DE}"/>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40" name="Freeform 571">
                  <a:extLst>
                    <a:ext uri="{FF2B5EF4-FFF2-40B4-BE49-F238E27FC236}">
                      <a16:creationId xmlns:a16="http://schemas.microsoft.com/office/drawing/2014/main" id="{80297CE6-9BDE-4A4C-91EB-C53922A36C89}"/>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41" name="Freeform 572">
                  <a:extLst>
                    <a:ext uri="{FF2B5EF4-FFF2-40B4-BE49-F238E27FC236}">
                      <a16:creationId xmlns:a16="http://schemas.microsoft.com/office/drawing/2014/main" id="{7D28080B-90CC-4C8D-90D2-83FFAB80346E}"/>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4842" name="Group 573">
                  <a:extLst>
                    <a:ext uri="{FF2B5EF4-FFF2-40B4-BE49-F238E27FC236}">
                      <a16:creationId xmlns:a16="http://schemas.microsoft.com/office/drawing/2014/main" id="{0ADE0B31-A0E0-4937-B76A-A5DE6EC9C75E}"/>
                    </a:ext>
                  </a:extLst>
                </p:cNvPr>
                <p:cNvGrpSpPr>
                  <a:grpSpLocks noChangeAspect="1"/>
                </p:cNvGrpSpPr>
                <p:nvPr/>
              </p:nvGrpSpPr>
              <p:grpSpPr bwMode="auto">
                <a:xfrm>
                  <a:off x="2722" y="3039"/>
                  <a:ext cx="969" cy="424"/>
                  <a:chOff x="2722" y="3039"/>
                  <a:chExt cx="969" cy="424"/>
                </a:xfrm>
              </p:grpSpPr>
              <p:sp>
                <p:nvSpPr>
                  <p:cNvPr id="34848" name="Freeform 574">
                    <a:extLst>
                      <a:ext uri="{FF2B5EF4-FFF2-40B4-BE49-F238E27FC236}">
                        <a16:creationId xmlns:a16="http://schemas.microsoft.com/office/drawing/2014/main" id="{21033056-621E-46F0-BA54-1D8AF74674B2}"/>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49" name="Freeform 575">
                    <a:extLst>
                      <a:ext uri="{FF2B5EF4-FFF2-40B4-BE49-F238E27FC236}">
                        <a16:creationId xmlns:a16="http://schemas.microsoft.com/office/drawing/2014/main" id="{A7661E5B-DA38-432A-836C-2DD3462C6072}"/>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50" name="Freeform 576">
                    <a:extLst>
                      <a:ext uri="{FF2B5EF4-FFF2-40B4-BE49-F238E27FC236}">
                        <a16:creationId xmlns:a16="http://schemas.microsoft.com/office/drawing/2014/main" id="{E2591B26-2639-41F9-B223-AD24A72E59F7}"/>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51" name="Freeform 577">
                    <a:extLst>
                      <a:ext uri="{FF2B5EF4-FFF2-40B4-BE49-F238E27FC236}">
                        <a16:creationId xmlns:a16="http://schemas.microsoft.com/office/drawing/2014/main" id="{22B1C56E-C737-4E8E-ACF0-A060371D8E2C}"/>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4843" name="Group 578">
                  <a:extLst>
                    <a:ext uri="{FF2B5EF4-FFF2-40B4-BE49-F238E27FC236}">
                      <a16:creationId xmlns:a16="http://schemas.microsoft.com/office/drawing/2014/main" id="{718F8409-C3A7-4203-94BC-367F57347C8D}"/>
                    </a:ext>
                  </a:extLst>
                </p:cNvPr>
                <p:cNvGrpSpPr>
                  <a:grpSpLocks noChangeAspect="1"/>
                </p:cNvGrpSpPr>
                <p:nvPr/>
              </p:nvGrpSpPr>
              <p:grpSpPr bwMode="auto">
                <a:xfrm>
                  <a:off x="2683" y="2991"/>
                  <a:ext cx="968" cy="430"/>
                  <a:chOff x="2683" y="2991"/>
                  <a:chExt cx="968" cy="430"/>
                </a:xfrm>
              </p:grpSpPr>
              <p:sp>
                <p:nvSpPr>
                  <p:cNvPr id="34844" name="Freeform 579">
                    <a:extLst>
                      <a:ext uri="{FF2B5EF4-FFF2-40B4-BE49-F238E27FC236}">
                        <a16:creationId xmlns:a16="http://schemas.microsoft.com/office/drawing/2014/main" id="{54326C52-3E92-4E27-A2AE-19277AD737D6}"/>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45" name="Freeform 580">
                    <a:extLst>
                      <a:ext uri="{FF2B5EF4-FFF2-40B4-BE49-F238E27FC236}">
                        <a16:creationId xmlns:a16="http://schemas.microsoft.com/office/drawing/2014/main" id="{2A8F96BC-7E6E-41DF-AED6-90777735E3CC}"/>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46" name="Freeform 581">
                    <a:extLst>
                      <a:ext uri="{FF2B5EF4-FFF2-40B4-BE49-F238E27FC236}">
                        <a16:creationId xmlns:a16="http://schemas.microsoft.com/office/drawing/2014/main" id="{45A1147A-9E50-4542-AD76-8E7C71042ACB}"/>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47" name="Freeform 582">
                    <a:extLst>
                      <a:ext uri="{FF2B5EF4-FFF2-40B4-BE49-F238E27FC236}">
                        <a16:creationId xmlns:a16="http://schemas.microsoft.com/office/drawing/2014/main" id="{40090487-E2C1-46CA-8770-4723AEFD137E}"/>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4833" name="Group 583">
                <a:extLst>
                  <a:ext uri="{FF2B5EF4-FFF2-40B4-BE49-F238E27FC236}">
                    <a16:creationId xmlns:a16="http://schemas.microsoft.com/office/drawing/2014/main" id="{1154D75E-4CFE-41B5-B641-7D43FBB66C92}"/>
                  </a:ext>
                </a:extLst>
              </p:cNvPr>
              <p:cNvGrpSpPr>
                <a:grpSpLocks noChangeAspect="1"/>
              </p:cNvGrpSpPr>
              <p:nvPr/>
            </p:nvGrpSpPr>
            <p:grpSpPr bwMode="auto">
              <a:xfrm>
                <a:off x="912" y="3408"/>
                <a:ext cx="288" cy="336"/>
                <a:chOff x="4320" y="3128"/>
                <a:chExt cx="415" cy="424"/>
              </a:xfrm>
            </p:grpSpPr>
            <p:sp>
              <p:nvSpPr>
                <p:cNvPr id="34834" name="Freeform 584">
                  <a:extLst>
                    <a:ext uri="{FF2B5EF4-FFF2-40B4-BE49-F238E27FC236}">
                      <a16:creationId xmlns:a16="http://schemas.microsoft.com/office/drawing/2014/main" id="{9EAFB16B-C542-41E6-9DAD-B03ACD937978}"/>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35" name="Oval 585">
                  <a:extLst>
                    <a:ext uri="{FF2B5EF4-FFF2-40B4-BE49-F238E27FC236}">
                      <a16:creationId xmlns:a16="http://schemas.microsoft.com/office/drawing/2014/main" id="{F9C67F05-2A21-483C-A23E-FAB3D306CF28}"/>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6350">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36" name="Freeform 586">
                  <a:extLst>
                    <a:ext uri="{FF2B5EF4-FFF2-40B4-BE49-F238E27FC236}">
                      <a16:creationId xmlns:a16="http://schemas.microsoft.com/office/drawing/2014/main" id="{A88D90B3-5581-4BF6-82FE-E5D1153FAD79}"/>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4837" name="Freeform 587">
                  <a:extLst>
                    <a:ext uri="{FF2B5EF4-FFF2-40B4-BE49-F238E27FC236}">
                      <a16:creationId xmlns:a16="http://schemas.microsoft.com/office/drawing/2014/main" id="{1B2AEAD1-EED6-4EA3-95F2-B1C2AD124A30}"/>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4830" name="Line 588">
              <a:extLst>
                <a:ext uri="{FF2B5EF4-FFF2-40B4-BE49-F238E27FC236}">
                  <a16:creationId xmlns:a16="http://schemas.microsoft.com/office/drawing/2014/main" id="{860DAFAE-9BF5-461E-B801-F7AE0A70AAEA}"/>
                </a:ext>
              </a:extLst>
            </p:cNvPr>
            <p:cNvSpPr>
              <a:spLocks noChangeAspect="1" noChangeShapeType="1"/>
            </p:cNvSpPr>
            <p:nvPr/>
          </p:nvSpPr>
          <p:spPr bwMode="auto">
            <a:xfrm flipH="1">
              <a:off x="1056" y="3024"/>
              <a:ext cx="1392" cy="576"/>
            </a:xfrm>
            <a:prstGeom prst="line">
              <a:avLst/>
            </a:prstGeom>
            <a:noFill/>
            <a:ln w="635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34828" name="Text Box 589">
            <a:extLst>
              <a:ext uri="{FF2B5EF4-FFF2-40B4-BE49-F238E27FC236}">
                <a16:creationId xmlns:a16="http://schemas.microsoft.com/office/drawing/2014/main" id="{6A64014E-3F6B-4AD9-8B25-67BABC605FF5}"/>
              </a:ext>
            </a:extLst>
          </p:cNvPr>
          <p:cNvSpPr txBox="1">
            <a:spLocks noChangeArrowheads="1"/>
          </p:cNvSpPr>
          <p:nvPr/>
        </p:nvSpPr>
        <p:spPr bwMode="auto">
          <a:xfrm>
            <a:off x="4876801" y="5807076"/>
            <a:ext cx="505138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To get into my house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I must get the key from a smaller house</a:t>
            </a: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2">
            <a:extLst>
              <a:ext uri="{FF2B5EF4-FFF2-40B4-BE49-F238E27FC236}">
                <a16:creationId xmlns:a16="http://schemas.microsoft.com/office/drawing/2014/main" id="{DDA927B7-F4BC-4110-8619-CD87A688FB4A}"/>
              </a:ext>
            </a:extLst>
          </p:cNvPr>
          <p:cNvGrpSpPr>
            <a:grpSpLocks/>
          </p:cNvGrpSpPr>
          <p:nvPr/>
        </p:nvGrpSpPr>
        <p:grpSpPr bwMode="auto">
          <a:xfrm>
            <a:off x="2819400" y="2819400"/>
            <a:ext cx="1676400" cy="1676400"/>
            <a:chOff x="2352" y="624"/>
            <a:chExt cx="1056" cy="1056"/>
          </a:xfrm>
        </p:grpSpPr>
        <p:sp>
          <p:nvSpPr>
            <p:cNvPr id="36904" name="Rectangle 3">
              <a:extLst>
                <a:ext uri="{FF2B5EF4-FFF2-40B4-BE49-F238E27FC236}">
                  <a16:creationId xmlns:a16="http://schemas.microsoft.com/office/drawing/2014/main" id="{673BB18C-678E-4135-A994-FC5F2B5A0B7C}"/>
                </a:ext>
              </a:extLst>
            </p:cNvPr>
            <p:cNvSpPr>
              <a:spLocks noChangeArrowheads="1"/>
            </p:cNvSpPr>
            <p:nvPr/>
          </p:nvSpPr>
          <p:spPr bwMode="auto">
            <a:xfrm>
              <a:off x="2352" y="624"/>
              <a:ext cx="1056" cy="10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905" name="Text Box 4">
              <a:extLst>
                <a:ext uri="{FF2B5EF4-FFF2-40B4-BE49-F238E27FC236}">
                  <a16:creationId xmlns:a16="http://schemas.microsoft.com/office/drawing/2014/main" id="{1850546A-D74E-4B45-91F8-5E5C3723B6E0}"/>
                </a:ext>
              </a:extLst>
            </p:cNvPr>
            <p:cNvSpPr txBox="1">
              <a:spLocks noChangeArrowheads="1"/>
            </p:cNvSpPr>
            <p:nvPr/>
          </p:nvSpPr>
          <p:spPr bwMode="auto">
            <a:xfrm>
              <a:off x="2400" y="624"/>
              <a:ext cx="810" cy="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ac = </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bd = </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endPar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(a+b)(c+d)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 = </a:t>
              </a:r>
            </a:p>
          </p:txBody>
        </p:sp>
      </p:grpSp>
      <p:sp>
        <p:nvSpPr>
          <p:cNvPr id="36867" name="Text Box 5">
            <a:extLst>
              <a:ext uri="{FF2B5EF4-FFF2-40B4-BE49-F238E27FC236}">
                <a16:creationId xmlns:a16="http://schemas.microsoft.com/office/drawing/2014/main" id="{4EB90A3A-B4DD-44A0-BCE2-E9319D3D6687}"/>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36868" name="Rectangle 6">
            <a:extLst>
              <a:ext uri="{FF2B5EF4-FFF2-40B4-BE49-F238E27FC236}">
                <a16:creationId xmlns:a16="http://schemas.microsoft.com/office/drawing/2014/main" id="{FD47DF36-C098-48CB-AA1D-04793D07C941}"/>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 &amp; Strong Induction</a:t>
            </a:r>
          </a:p>
        </p:txBody>
      </p:sp>
      <p:sp>
        <p:nvSpPr>
          <p:cNvPr id="36869" name="Text Box 7">
            <a:extLst>
              <a:ext uri="{FF2B5EF4-FFF2-40B4-BE49-F238E27FC236}">
                <a16:creationId xmlns:a16="http://schemas.microsoft.com/office/drawing/2014/main" id="{8D15E6F2-48BC-45A3-94FF-456693F29022}"/>
              </a:ext>
            </a:extLst>
          </p:cNvPr>
          <p:cNvSpPr txBox="1">
            <a:spLocks noChangeArrowheads="1"/>
          </p:cNvSpPr>
          <p:nvPr/>
        </p:nvSpPr>
        <p:spPr bwMode="auto">
          <a:xfrm>
            <a:off x="5334000" y="914401"/>
            <a:ext cx="5638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endParaRPr>
          </a:p>
          <a:p>
            <a:pPr marL="0" marR="0" lvl="0"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Allocate work </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Construct one or more subinstances</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871" name="AutoShape 32">
            <a:extLst>
              <a:ext uri="{FF2B5EF4-FFF2-40B4-BE49-F238E27FC236}">
                <a16:creationId xmlns:a16="http://schemas.microsoft.com/office/drawing/2014/main" id="{D27F6A0E-8926-4870-9957-2B340A806B20}"/>
              </a:ext>
            </a:extLst>
          </p:cNvPr>
          <p:cNvSpPr>
            <a:spLocks noChangeArrowheads="1"/>
          </p:cNvSpPr>
          <p:nvPr/>
        </p:nvSpPr>
        <p:spPr bwMode="auto">
          <a:xfrm>
            <a:off x="31242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872" name="AutoShape 33">
            <a:extLst>
              <a:ext uri="{FF2B5EF4-FFF2-40B4-BE49-F238E27FC236}">
                <a16:creationId xmlns:a16="http://schemas.microsoft.com/office/drawing/2014/main" id="{DB73E08C-7F82-4067-B1B7-E89D91D6EF3D}"/>
              </a:ext>
            </a:extLst>
          </p:cNvPr>
          <p:cNvSpPr>
            <a:spLocks noChangeArrowheads="1"/>
          </p:cNvSpPr>
          <p:nvPr/>
        </p:nvSpPr>
        <p:spPr bwMode="auto">
          <a:xfrm>
            <a:off x="4038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873" name="AutoShape 34">
            <a:extLst>
              <a:ext uri="{FF2B5EF4-FFF2-40B4-BE49-F238E27FC236}">
                <a16:creationId xmlns:a16="http://schemas.microsoft.com/office/drawing/2014/main" id="{DDBB0AD9-5D28-4FB7-A43E-2464B31139F9}"/>
              </a:ext>
            </a:extLst>
          </p:cNvPr>
          <p:cNvSpPr>
            <a:spLocks noChangeArrowheads="1"/>
          </p:cNvSpPr>
          <p:nvPr/>
        </p:nvSpPr>
        <p:spPr bwMode="auto">
          <a:xfrm>
            <a:off x="2133600" y="5105400"/>
            <a:ext cx="914400" cy="1295400"/>
          </a:xfrm>
          <a:prstGeom prst="triangle">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874" name="Text Box 35">
            <a:extLst>
              <a:ext uri="{FF2B5EF4-FFF2-40B4-BE49-F238E27FC236}">
                <a16:creationId xmlns:a16="http://schemas.microsoft.com/office/drawing/2014/main" id="{B26B36D2-E718-45B1-AD76-C32B3E7039AD}"/>
              </a:ext>
            </a:extLst>
          </p:cNvPr>
          <p:cNvSpPr txBox="1">
            <a:spLocks noChangeArrowheads="1"/>
          </p:cNvSpPr>
          <p:nvPr/>
        </p:nvSpPr>
        <p:spPr bwMode="auto">
          <a:xfrm>
            <a:off x="2286000" y="5651500"/>
            <a:ext cx="6810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p:txBody>
      </p:sp>
      <p:sp>
        <p:nvSpPr>
          <p:cNvPr id="36875" name="Text Box 36">
            <a:extLst>
              <a:ext uri="{FF2B5EF4-FFF2-40B4-BE49-F238E27FC236}">
                <a16:creationId xmlns:a16="http://schemas.microsoft.com/office/drawing/2014/main" id="{2D4FC536-99D2-42D2-B4F4-97188C8FB0C5}"/>
              </a:ext>
            </a:extLst>
          </p:cNvPr>
          <p:cNvSpPr txBox="1">
            <a:spLocks noChangeArrowheads="1"/>
          </p:cNvSpPr>
          <p:nvPr/>
        </p:nvSpPr>
        <p:spPr bwMode="auto">
          <a:xfrm>
            <a:off x="3270250" y="5638800"/>
            <a:ext cx="6810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p:txBody>
      </p:sp>
      <p:sp>
        <p:nvSpPr>
          <p:cNvPr id="36876" name="Text Box 37">
            <a:extLst>
              <a:ext uri="{FF2B5EF4-FFF2-40B4-BE49-F238E27FC236}">
                <a16:creationId xmlns:a16="http://schemas.microsoft.com/office/drawing/2014/main" id="{2035E611-7A8C-4A0D-AFAC-F20EA7EDD38B}"/>
              </a:ext>
            </a:extLst>
          </p:cNvPr>
          <p:cNvSpPr txBox="1">
            <a:spLocks noChangeArrowheads="1"/>
          </p:cNvSpPr>
          <p:nvPr/>
        </p:nvSpPr>
        <p:spPr bwMode="auto">
          <a:xfrm>
            <a:off x="4159250" y="5651500"/>
            <a:ext cx="6810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 = 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Y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6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XY=</a:t>
            </a:r>
            <a:r>
              <a:rPr kumimoji="0" lang="en-US" altLang="zh-TW" sz="16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a:t>
            </a:r>
          </a:p>
        </p:txBody>
      </p:sp>
      <p:sp>
        <p:nvSpPr>
          <p:cNvPr id="36877" name="Line 38">
            <a:extLst>
              <a:ext uri="{FF2B5EF4-FFF2-40B4-BE49-F238E27FC236}">
                <a16:creationId xmlns:a16="http://schemas.microsoft.com/office/drawing/2014/main" id="{5E80EBE6-6D14-4E8F-85DD-D52C290B4314}"/>
              </a:ext>
            </a:extLst>
          </p:cNvPr>
          <p:cNvSpPr>
            <a:spLocks noChangeShapeType="1"/>
          </p:cNvSpPr>
          <p:nvPr/>
        </p:nvSpPr>
        <p:spPr bwMode="auto">
          <a:xfrm flipH="1">
            <a:off x="2590800" y="4495800"/>
            <a:ext cx="10668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878" name="Line 39">
            <a:extLst>
              <a:ext uri="{FF2B5EF4-FFF2-40B4-BE49-F238E27FC236}">
                <a16:creationId xmlns:a16="http://schemas.microsoft.com/office/drawing/2014/main" id="{097B8E06-7149-4A20-B28C-41A110ED1AB0}"/>
              </a:ext>
            </a:extLst>
          </p:cNvPr>
          <p:cNvSpPr>
            <a:spLocks noChangeShapeType="1"/>
          </p:cNvSpPr>
          <p:nvPr/>
        </p:nvSpPr>
        <p:spPr bwMode="auto">
          <a:xfrm flipH="1">
            <a:off x="3581400" y="4495800"/>
            <a:ext cx="76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879" name="Line 40">
            <a:extLst>
              <a:ext uri="{FF2B5EF4-FFF2-40B4-BE49-F238E27FC236}">
                <a16:creationId xmlns:a16="http://schemas.microsoft.com/office/drawing/2014/main" id="{19A22947-72EC-4A05-9D34-D463D5FC8127}"/>
              </a:ext>
            </a:extLst>
          </p:cNvPr>
          <p:cNvSpPr>
            <a:spLocks noChangeShapeType="1"/>
          </p:cNvSpPr>
          <p:nvPr/>
        </p:nvSpPr>
        <p:spPr bwMode="auto">
          <a:xfrm>
            <a:off x="3657600" y="4495800"/>
            <a:ext cx="838200" cy="6096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6880" name="Rectangle 41">
            <a:extLst>
              <a:ext uri="{FF2B5EF4-FFF2-40B4-BE49-F238E27FC236}">
                <a16:creationId xmlns:a16="http://schemas.microsoft.com/office/drawing/2014/main" id="{C0F3DFA9-3A4C-48EA-8163-C9FDD1463FE2}"/>
              </a:ext>
            </a:extLst>
          </p:cNvPr>
          <p:cNvSpPr>
            <a:spLocks noChangeArrowheads="1"/>
          </p:cNvSpPr>
          <p:nvPr/>
        </p:nvSpPr>
        <p:spPr bwMode="auto">
          <a:xfrm>
            <a:off x="4953000" y="3074989"/>
            <a:ext cx="45720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457200" marR="0" lvl="1"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Each subinstance must be </a:t>
            </a:r>
          </a:p>
          <a:p>
            <a:pPr marL="457200" marR="0" lvl="1"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 </a:t>
            </a:r>
            <a:r>
              <a:rPr kumimoji="0" lang="en-US" altLang="zh-TW" sz="2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smaller</a:t>
            </a: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 instance</a:t>
            </a:r>
          </a:p>
          <a:p>
            <a:pPr marL="457200" marR="0" lvl="1" indent="0" algn="ctr"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to the </a:t>
            </a:r>
            <a:r>
              <a:rPr kumimoji="0" lang="en-US" altLang="zh-TW" sz="2800" b="0" i="0" u="none" strike="noStrike" kern="1200" cap="none" spc="0" normalizeH="0" baseline="0" noProof="0">
                <a:ln>
                  <a:noFill/>
                </a:ln>
                <a:solidFill>
                  <a:srgbClr val="FF0000"/>
                </a:solidFill>
                <a:effectLst/>
                <a:uLnTx/>
                <a:uFillTx/>
                <a:latin typeface="Times New Roman" panose="02020603050405020304" pitchFamily="18" charset="0"/>
                <a:ea typeface="PMingLiU" panose="02020500000000000000" pitchFamily="18" charset="-120"/>
                <a:cs typeface="+mn-cs"/>
              </a:rPr>
              <a:t>same</a:t>
            </a: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 problem.</a:t>
            </a:r>
          </a:p>
        </p:txBody>
      </p:sp>
      <p:grpSp>
        <p:nvGrpSpPr>
          <p:cNvPr id="42" name="Group 8">
            <a:extLst>
              <a:ext uri="{FF2B5EF4-FFF2-40B4-BE49-F238E27FC236}">
                <a16:creationId xmlns:a16="http://schemas.microsoft.com/office/drawing/2014/main" id="{32BC0407-355B-42D1-95E5-1DC639292796}"/>
              </a:ext>
            </a:extLst>
          </p:cNvPr>
          <p:cNvGrpSpPr>
            <a:grpSpLocks/>
          </p:cNvGrpSpPr>
          <p:nvPr/>
        </p:nvGrpSpPr>
        <p:grpSpPr bwMode="auto">
          <a:xfrm>
            <a:off x="2283462" y="3689350"/>
            <a:ext cx="441325" cy="1066800"/>
            <a:chOff x="864" y="465"/>
            <a:chExt cx="1046" cy="2358"/>
          </a:xfrm>
        </p:grpSpPr>
        <p:grpSp>
          <p:nvGrpSpPr>
            <p:cNvPr id="43" name="Group 9">
              <a:extLst>
                <a:ext uri="{FF2B5EF4-FFF2-40B4-BE49-F238E27FC236}">
                  <a16:creationId xmlns:a16="http://schemas.microsoft.com/office/drawing/2014/main" id="{8A21EFB3-866C-46B3-8532-888A02670FA7}"/>
                </a:ext>
              </a:extLst>
            </p:cNvPr>
            <p:cNvGrpSpPr>
              <a:grpSpLocks/>
            </p:cNvGrpSpPr>
            <p:nvPr/>
          </p:nvGrpSpPr>
          <p:grpSpPr bwMode="auto">
            <a:xfrm>
              <a:off x="864" y="465"/>
              <a:ext cx="1008" cy="2319"/>
              <a:chOff x="587" y="528"/>
              <a:chExt cx="1008" cy="2319"/>
            </a:xfrm>
          </p:grpSpPr>
          <p:grpSp>
            <p:nvGrpSpPr>
              <p:cNvPr id="46" name="Group 10">
                <a:extLst>
                  <a:ext uri="{FF2B5EF4-FFF2-40B4-BE49-F238E27FC236}">
                    <a16:creationId xmlns:a16="http://schemas.microsoft.com/office/drawing/2014/main" id="{A6D35903-D5F4-4801-B35E-F147E8C1EB42}"/>
                  </a:ext>
                </a:extLst>
              </p:cNvPr>
              <p:cNvGrpSpPr>
                <a:grpSpLocks/>
              </p:cNvGrpSpPr>
              <p:nvPr/>
            </p:nvGrpSpPr>
            <p:grpSpPr bwMode="auto">
              <a:xfrm>
                <a:off x="587" y="528"/>
                <a:ext cx="1008" cy="2319"/>
                <a:chOff x="587" y="528"/>
                <a:chExt cx="1008" cy="2319"/>
              </a:xfrm>
            </p:grpSpPr>
            <p:grpSp>
              <p:nvGrpSpPr>
                <p:cNvPr id="48" name="Group 11">
                  <a:extLst>
                    <a:ext uri="{FF2B5EF4-FFF2-40B4-BE49-F238E27FC236}">
                      <a16:creationId xmlns:a16="http://schemas.microsoft.com/office/drawing/2014/main" id="{F6E42058-29E7-45C5-BEA0-ACDC42BCBF27}"/>
                    </a:ext>
                  </a:extLst>
                </p:cNvPr>
                <p:cNvGrpSpPr>
                  <a:grpSpLocks/>
                </p:cNvGrpSpPr>
                <p:nvPr/>
              </p:nvGrpSpPr>
              <p:grpSpPr bwMode="auto">
                <a:xfrm>
                  <a:off x="587" y="528"/>
                  <a:ext cx="1008" cy="2319"/>
                  <a:chOff x="1151" y="1104"/>
                  <a:chExt cx="686" cy="1741"/>
                </a:xfrm>
              </p:grpSpPr>
              <p:sp>
                <p:nvSpPr>
                  <p:cNvPr id="55" name="Freeform 12">
                    <a:extLst>
                      <a:ext uri="{FF2B5EF4-FFF2-40B4-BE49-F238E27FC236}">
                        <a16:creationId xmlns:a16="http://schemas.microsoft.com/office/drawing/2014/main" id="{930023E6-B086-457A-B6E6-E7341AB739B8}"/>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6" name="Freeform 13">
                    <a:extLst>
                      <a:ext uri="{FF2B5EF4-FFF2-40B4-BE49-F238E27FC236}">
                        <a16:creationId xmlns:a16="http://schemas.microsoft.com/office/drawing/2014/main" id="{1F201F60-EB7F-49EE-AF37-8B429F6D7C4F}"/>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7" name="Freeform 14">
                    <a:extLst>
                      <a:ext uri="{FF2B5EF4-FFF2-40B4-BE49-F238E27FC236}">
                        <a16:creationId xmlns:a16="http://schemas.microsoft.com/office/drawing/2014/main" id="{8886E39E-D672-41CB-9693-941D1AD8EB41}"/>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8" name="Freeform 15">
                    <a:extLst>
                      <a:ext uri="{FF2B5EF4-FFF2-40B4-BE49-F238E27FC236}">
                        <a16:creationId xmlns:a16="http://schemas.microsoft.com/office/drawing/2014/main" id="{6D89F7E7-CC44-4521-ACDE-C124777B6DC0}"/>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9" name="Freeform 16">
                    <a:extLst>
                      <a:ext uri="{FF2B5EF4-FFF2-40B4-BE49-F238E27FC236}">
                        <a16:creationId xmlns:a16="http://schemas.microsoft.com/office/drawing/2014/main" id="{E55695A9-E72F-44AB-8D89-435316AA796A}"/>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0" name="Freeform 17">
                    <a:extLst>
                      <a:ext uri="{FF2B5EF4-FFF2-40B4-BE49-F238E27FC236}">
                        <a16:creationId xmlns:a16="http://schemas.microsoft.com/office/drawing/2014/main" id="{051EBF9D-9E66-4DA8-8572-038EDDF0B35A}"/>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61" name="Group 18">
                    <a:extLst>
                      <a:ext uri="{FF2B5EF4-FFF2-40B4-BE49-F238E27FC236}">
                        <a16:creationId xmlns:a16="http://schemas.microsoft.com/office/drawing/2014/main" id="{C8F461B6-2480-4D00-BE20-545B3DC9BAAC}"/>
                      </a:ext>
                    </a:extLst>
                  </p:cNvPr>
                  <p:cNvGrpSpPr>
                    <a:grpSpLocks/>
                  </p:cNvGrpSpPr>
                  <p:nvPr/>
                </p:nvGrpSpPr>
                <p:grpSpPr bwMode="auto">
                  <a:xfrm flipH="1">
                    <a:off x="1212" y="1104"/>
                    <a:ext cx="277" cy="235"/>
                    <a:chOff x="1590" y="1104"/>
                    <a:chExt cx="277" cy="235"/>
                  </a:xfrm>
                </p:grpSpPr>
                <p:sp>
                  <p:nvSpPr>
                    <p:cNvPr id="62" name="Freeform 19">
                      <a:extLst>
                        <a:ext uri="{FF2B5EF4-FFF2-40B4-BE49-F238E27FC236}">
                          <a16:creationId xmlns:a16="http://schemas.microsoft.com/office/drawing/2014/main" id="{C7B2DA69-F220-4191-951E-79DCFC9FBB61}"/>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3" name="Freeform 20">
                      <a:extLst>
                        <a:ext uri="{FF2B5EF4-FFF2-40B4-BE49-F238E27FC236}">
                          <a16:creationId xmlns:a16="http://schemas.microsoft.com/office/drawing/2014/main" id="{816FEA9A-09EB-4068-8BD1-F0C20C3BC0C2}"/>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4" name="Freeform 21">
                      <a:extLst>
                        <a:ext uri="{FF2B5EF4-FFF2-40B4-BE49-F238E27FC236}">
                          <a16:creationId xmlns:a16="http://schemas.microsoft.com/office/drawing/2014/main" id="{403113E0-A589-40D2-BBCC-7FB673B16F45}"/>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5" name="Freeform 22">
                      <a:extLst>
                        <a:ext uri="{FF2B5EF4-FFF2-40B4-BE49-F238E27FC236}">
                          <a16:creationId xmlns:a16="http://schemas.microsoft.com/office/drawing/2014/main" id="{BF6F749F-26C8-4947-978C-1E0463101EF9}"/>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49" name="Group 23">
                  <a:extLst>
                    <a:ext uri="{FF2B5EF4-FFF2-40B4-BE49-F238E27FC236}">
                      <a16:creationId xmlns:a16="http://schemas.microsoft.com/office/drawing/2014/main" id="{CAB48B37-6866-4249-B63F-7DAE0717D697}"/>
                    </a:ext>
                  </a:extLst>
                </p:cNvPr>
                <p:cNvGrpSpPr>
                  <a:grpSpLocks/>
                </p:cNvGrpSpPr>
                <p:nvPr/>
              </p:nvGrpSpPr>
              <p:grpSpPr bwMode="auto">
                <a:xfrm rot="4286940" flipH="1">
                  <a:off x="1038" y="766"/>
                  <a:ext cx="141" cy="50"/>
                  <a:chOff x="4032" y="2817"/>
                  <a:chExt cx="417" cy="635"/>
                </a:xfrm>
              </p:grpSpPr>
              <p:sp>
                <p:nvSpPr>
                  <p:cNvPr id="53" name="Oval 24">
                    <a:extLst>
                      <a:ext uri="{FF2B5EF4-FFF2-40B4-BE49-F238E27FC236}">
                        <a16:creationId xmlns:a16="http://schemas.microsoft.com/office/drawing/2014/main" id="{2BA4C5B6-9FC0-4832-AEDE-56303E99AEAB}"/>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54" name="Oval 25">
                    <a:extLst>
                      <a:ext uri="{FF2B5EF4-FFF2-40B4-BE49-F238E27FC236}">
                        <a16:creationId xmlns:a16="http://schemas.microsoft.com/office/drawing/2014/main" id="{8FB94DD1-ECF6-4ACC-B615-83E575995584}"/>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50" name="Group 26">
                  <a:extLst>
                    <a:ext uri="{FF2B5EF4-FFF2-40B4-BE49-F238E27FC236}">
                      <a16:creationId xmlns:a16="http://schemas.microsoft.com/office/drawing/2014/main" id="{11E652B3-55E4-4D86-B147-E0D1E56987B7}"/>
                    </a:ext>
                  </a:extLst>
                </p:cNvPr>
                <p:cNvGrpSpPr>
                  <a:grpSpLocks/>
                </p:cNvGrpSpPr>
                <p:nvPr/>
              </p:nvGrpSpPr>
              <p:grpSpPr bwMode="auto">
                <a:xfrm rot="4286940" flipH="1">
                  <a:off x="962" y="766"/>
                  <a:ext cx="141" cy="50"/>
                  <a:chOff x="4032" y="2817"/>
                  <a:chExt cx="417" cy="635"/>
                </a:xfrm>
              </p:grpSpPr>
              <p:sp>
                <p:nvSpPr>
                  <p:cNvPr id="51" name="Oval 27">
                    <a:extLst>
                      <a:ext uri="{FF2B5EF4-FFF2-40B4-BE49-F238E27FC236}">
                        <a16:creationId xmlns:a16="http://schemas.microsoft.com/office/drawing/2014/main" id="{2FE49141-2720-4580-8E8C-EA66E5806E6B}"/>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52" name="Oval 28">
                    <a:extLst>
                      <a:ext uri="{FF2B5EF4-FFF2-40B4-BE49-F238E27FC236}">
                        <a16:creationId xmlns:a16="http://schemas.microsoft.com/office/drawing/2014/main" id="{1AAD6B96-DC83-4B7E-A027-5A281D30823E}"/>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47" name="Oval 29">
                <a:extLst>
                  <a:ext uri="{FF2B5EF4-FFF2-40B4-BE49-F238E27FC236}">
                    <a16:creationId xmlns:a16="http://schemas.microsoft.com/office/drawing/2014/main" id="{0AFAC296-351D-4C41-827C-899C7220ECF0}"/>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44" name="Freeform 30">
              <a:extLst>
                <a:ext uri="{FF2B5EF4-FFF2-40B4-BE49-F238E27FC236}">
                  <a16:creationId xmlns:a16="http://schemas.microsoft.com/office/drawing/2014/main" id="{32296600-E21C-4161-928F-A6656886FD3D}"/>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45" name="Freeform 31">
              <a:extLst>
                <a:ext uri="{FF2B5EF4-FFF2-40B4-BE49-F238E27FC236}">
                  <a16:creationId xmlns:a16="http://schemas.microsoft.com/office/drawing/2014/main" id="{D0AB9325-C5BE-432B-B753-B312DD63C163}"/>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EEAF275-4C02-4DA5-A60C-26E282A415CF}"/>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 &amp; Strong Induction</a:t>
            </a:r>
          </a:p>
        </p:txBody>
      </p:sp>
      <p:sp>
        <p:nvSpPr>
          <p:cNvPr id="38915" name="Text Box 3">
            <a:extLst>
              <a:ext uri="{FF2B5EF4-FFF2-40B4-BE49-F238E27FC236}">
                <a16:creationId xmlns:a16="http://schemas.microsoft.com/office/drawing/2014/main" id="{C5513434-EE96-4FD2-9DAD-5B6A9D19C3F5}"/>
              </a:ext>
            </a:extLst>
          </p:cNvPr>
          <p:cNvSpPr txBox="1">
            <a:spLocks noChangeArrowheads="1"/>
          </p:cNvSpPr>
          <p:nvPr/>
        </p:nvSpPr>
        <p:spPr bwMode="auto">
          <a:xfrm>
            <a:off x="2747964" y="838200"/>
            <a:ext cx="6853237"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Recursive Algorithm:</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Assume you have an algorithm that works.</a:t>
            </a:r>
          </a:p>
          <a:p>
            <a:pPr marL="457200" marR="0" lvl="1" indent="0" algn="l" defTabSz="914400" rtl="0" eaLnBrk="1" fontAlgn="base" latinLnBrk="0" hangingPunct="1">
              <a:lnSpc>
                <a:spcPct val="100000"/>
              </a:lnSpc>
              <a:spcBef>
                <a:spcPct val="0"/>
              </a:spcBef>
              <a:spcAft>
                <a:spcPct val="0"/>
              </a:spcAft>
              <a:buClrTx/>
              <a:buSzTx/>
              <a:buFontTx/>
              <a:buChar char="•"/>
              <a:tabLst/>
              <a:defRPr/>
            </a:pPr>
            <a:r>
              <a:rPr kumimoji="0" lang="en-US" altLang="zh-TW" sz="28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Use it to write an algorithm that works.</a:t>
            </a:r>
            <a:endParaRPr kumimoji="0" lang="en-CA" altLang="en-US" sz="2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pic>
        <p:nvPicPr>
          <p:cNvPr id="38916" name="Picture 4">
            <a:extLst>
              <a:ext uri="{FF2B5EF4-FFF2-40B4-BE49-F238E27FC236}">
                <a16:creationId xmlns:a16="http://schemas.microsoft.com/office/drawing/2014/main" id="{5F13B7B6-5BAA-43D2-A931-5EBBD3900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514600"/>
            <a:ext cx="27686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917" name="Group 5">
            <a:extLst>
              <a:ext uri="{FF2B5EF4-FFF2-40B4-BE49-F238E27FC236}">
                <a16:creationId xmlns:a16="http://schemas.microsoft.com/office/drawing/2014/main" id="{836C0396-CD5A-4D97-9DE2-C62623FB908B}"/>
              </a:ext>
            </a:extLst>
          </p:cNvPr>
          <p:cNvGrpSpPr>
            <a:grpSpLocks/>
          </p:cNvGrpSpPr>
          <p:nvPr/>
        </p:nvGrpSpPr>
        <p:grpSpPr bwMode="auto">
          <a:xfrm>
            <a:off x="2971800" y="5410200"/>
            <a:ext cx="457200" cy="533400"/>
            <a:chOff x="4320" y="3128"/>
            <a:chExt cx="415" cy="424"/>
          </a:xfrm>
        </p:grpSpPr>
        <p:sp>
          <p:nvSpPr>
            <p:cNvPr id="39073" name="Freeform 6">
              <a:extLst>
                <a:ext uri="{FF2B5EF4-FFF2-40B4-BE49-F238E27FC236}">
                  <a16:creationId xmlns:a16="http://schemas.microsoft.com/office/drawing/2014/main" id="{49F781B2-7CF9-4445-96CB-D0B4C1E37A2F}"/>
                </a:ext>
              </a:extLst>
            </p:cNvPr>
            <p:cNvSpPr>
              <a:spLocks/>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74" name="Oval 7">
              <a:extLst>
                <a:ext uri="{FF2B5EF4-FFF2-40B4-BE49-F238E27FC236}">
                  <a16:creationId xmlns:a16="http://schemas.microsoft.com/office/drawing/2014/main" id="{846E3385-1C39-45C7-BFA9-B000A174CF49}"/>
                </a:ext>
              </a:extLst>
            </p:cNvPr>
            <p:cNvSpPr>
              <a:spLocks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75" name="Freeform 8">
              <a:extLst>
                <a:ext uri="{FF2B5EF4-FFF2-40B4-BE49-F238E27FC236}">
                  <a16:creationId xmlns:a16="http://schemas.microsoft.com/office/drawing/2014/main" id="{00813CCA-AD53-444E-8F5F-F89A931C65B2}"/>
                </a:ext>
              </a:extLst>
            </p:cNvPr>
            <p:cNvSpPr>
              <a:spLocks/>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76" name="Freeform 9">
              <a:extLst>
                <a:ext uri="{FF2B5EF4-FFF2-40B4-BE49-F238E27FC236}">
                  <a16:creationId xmlns:a16="http://schemas.microsoft.com/office/drawing/2014/main" id="{58F430AB-6DF7-4AB3-BA28-C65D08E2ED62}"/>
                </a:ext>
              </a:extLst>
            </p:cNvPr>
            <p:cNvSpPr>
              <a:spLocks/>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18" name="Group 10">
            <a:extLst>
              <a:ext uri="{FF2B5EF4-FFF2-40B4-BE49-F238E27FC236}">
                <a16:creationId xmlns:a16="http://schemas.microsoft.com/office/drawing/2014/main" id="{1783C0D3-4688-4D4C-9089-C26FC395B0B2}"/>
              </a:ext>
            </a:extLst>
          </p:cNvPr>
          <p:cNvGrpSpPr>
            <a:grpSpLocks/>
          </p:cNvGrpSpPr>
          <p:nvPr/>
        </p:nvGrpSpPr>
        <p:grpSpPr bwMode="auto">
          <a:xfrm>
            <a:off x="3200400" y="3352800"/>
            <a:ext cx="3259138" cy="2420938"/>
            <a:chOff x="1056" y="2112"/>
            <a:chExt cx="2053" cy="1525"/>
          </a:xfrm>
        </p:grpSpPr>
        <p:grpSp>
          <p:nvGrpSpPr>
            <p:cNvPr id="39050" name="Group 11">
              <a:extLst>
                <a:ext uri="{FF2B5EF4-FFF2-40B4-BE49-F238E27FC236}">
                  <a16:creationId xmlns:a16="http://schemas.microsoft.com/office/drawing/2014/main" id="{5CF6BD0F-EC09-4B18-BEC5-855708F11D2A}"/>
                </a:ext>
              </a:extLst>
            </p:cNvPr>
            <p:cNvGrpSpPr>
              <a:grpSpLocks noChangeAspect="1"/>
            </p:cNvGrpSpPr>
            <p:nvPr/>
          </p:nvGrpSpPr>
          <p:grpSpPr bwMode="auto">
            <a:xfrm>
              <a:off x="2064" y="2112"/>
              <a:ext cx="1045" cy="1525"/>
              <a:chOff x="240" y="1584"/>
              <a:chExt cx="1744" cy="2544"/>
            </a:xfrm>
          </p:grpSpPr>
          <p:pic>
            <p:nvPicPr>
              <p:cNvPr id="39052" name="Picture 12">
                <a:extLst>
                  <a:ext uri="{FF2B5EF4-FFF2-40B4-BE49-F238E27FC236}">
                    <a16:creationId xmlns:a16="http://schemas.microsoft.com/office/drawing/2014/main" id="{C2FFBA74-FBE2-4BA5-A4D0-5DF9644DF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9053" name="Group 13">
                <a:extLst>
                  <a:ext uri="{FF2B5EF4-FFF2-40B4-BE49-F238E27FC236}">
                    <a16:creationId xmlns:a16="http://schemas.microsoft.com/office/drawing/2014/main" id="{7DBF2E87-CB1C-4366-A8D8-A4D887897346}"/>
                  </a:ext>
                </a:extLst>
              </p:cNvPr>
              <p:cNvGrpSpPr>
                <a:grpSpLocks noChangeAspect="1"/>
              </p:cNvGrpSpPr>
              <p:nvPr/>
            </p:nvGrpSpPr>
            <p:grpSpPr bwMode="auto">
              <a:xfrm>
                <a:off x="672" y="2976"/>
                <a:ext cx="816" cy="288"/>
                <a:chOff x="2527" y="2761"/>
                <a:chExt cx="3434" cy="980"/>
              </a:xfrm>
            </p:grpSpPr>
            <p:sp>
              <p:nvSpPr>
                <p:cNvPr id="39059" name="Freeform 14">
                  <a:extLst>
                    <a:ext uri="{FF2B5EF4-FFF2-40B4-BE49-F238E27FC236}">
                      <a16:creationId xmlns:a16="http://schemas.microsoft.com/office/drawing/2014/main" id="{BACB1E49-E088-4594-9DDC-5BB9D0873A19}"/>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60" name="Freeform 15">
                  <a:extLst>
                    <a:ext uri="{FF2B5EF4-FFF2-40B4-BE49-F238E27FC236}">
                      <a16:creationId xmlns:a16="http://schemas.microsoft.com/office/drawing/2014/main" id="{CA61C735-8762-49B2-A086-7BD8DF1461E4}"/>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61" name="Freeform 16">
                  <a:extLst>
                    <a:ext uri="{FF2B5EF4-FFF2-40B4-BE49-F238E27FC236}">
                      <a16:creationId xmlns:a16="http://schemas.microsoft.com/office/drawing/2014/main" id="{00C8B41F-30B6-4B9A-B42C-46E42E95CF7A}"/>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62" name="Freeform 17">
                  <a:extLst>
                    <a:ext uri="{FF2B5EF4-FFF2-40B4-BE49-F238E27FC236}">
                      <a16:creationId xmlns:a16="http://schemas.microsoft.com/office/drawing/2014/main" id="{52ADE2FF-B300-4590-91B7-269CA34051DE}"/>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9063" name="Group 18">
                  <a:extLst>
                    <a:ext uri="{FF2B5EF4-FFF2-40B4-BE49-F238E27FC236}">
                      <a16:creationId xmlns:a16="http://schemas.microsoft.com/office/drawing/2014/main" id="{17BFB910-999C-4C6E-96AB-3C3A7BFAB984}"/>
                    </a:ext>
                  </a:extLst>
                </p:cNvPr>
                <p:cNvGrpSpPr>
                  <a:grpSpLocks noChangeAspect="1"/>
                </p:cNvGrpSpPr>
                <p:nvPr/>
              </p:nvGrpSpPr>
              <p:grpSpPr bwMode="auto">
                <a:xfrm>
                  <a:off x="2722" y="3039"/>
                  <a:ext cx="969" cy="424"/>
                  <a:chOff x="2722" y="3039"/>
                  <a:chExt cx="969" cy="424"/>
                </a:xfrm>
              </p:grpSpPr>
              <p:sp>
                <p:nvSpPr>
                  <p:cNvPr id="39069" name="Freeform 19">
                    <a:extLst>
                      <a:ext uri="{FF2B5EF4-FFF2-40B4-BE49-F238E27FC236}">
                        <a16:creationId xmlns:a16="http://schemas.microsoft.com/office/drawing/2014/main" id="{EA2352BB-2A6E-4F31-AEA1-B52DE9F3E7ED}"/>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70" name="Freeform 20">
                    <a:extLst>
                      <a:ext uri="{FF2B5EF4-FFF2-40B4-BE49-F238E27FC236}">
                        <a16:creationId xmlns:a16="http://schemas.microsoft.com/office/drawing/2014/main" id="{E76CB4BA-36E1-41C5-AE80-342F6ECF52A8}"/>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71" name="Freeform 21">
                    <a:extLst>
                      <a:ext uri="{FF2B5EF4-FFF2-40B4-BE49-F238E27FC236}">
                        <a16:creationId xmlns:a16="http://schemas.microsoft.com/office/drawing/2014/main" id="{FFE569DB-654F-4CF6-A87B-D0D3C5F6B259}"/>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72" name="Freeform 22">
                    <a:extLst>
                      <a:ext uri="{FF2B5EF4-FFF2-40B4-BE49-F238E27FC236}">
                        <a16:creationId xmlns:a16="http://schemas.microsoft.com/office/drawing/2014/main" id="{A48803A3-AE18-4CA9-BF68-49C72C8F8564}"/>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9064" name="Group 23">
                  <a:extLst>
                    <a:ext uri="{FF2B5EF4-FFF2-40B4-BE49-F238E27FC236}">
                      <a16:creationId xmlns:a16="http://schemas.microsoft.com/office/drawing/2014/main" id="{46FE092A-2DF5-4657-9D78-22ED6CAD8714}"/>
                    </a:ext>
                  </a:extLst>
                </p:cNvPr>
                <p:cNvGrpSpPr>
                  <a:grpSpLocks noChangeAspect="1"/>
                </p:cNvGrpSpPr>
                <p:nvPr/>
              </p:nvGrpSpPr>
              <p:grpSpPr bwMode="auto">
                <a:xfrm>
                  <a:off x="2683" y="2991"/>
                  <a:ext cx="968" cy="430"/>
                  <a:chOff x="2683" y="2991"/>
                  <a:chExt cx="968" cy="430"/>
                </a:xfrm>
              </p:grpSpPr>
              <p:sp>
                <p:nvSpPr>
                  <p:cNvPr id="39065" name="Freeform 24">
                    <a:extLst>
                      <a:ext uri="{FF2B5EF4-FFF2-40B4-BE49-F238E27FC236}">
                        <a16:creationId xmlns:a16="http://schemas.microsoft.com/office/drawing/2014/main" id="{6C202C26-5A69-4622-B0C8-6884B5D030A4}"/>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66" name="Freeform 25">
                    <a:extLst>
                      <a:ext uri="{FF2B5EF4-FFF2-40B4-BE49-F238E27FC236}">
                        <a16:creationId xmlns:a16="http://schemas.microsoft.com/office/drawing/2014/main" id="{6F99999B-0782-434C-A36C-DE2AA9AECB10}"/>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67" name="Freeform 26">
                    <a:extLst>
                      <a:ext uri="{FF2B5EF4-FFF2-40B4-BE49-F238E27FC236}">
                        <a16:creationId xmlns:a16="http://schemas.microsoft.com/office/drawing/2014/main" id="{D043BE70-53F7-42D8-A370-DC6E9795703F}"/>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68" name="Freeform 27">
                    <a:extLst>
                      <a:ext uri="{FF2B5EF4-FFF2-40B4-BE49-F238E27FC236}">
                        <a16:creationId xmlns:a16="http://schemas.microsoft.com/office/drawing/2014/main" id="{8151D11A-5FEC-4D4A-A48F-AD1730690478}"/>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9054" name="Group 28">
                <a:extLst>
                  <a:ext uri="{FF2B5EF4-FFF2-40B4-BE49-F238E27FC236}">
                    <a16:creationId xmlns:a16="http://schemas.microsoft.com/office/drawing/2014/main" id="{AF76780F-8950-4470-94E6-DB6A77D1934E}"/>
                  </a:ext>
                </a:extLst>
              </p:cNvPr>
              <p:cNvGrpSpPr>
                <a:grpSpLocks noChangeAspect="1"/>
              </p:cNvGrpSpPr>
              <p:nvPr/>
            </p:nvGrpSpPr>
            <p:grpSpPr bwMode="auto">
              <a:xfrm>
                <a:off x="912" y="3408"/>
                <a:ext cx="288" cy="336"/>
                <a:chOff x="4320" y="3128"/>
                <a:chExt cx="415" cy="424"/>
              </a:xfrm>
            </p:grpSpPr>
            <p:sp>
              <p:nvSpPr>
                <p:cNvPr id="39055" name="Freeform 29">
                  <a:extLst>
                    <a:ext uri="{FF2B5EF4-FFF2-40B4-BE49-F238E27FC236}">
                      <a16:creationId xmlns:a16="http://schemas.microsoft.com/office/drawing/2014/main" id="{7F511FFF-B53F-4023-BFD7-02872A415903}"/>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56" name="Oval 30">
                  <a:extLst>
                    <a:ext uri="{FF2B5EF4-FFF2-40B4-BE49-F238E27FC236}">
                      <a16:creationId xmlns:a16="http://schemas.microsoft.com/office/drawing/2014/main" id="{9CC7CFF5-ED19-46F4-98EE-8D971D503D67}"/>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57" name="Freeform 31">
                  <a:extLst>
                    <a:ext uri="{FF2B5EF4-FFF2-40B4-BE49-F238E27FC236}">
                      <a16:creationId xmlns:a16="http://schemas.microsoft.com/office/drawing/2014/main" id="{0481456C-F21F-4215-B851-D3C822BB5D48}"/>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58" name="Freeform 32">
                  <a:extLst>
                    <a:ext uri="{FF2B5EF4-FFF2-40B4-BE49-F238E27FC236}">
                      <a16:creationId xmlns:a16="http://schemas.microsoft.com/office/drawing/2014/main" id="{DC95CA15-5AB5-45D5-96DB-9902A71BF362}"/>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9051" name="Line 33">
              <a:extLst>
                <a:ext uri="{FF2B5EF4-FFF2-40B4-BE49-F238E27FC236}">
                  <a16:creationId xmlns:a16="http://schemas.microsoft.com/office/drawing/2014/main" id="{7539A752-5F38-4111-9F0F-773719CF0941}"/>
                </a:ext>
              </a:extLst>
            </p:cNvPr>
            <p:cNvSpPr>
              <a:spLocks noChangeShapeType="1"/>
            </p:cNvSpPr>
            <p:nvPr/>
          </p:nvSpPr>
          <p:spPr bwMode="auto">
            <a:xfrm flipH="1">
              <a:off x="1056" y="3024"/>
              <a:ext cx="1392" cy="576"/>
            </a:xfrm>
            <a:prstGeom prst="line">
              <a:avLst/>
            </a:prstGeom>
            <a:noFill/>
            <a:ln w="381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19" name="Group 34">
            <a:extLst>
              <a:ext uri="{FF2B5EF4-FFF2-40B4-BE49-F238E27FC236}">
                <a16:creationId xmlns:a16="http://schemas.microsoft.com/office/drawing/2014/main" id="{93129AC8-6D37-4C29-9CB7-94916D54EC4D}"/>
              </a:ext>
            </a:extLst>
          </p:cNvPr>
          <p:cNvGrpSpPr>
            <a:grpSpLocks noChangeAspect="1"/>
          </p:cNvGrpSpPr>
          <p:nvPr/>
        </p:nvGrpSpPr>
        <p:grpSpPr bwMode="auto">
          <a:xfrm>
            <a:off x="5562600" y="3810000"/>
            <a:ext cx="1957388" cy="1454150"/>
            <a:chOff x="1056" y="2112"/>
            <a:chExt cx="2053" cy="1525"/>
          </a:xfrm>
        </p:grpSpPr>
        <p:grpSp>
          <p:nvGrpSpPr>
            <p:cNvPr id="39027" name="Group 35">
              <a:extLst>
                <a:ext uri="{FF2B5EF4-FFF2-40B4-BE49-F238E27FC236}">
                  <a16:creationId xmlns:a16="http://schemas.microsoft.com/office/drawing/2014/main" id="{77C1FB8D-C2A2-4C56-AA72-3289D252BEB9}"/>
                </a:ext>
              </a:extLst>
            </p:cNvPr>
            <p:cNvGrpSpPr>
              <a:grpSpLocks noChangeAspect="1"/>
            </p:cNvGrpSpPr>
            <p:nvPr/>
          </p:nvGrpSpPr>
          <p:grpSpPr bwMode="auto">
            <a:xfrm>
              <a:off x="2064" y="2112"/>
              <a:ext cx="1045" cy="1525"/>
              <a:chOff x="240" y="1584"/>
              <a:chExt cx="1744" cy="2544"/>
            </a:xfrm>
          </p:grpSpPr>
          <p:pic>
            <p:nvPicPr>
              <p:cNvPr id="39029" name="Picture 36">
                <a:extLst>
                  <a:ext uri="{FF2B5EF4-FFF2-40B4-BE49-F238E27FC236}">
                    <a16:creationId xmlns:a16="http://schemas.microsoft.com/office/drawing/2014/main" id="{0BCFE152-8E78-41EB-A626-2ACC877EA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9030" name="Group 37">
                <a:extLst>
                  <a:ext uri="{FF2B5EF4-FFF2-40B4-BE49-F238E27FC236}">
                    <a16:creationId xmlns:a16="http://schemas.microsoft.com/office/drawing/2014/main" id="{E44BFC97-47FA-4F2C-99DA-A3B6D90BB3B7}"/>
                  </a:ext>
                </a:extLst>
              </p:cNvPr>
              <p:cNvGrpSpPr>
                <a:grpSpLocks noChangeAspect="1"/>
              </p:cNvGrpSpPr>
              <p:nvPr/>
            </p:nvGrpSpPr>
            <p:grpSpPr bwMode="auto">
              <a:xfrm>
                <a:off x="672" y="2976"/>
                <a:ext cx="816" cy="288"/>
                <a:chOff x="2527" y="2761"/>
                <a:chExt cx="3434" cy="980"/>
              </a:xfrm>
            </p:grpSpPr>
            <p:sp>
              <p:nvSpPr>
                <p:cNvPr id="39036" name="Freeform 38">
                  <a:extLst>
                    <a:ext uri="{FF2B5EF4-FFF2-40B4-BE49-F238E27FC236}">
                      <a16:creationId xmlns:a16="http://schemas.microsoft.com/office/drawing/2014/main" id="{7F360AA0-4BAE-40FF-870A-CD8530BF2E4D}"/>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37" name="Freeform 39">
                  <a:extLst>
                    <a:ext uri="{FF2B5EF4-FFF2-40B4-BE49-F238E27FC236}">
                      <a16:creationId xmlns:a16="http://schemas.microsoft.com/office/drawing/2014/main" id="{11703A6F-6F38-4184-A909-2554FF24BE37}"/>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38" name="Freeform 40">
                  <a:extLst>
                    <a:ext uri="{FF2B5EF4-FFF2-40B4-BE49-F238E27FC236}">
                      <a16:creationId xmlns:a16="http://schemas.microsoft.com/office/drawing/2014/main" id="{D582CA80-05EB-45AB-8669-A45325D2E7BB}"/>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39" name="Freeform 41">
                  <a:extLst>
                    <a:ext uri="{FF2B5EF4-FFF2-40B4-BE49-F238E27FC236}">
                      <a16:creationId xmlns:a16="http://schemas.microsoft.com/office/drawing/2014/main" id="{BE03B48C-B18B-4560-8B75-B1B8A042A80A}"/>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9040" name="Group 42">
                  <a:extLst>
                    <a:ext uri="{FF2B5EF4-FFF2-40B4-BE49-F238E27FC236}">
                      <a16:creationId xmlns:a16="http://schemas.microsoft.com/office/drawing/2014/main" id="{F33D7CBD-6C2B-489D-A6AC-9995F8D72893}"/>
                    </a:ext>
                  </a:extLst>
                </p:cNvPr>
                <p:cNvGrpSpPr>
                  <a:grpSpLocks noChangeAspect="1"/>
                </p:cNvGrpSpPr>
                <p:nvPr/>
              </p:nvGrpSpPr>
              <p:grpSpPr bwMode="auto">
                <a:xfrm>
                  <a:off x="2722" y="3039"/>
                  <a:ext cx="969" cy="424"/>
                  <a:chOff x="2722" y="3039"/>
                  <a:chExt cx="969" cy="424"/>
                </a:xfrm>
              </p:grpSpPr>
              <p:sp>
                <p:nvSpPr>
                  <p:cNvPr id="39046" name="Freeform 43">
                    <a:extLst>
                      <a:ext uri="{FF2B5EF4-FFF2-40B4-BE49-F238E27FC236}">
                        <a16:creationId xmlns:a16="http://schemas.microsoft.com/office/drawing/2014/main" id="{257F2F72-7393-41B8-80E7-9C9A365449DC}"/>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47" name="Freeform 44">
                    <a:extLst>
                      <a:ext uri="{FF2B5EF4-FFF2-40B4-BE49-F238E27FC236}">
                        <a16:creationId xmlns:a16="http://schemas.microsoft.com/office/drawing/2014/main" id="{7CC81D0F-B279-4D44-8C1A-F6E734B2FA05}"/>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48" name="Freeform 45">
                    <a:extLst>
                      <a:ext uri="{FF2B5EF4-FFF2-40B4-BE49-F238E27FC236}">
                        <a16:creationId xmlns:a16="http://schemas.microsoft.com/office/drawing/2014/main" id="{1220EA19-B635-420F-A693-95E0DFD576D5}"/>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49" name="Freeform 46">
                    <a:extLst>
                      <a:ext uri="{FF2B5EF4-FFF2-40B4-BE49-F238E27FC236}">
                        <a16:creationId xmlns:a16="http://schemas.microsoft.com/office/drawing/2014/main" id="{0CC3F819-796F-4B16-9E0A-A3D16EA8FDC9}"/>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9041" name="Group 47">
                  <a:extLst>
                    <a:ext uri="{FF2B5EF4-FFF2-40B4-BE49-F238E27FC236}">
                      <a16:creationId xmlns:a16="http://schemas.microsoft.com/office/drawing/2014/main" id="{59826FBB-CC44-45A5-8C83-FC1E754151A6}"/>
                    </a:ext>
                  </a:extLst>
                </p:cNvPr>
                <p:cNvGrpSpPr>
                  <a:grpSpLocks noChangeAspect="1"/>
                </p:cNvGrpSpPr>
                <p:nvPr/>
              </p:nvGrpSpPr>
              <p:grpSpPr bwMode="auto">
                <a:xfrm>
                  <a:off x="2683" y="2991"/>
                  <a:ext cx="968" cy="430"/>
                  <a:chOff x="2683" y="2991"/>
                  <a:chExt cx="968" cy="430"/>
                </a:xfrm>
              </p:grpSpPr>
              <p:sp>
                <p:nvSpPr>
                  <p:cNvPr id="39042" name="Freeform 48">
                    <a:extLst>
                      <a:ext uri="{FF2B5EF4-FFF2-40B4-BE49-F238E27FC236}">
                        <a16:creationId xmlns:a16="http://schemas.microsoft.com/office/drawing/2014/main" id="{1CA57B2E-C992-40F3-A937-22407F240CE1}"/>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43" name="Freeform 49">
                    <a:extLst>
                      <a:ext uri="{FF2B5EF4-FFF2-40B4-BE49-F238E27FC236}">
                        <a16:creationId xmlns:a16="http://schemas.microsoft.com/office/drawing/2014/main" id="{6EEC4E64-AEC5-45E1-ABE6-EDDDEB65A536}"/>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44" name="Freeform 50">
                    <a:extLst>
                      <a:ext uri="{FF2B5EF4-FFF2-40B4-BE49-F238E27FC236}">
                        <a16:creationId xmlns:a16="http://schemas.microsoft.com/office/drawing/2014/main" id="{B363B30A-4CE8-4FE9-93FC-F9B3972A566B}"/>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45" name="Freeform 51">
                    <a:extLst>
                      <a:ext uri="{FF2B5EF4-FFF2-40B4-BE49-F238E27FC236}">
                        <a16:creationId xmlns:a16="http://schemas.microsoft.com/office/drawing/2014/main" id="{1DBA68BB-D37B-444F-8099-9668B1EEA50C}"/>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9031" name="Group 52">
                <a:extLst>
                  <a:ext uri="{FF2B5EF4-FFF2-40B4-BE49-F238E27FC236}">
                    <a16:creationId xmlns:a16="http://schemas.microsoft.com/office/drawing/2014/main" id="{A68F2A35-1905-4CAE-B1B6-4964B5E3B9AA}"/>
                  </a:ext>
                </a:extLst>
              </p:cNvPr>
              <p:cNvGrpSpPr>
                <a:grpSpLocks noChangeAspect="1"/>
              </p:cNvGrpSpPr>
              <p:nvPr/>
            </p:nvGrpSpPr>
            <p:grpSpPr bwMode="auto">
              <a:xfrm>
                <a:off x="912" y="3408"/>
                <a:ext cx="288" cy="336"/>
                <a:chOff x="4320" y="3128"/>
                <a:chExt cx="415" cy="424"/>
              </a:xfrm>
            </p:grpSpPr>
            <p:sp>
              <p:nvSpPr>
                <p:cNvPr id="39032" name="Freeform 53">
                  <a:extLst>
                    <a:ext uri="{FF2B5EF4-FFF2-40B4-BE49-F238E27FC236}">
                      <a16:creationId xmlns:a16="http://schemas.microsoft.com/office/drawing/2014/main" id="{3C88C99B-4E42-44F5-BA59-1AF089BC9D09}"/>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33" name="Oval 54">
                  <a:extLst>
                    <a:ext uri="{FF2B5EF4-FFF2-40B4-BE49-F238E27FC236}">
                      <a16:creationId xmlns:a16="http://schemas.microsoft.com/office/drawing/2014/main" id="{3D403595-32B9-47CB-8D65-F9DEA03F9B5A}"/>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34" name="Freeform 55">
                  <a:extLst>
                    <a:ext uri="{FF2B5EF4-FFF2-40B4-BE49-F238E27FC236}">
                      <a16:creationId xmlns:a16="http://schemas.microsoft.com/office/drawing/2014/main" id="{D4B9D7D3-0CB5-4B7C-BB80-8286189354DF}"/>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35" name="Freeform 56">
                  <a:extLst>
                    <a:ext uri="{FF2B5EF4-FFF2-40B4-BE49-F238E27FC236}">
                      <a16:creationId xmlns:a16="http://schemas.microsoft.com/office/drawing/2014/main" id="{7869541D-70A8-4BC6-A15C-3394F65ED75B}"/>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9028" name="Line 57">
              <a:extLst>
                <a:ext uri="{FF2B5EF4-FFF2-40B4-BE49-F238E27FC236}">
                  <a16:creationId xmlns:a16="http://schemas.microsoft.com/office/drawing/2014/main" id="{922E2A44-F723-41C1-96FA-54BFD55DCA98}"/>
                </a:ext>
              </a:extLst>
            </p:cNvPr>
            <p:cNvSpPr>
              <a:spLocks noChangeAspect="1" noChangeShapeType="1"/>
            </p:cNvSpPr>
            <p:nvPr/>
          </p:nvSpPr>
          <p:spPr bwMode="auto">
            <a:xfrm flipH="1">
              <a:off x="1056" y="3024"/>
              <a:ext cx="1392" cy="576"/>
            </a:xfrm>
            <a:prstGeom prst="line">
              <a:avLst/>
            </a:prstGeom>
            <a:noFill/>
            <a:ln w="381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20" name="Group 58">
            <a:extLst>
              <a:ext uri="{FF2B5EF4-FFF2-40B4-BE49-F238E27FC236}">
                <a16:creationId xmlns:a16="http://schemas.microsoft.com/office/drawing/2014/main" id="{17EB4FA0-4296-4482-B455-5E41116B79C4}"/>
              </a:ext>
            </a:extLst>
          </p:cNvPr>
          <p:cNvGrpSpPr>
            <a:grpSpLocks noChangeAspect="1"/>
          </p:cNvGrpSpPr>
          <p:nvPr/>
        </p:nvGrpSpPr>
        <p:grpSpPr bwMode="auto">
          <a:xfrm>
            <a:off x="6980238" y="4081464"/>
            <a:ext cx="1173162" cy="871537"/>
            <a:chOff x="1056" y="2112"/>
            <a:chExt cx="2053" cy="1525"/>
          </a:xfrm>
        </p:grpSpPr>
        <p:grpSp>
          <p:nvGrpSpPr>
            <p:cNvPr id="39004" name="Group 59">
              <a:extLst>
                <a:ext uri="{FF2B5EF4-FFF2-40B4-BE49-F238E27FC236}">
                  <a16:creationId xmlns:a16="http://schemas.microsoft.com/office/drawing/2014/main" id="{2E60D4C3-30AB-49B9-BC2D-8546656B76EE}"/>
                </a:ext>
              </a:extLst>
            </p:cNvPr>
            <p:cNvGrpSpPr>
              <a:grpSpLocks noChangeAspect="1"/>
            </p:cNvGrpSpPr>
            <p:nvPr/>
          </p:nvGrpSpPr>
          <p:grpSpPr bwMode="auto">
            <a:xfrm>
              <a:off x="2064" y="2112"/>
              <a:ext cx="1045" cy="1525"/>
              <a:chOff x="240" y="1584"/>
              <a:chExt cx="1744" cy="2544"/>
            </a:xfrm>
          </p:grpSpPr>
          <p:pic>
            <p:nvPicPr>
              <p:cNvPr id="39006" name="Picture 60">
                <a:extLst>
                  <a:ext uri="{FF2B5EF4-FFF2-40B4-BE49-F238E27FC236}">
                    <a16:creationId xmlns:a16="http://schemas.microsoft.com/office/drawing/2014/main" id="{75F59AA6-9A26-4338-8EF7-D0AAFCD50D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9007" name="Group 61">
                <a:extLst>
                  <a:ext uri="{FF2B5EF4-FFF2-40B4-BE49-F238E27FC236}">
                    <a16:creationId xmlns:a16="http://schemas.microsoft.com/office/drawing/2014/main" id="{44912D7F-3310-4E63-B679-D5A7440314AD}"/>
                  </a:ext>
                </a:extLst>
              </p:cNvPr>
              <p:cNvGrpSpPr>
                <a:grpSpLocks noChangeAspect="1"/>
              </p:cNvGrpSpPr>
              <p:nvPr/>
            </p:nvGrpSpPr>
            <p:grpSpPr bwMode="auto">
              <a:xfrm>
                <a:off x="672" y="2976"/>
                <a:ext cx="816" cy="288"/>
                <a:chOff x="2527" y="2761"/>
                <a:chExt cx="3434" cy="980"/>
              </a:xfrm>
            </p:grpSpPr>
            <p:sp>
              <p:nvSpPr>
                <p:cNvPr id="39013" name="Freeform 62">
                  <a:extLst>
                    <a:ext uri="{FF2B5EF4-FFF2-40B4-BE49-F238E27FC236}">
                      <a16:creationId xmlns:a16="http://schemas.microsoft.com/office/drawing/2014/main" id="{D02B69FE-20E5-400F-B9E0-8E5983EE5DA2}"/>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14" name="Freeform 63">
                  <a:extLst>
                    <a:ext uri="{FF2B5EF4-FFF2-40B4-BE49-F238E27FC236}">
                      <a16:creationId xmlns:a16="http://schemas.microsoft.com/office/drawing/2014/main" id="{40794BAA-8357-4417-8686-7CF3F6FD0CCF}"/>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15" name="Freeform 64">
                  <a:extLst>
                    <a:ext uri="{FF2B5EF4-FFF2-40B4-BE49-F238E27FC236}">
                      <a16:creationId xmlns:a16="http://schemas.microsoft.com/office/drawing/2014/main" id="{920C63EB-FBE4-4EDD-B340-D052A65B9ADC}"/>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16" name="Freeform 65">
                  <a:extLst>
                    <a:ext uri="{FF2B5EF4-FFF2-40B4-BE49-F238E27FC236}">
                      <a16:creationId xmlns:a16="http://schemas.microsoft.com/office/drawing/2014/main" id="{FC6B3B0E-C8A9-429C-A512-F4D8A8767A79}"/>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9017" name="Group 66">
                  <a:extLst>
                    <a:ext uri="{FF2B5EF4-FFF2-40B4-BE49-F238E27FC236}">
                      <a16:creationId xmlns:a16="http://schemas.microsoft.com/office/drawing/2014/main" id="{B639C9FB-73DF-4C0E-91F0-3112CA91CB33}"/>
                    </a:ext>
                  </a:extLst>
                </p:cNvPr>
                <p:cNvGrpSpPr>
                  <a:grpSpLocks noChangeAspect="1"/>
                </p:cNvGrpSpPr>
                <p:nvPr/>
              </p:nvGrpSpPr>
              <p:grpSpPr bwMode="auto">
                <a:xfrm>
                  <a:off x="2722" y="3039"/>
                  <a:ext cx="969" cy="424"/>
                  <a:chOff x="2722" y="3039"/>
                  <a:chExt cx="969" cy="424"/>
                </a:xfrm>
              </p:grpSpPr>
              <p:sp>
                <p:nvSpPr>
                  <p:cNvPr id="39023" name="Freeform 67">
                    <a:extLst>
                      <a:ext uri="{FF2B5EF4-FFF2-40B4-BE49-F238E27FC236}">
                        <a16:creationId xmlns:a16="http://schemas.microsoft.com/office/drawing/2014/main" id="{8B8135CD-D204-4EF1-BBB3-8D14695CF0A2}"/>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24" name="Freeform 68">
                    <a:extLst>
                      <a:ext uri="{FF2B5EF4-FFF2-40B4-BE49-F238E27FC236}">
                        <a16:creationId xmlns:a16="http://schemas.microsoft.com/office/drawing/2014/main" id="{7C064DFA-FFE8-4E60-8AE7-DFAC6CC0B6B5}"/>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25" name="Freeform 69">
                    <a:extLst>
                      <a:ext uri="{FF2B5EF4-FFF2-40B4-BE49-F238E27FC236}">
                        <a16:creationId xmlns:a16="http://schemas.microsoft.com/office/drawing/2014/main" id="{7DD6F2AF-A56D-4BCE-ACBE-ED1EE1DCB964}"/>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26" name="Freeform 70">
                    <a:extLst>
                      <a:ext uri="{FF2B5EF4-FFF2-40B4-BE49-F238E27FC236}">
                        <a16:creationId xmlns:a16="http://schemas.microsoft.com/office/drawing/2014/main" id="{BA26D60F-EDF0-4C15-9BE7-9C8112C7A1B5}"/>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9018" name="Group 71">
                  <a:extLst>
                    <a:ext uri="{FF2B5EF4-FFF2-40B4-BE49-F238E27FC236}">
                      <a16:creationId xmlns:a16="http://schemas.microsoft.com/office/drawing/2014/main" id="{BF7AA490-8368-4DBA-824D-9F2D6800C950}"/>
                    </a:ext>
                  </a:extLst>
                </p:cNvPr>
                <p:cNvGrpSpPr>
                  <a:grpSpLocks noChangeAspect="1"/>
                </p:cNvGrpSpPr>
                <p:nvPr/>
              </p:nvGrpSpPr>
              <p:grpSpPr bwMode="auto">
                <a:xfrm>
                  <a:off x="2683" y="2991"/>
                  <a:ext cx="968" cy="430"/>
                  <a:chOff x="2683" y="2991"/>
                  <a:chExt cx="968" cy="430"/>
                </a:xfrm>
              </p:grpSpPr>
              <p:sp>
                <p:nvSpPr>
                  <p:cNvPr id="39019" name="Freeform 72">
                    <a:extLst>
                      <a:ext uri="{FF2B5EF4-FFF2-40B4-BE49-F238E27FC236}">
                        <a16:creationId xmlns:a16="http://schemas.microsoft.com/office/drawing/2014/main" id="{9F015005-0BDF-4DAB-9FA4-4401108D0E48}"/>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20" name="Freeform 73">
                    <a:extLst>
                      <a:ext uri="{FF2B5EF4-FFF2-40B4-BE49-F238E27FC236}">
                        <a16:creationId xmlns:a16="http://schemas.microsoft.com/office/drawing/2014/main" id="{AB00F0BE-CA3E-40C6-B24C-5FF5BB496BE2}"/>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21" name="Freeform 74">
                    <a:extLst>
                      <a:ext uri="{FF2B5EF4-FFF2-40B4-BE49-F238E27FC236}">
                        <a16:creationId xmlns:a16="http://schemas.microsoft.com/office/drawing/2014/main" id="{3BD4A1C2-3D1E-4D94-BF05-0EEB19F4C8BB}"/>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22" name="Freeform 75">
                    <a:extLst>
                      <a:ext uri="{FF2B5EF4-FFF2-40B4-BE49-F238E27FC236}">
                        <a16:creationId xmlns:a16="http://schemas.microsoft.com/office/drawing/2014/main" id="{6DDEEED6-5B4D-4377-9127-42F7DE81871A}"/>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9008" name="Group 76">
                <a:extLst>
                  <a:ext uri="{FF2B5EF4-FFF2-40B4-BE49-F238E27FC236}">
                    <a16:creationId xmlns:a16="http://schemas.microsoft.com/office/drawing/2014/main" id="{C806F3E1-D32F-48F1-8F5E-5B99B7C9E224}"/>
                  </a:ext>
                </a:extLst>
              </p:cNvPr>
              <p:cNvGrpSpPr>
                <a:grpSpLocks noChangeAspect="1"/>
              </p:cNvGrpSpPr>
              <p:nvPr/>
            </p:nvGrpSpPr>
            <p:grpSpPr bwMode="auto">
              <a:xfrm>
                <a:off x="912" y="3408"/>
                <a:ext cx="288" cy="336"/>
                <a:chOff x="4320" y="3128"/>
                <a:chExt cx="415" cy="424"/>
              </a:xfrm>
            </p:grpSpPr>
            <p:sp>
              <p:nvSpPr>
                <p:cNvPr id="39009" name="Freeform 77">
                  <a:extLst>
                    <a:ext uri="{FF2B5EF4-FFF2-40B4-BE49-F238E27FC236}">
                      <a16:creationId xmlns:a16="http://schemas.microsoft.com/office/drawing/2014/main" id="{4C1E2189-1F17-4541-ABB5-4DDE998D2932}"/>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10" name="Oval 78">
                  <a:extLst>
                    <a:ext uri="{FF2B5EF4-FFF2-40B4-BE49-F238E27FC236}">
                      <a16:creationId xmlns:a16="http://schemas.microsoft.com/office/drawing/2014/main" id="{111D470D-033E-4D91-ACC2-19E7068318D9}"/>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11" name="Freeform 79">
                  <a:extLst>
                    <a:ext uri="{FF2B5EF4-FFF2-40B4-BE49-F238E27FC236}">
                      <a16:creationId xmlns:a16="http://schemas.microsoft.com/office/drawing/2014/main" id="{623DF840-3C8C-4CAB-8CBE-6117B0CCA6BA}"/>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12" name="Freeform 80">
                  <a:extLst>
                    <a:ext uri="{FF2B5EF4-FFF2-40B4-BE49-F238E27FC236}">
                      <a16:creationId xmlns:a16="http://schemas.microsoft.com/office/drawing/2014/main" id="{B35FC412-E1EF-428F-8533-D95440137C91}"/>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9005" name="Line 81">
              <a:extLst>
                <a:ext uri="{FF2B5EF4-FFF2-40B4-BE49-F238E27FC236}">
                  <a16:creationId xmlns:a16="http://schemas.microsoft.com/office/drawing/2014/main" id="{EDFB3D55-F5AE-471E-ABAA-B987B6E6F46D}"/>
                </a:ext>
              </a:extLst>
            </p:cNvPr>
            <p:cNvSpPr>
              <a:spLocks noChangeAspect="1" noChangeShapeType="1"/>
            </p:cNvSpPr>
            <p:nvPr/>
          </p:nvSpPr>
          <p:spPr bwMode="auto">
            <a:xfrm flipH="1">
              <a:off x="1056" y="3024"/>
              <a:ext cx="1392" cy="576"/>
            </a:xfrm>
            <a:prstGeom prst="line">
              <a:avLst/>
            </a:prstGeom>
            <a:noFill/>
            <a:ln w="381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21" name="Group 82">
            <a:extLst>
              <a:ext uri="{FF2B5EF4-FFF2-40B4-BE49-F238E27FC236}">
                <a16:creationId xmlns:a16="http://schemas.microsoft.com/office/drawing/2014/main" id="{26D8260E-E62A-4C68-8B6F-C78F0211C588}"/>
              </a:ext>
            </a:extLst>
          </p:cNvPr>
          <p:cNvGrpSpPr>
            <a:grpSpLocks noChangeAspect="1"/>
          </p:cNvGrpSpPr>
          <p:nvPr/>
        </p:nvGrpSpPr>
        <p:grpSpPr bwMode="auto">
          <a:xfrm>
            <a:off x="7848601" y="4233863"/>
            <a:ext cx="701675" cy="520700"/>
            <a:chOff x="1056" y="2112"/>
            <a:chExt cx="2053" cy="1525"/>
          </a:xfrm>
        </p:grpSpPr>
        <p:grpSp>
          <p:nvGrpSpPr>
            <p:cNvPr id="38981" name="Group 83">
              <a:extLst>
                <a:ext uri="{FF2B5EF4-FFF2-40B4-BE49-F238E27FC236}">
                  <a16:creationId xmlns:a16="http://schemas.microsoft.com/office/drawing/2014/main" id="{2E1C780E-363E-401B-9BB9-3763DC984FFE}"/>
                </a:ext>
              </a:extLst>
            </p:cNvPr>
            <p:cNvGrpSpPr>
              <a:grpSpLocks noChangeAspect="1"/>
            </p:cNvGrpSpPr>
            <p:nvPr/>
          </p:nvGrpSpPr>
          <p:grpSpPr bwMode="auto">
            <a:xfrm>
              <a:off x="2064" y="2112"/>
              <a:ext cx="1045" cy="1525"/>
              <a:chOff x="240" y="1584"/>
              <a:chExt cx="1744" cy="2544"/>
            </a:xfrm>
          </p:grpSpPr>
          <p:pic>
            <p:nvPicPr>
              <p:cNvPr id="38983" name="Picture 84">
                <a:extLst>
                  <a:ext uri="{FF2B5EF4-FFF2-40B4-BE49-F238E27FC236}">
                    <a16:creationId xmlns:a16="http://schemas.microsoft.com/office/drawing/2014/main" id="{D602E066-8EDA-4098-B0BA-EC8E980DB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984" name="Group 85">
                <a:extLst>
                  <a:ext uri="{FF2B5EF4-FFF2-40B4-BE49-F238E27FC236}">
                    <a16:creationId xmlns:a16="http://schemas.microsoft.com/office/drawing/2014/main" id="{5DEAA224-0369-4D4D-83E6-917709D1B743}"/>
                  </a:ext>
                </a:extLst>
              </p:cNvPr>
              <p:cNvGrpSpPr>
                <a:grpSpLocks noChangeAspect="1"/>
              </p:cNvGrpSpPr>
              <p:nvPr/>
            </p:nvGrpSpPr>
            <p:grpSpPr bwMode="auto">
              <a:xfrm>
                <a:off x="672" y="2976"/>
                <a:ext cx="816" cy="288"/>
                <a:chOff x="2527" y="2761"/>
                <a:chExt cx="3434" cy="980"/>
              </a:xfrm>
            </p:grpSpPr>
            <p:sp>
              <p:nvSpPr>
                <p:cNvPr id="38990" name="Freeform 86">
                  <a:extLst>
                    <a:ext uri="{FF2B5EF4-FFF2-40B4-BE49-F238E27FC236}">
                      <a16:creationId xmlns:a16="http://schemas.microsoft.com/office/drawing/2014/main" id="{942B02D0-39CD-43FF-B06A-17DC40BF10B9}"/>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91" name="Freeform 87">
                  <a:extLst>
                    <a:ext uri="{FF2B5EF4-FFF2-40B4-BE49-F238E27FC236}">
                      <a16:creationId xmlns:a16="http://schemas.microsoft.com/office/drawing/2014/main" id="{ED56EF6A-755A-423F-83C8-FCFA3AFB3A96}"/>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92" name="Freeform 88">
                  <a:extLst>
                    <a:ext uri="{FF2B5EF4-FFF2-40B4-BE49-F238E27FC236}">
                      <a16:creationId xmlns:a16="http://schemas.microsoft.com/office/drawing/2014/main" id="{3F77BA8A-0BCE-4E86-8292-DC1E69219D17}"/>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93" name="Freeform 89">
                  <a:extLst>
                    <a:ext uri="{FF2B5EF4-FFF2-40B4-BE49-F238E27FC236}">
                      <a16:creationId xmlns:a16="http://schemas.microsoft.com/office/drawing/2014/main" id="{0441EE80-FE2F-4C67-94A2-C584DC8B3E78}"/>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8994" name="Group 90">
                  <a:extLst>
                    <a:ext uri="{FF2B5EF4-FFF2-40B4-BE49-F238E27FC236}">
                      <a16:creationId xmlns:a16="http://schemas.microsoft.com/office/drawing/2014/main" id="{71D45803-CA51-40E7-834D-F648E43F16EA}"/>
                    </a:ext>
                  </a:extLst>
                </p:cNvPr>
                <p:cNvGrpSpPr>
                  <a:grpSpLocks noChangeAspect="1"/>
                </p:cNvGrpSpPr>
                <p:nvPr/>
              </p:nvGrpSpPr>
              <p:grpSpPr bwMode="auto">
                <a:xfrm>
                  <a:off x="2722" y="3039"/>
                  <a:ext cx="969" cy="424"/>
                  <a:chOff x="2722" y="3039"/>
                  <a:chExt cx="969" cy="424"/>
                </a:xfrm>
              </p:grpSpPr>
              <p:sp>
                <p:nvSpPr>
                  <p:cNvPr id="39000" name="Freeform 91">
                    <a:extLst>
                      <a:ext uri="{FF2B5EF4-FFF2-40B4-BE49-F238E27FC236}">
                        <a16:creationId xmlns:a16="http://schemas.microsoft.com/office/drawing/2014/main" id="{8144CDA8-38FB-4818-A565-B475DF7A30F0}"/>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01" name="Freeform 92">
                    <a:extLst>
                      <a:ext uri="{FF2B5EF4-FFF2-40B4-BE49-F238E27FC236}">
                        <a16:creationId xmlns:a16="http://schemas.microsoft.com/office/drawing/2014/main" id="{73316D2F-AF76-47A7-8FF2-0AF4E3DB3DF9}"/>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02" name="Freeform 93">
                    <a:extLst>
                      <a:ext uri="{FF2B5EF4-FFF2-40B4-BE49-F238E27FC236}">
                        <a16:creationId xmlns:a16="http://schemas.microsoft.com/office/drawing/2014/main" id="{598AA8F0-07F1-4E15-8B20-6CE879536F73}"/>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9003" name="Freeform 94">
                    <a:extLst>
                      <a:ext uri="{FF2B5EF4-FFF2-40B4-BE49-F238E27FC236}">
                        <a16:creationId xmlns:a16="http://schemas.microsoft.com/office/drawing/2014/main" id="{7BF3A797-AA33-45F7-9944-F1DAB712556D}"/>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95" name="Group 95">
                  <a:extLst>
                    <a:ext uri="{FF2B5EF4-FFF2-40B4-BE49-F238E27FC236}">
                      <a16:creationId xmlns:a16="http://schemas.microsoft.com/office/drawing/2014/main" id="{F7F945D4-7EA4-4D3C-9D48-B909B2661159}"/>
                    </a:ext>
                  </a:extLst>
                </p:cNvPr>
                <p:cNvGrpSpPr>
                  <a:grpSpLocks noChangeAspect="1"/>
                </p:cNvGrpSpPr>
                <p:nvPr/>
              </p:nvGrpSpPr>
              <p:grpSpPr bwMode="auto">
                <a:xfrm>
                  <a:off x="2683" y="2991"/>
                  <a:ext cx="968" cy="430"/>
                  <a:chOff x="2683" y="2991"/>
                  <a:chExt cx="968" cy="430"/>
                </a:xfrm>
              </p:grpSpPr>
              <p:sp>
                <p:nvSpPr>
                  <p:cNvPr id="38996" name="Freeform 96">
                    <a:extLst>
                      <a:ext uri="{FF2B5EF4-FFF2-40B4-BE49-F238E27FC236}">
                        <a16:creationId xmlns:a16="http://schemas.microsoft.com/office/drawing/2014/main" id="{E0469095-6F90-468F-B4B5-C0B6F44D1B37}"/>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97" name="Freeform 97">
                    <a:extLst>
                      <a:ext uri="{FF2B5EF4-FFF2-40B4-BE49-F238E27FC236}">
                        <a16:creationId xmlns:a16="http://schemas.microsoft.com/office/drawing/2014/main" id="{E1BE98A0-0282-4BA5-9ACB-7156B7DF2B1E}"/>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98" name="Freeform 98">
                    <a:extLst>
                      <a:ext uri="{FF2B5EF4-FFF2-40B4-BE49-F238E27FC236}">
                        <a16:creationId xmlns:a16="http://schemas.microsoft.com/office/drawing/2014/main" id="{1736A4EE-D3FF-45A2-A22F-AB380F402132}"/>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99" name="Freeform 99">
                    <a:extLst>
                      <a:ext uri="{FF2B5EF4-FFF2-40B4-BE49-F238E27FC236}">
                        <a16:creationId xmlns:a16="http://schemas.microsoft.com/office/drawing/2014/main" id="{578CE339-0153-488F-8803-AFB6A9539968}"/>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8985" name="Group 100">
                <a:extLst>
                  <a:ext uri="{FF2B5EF4-FFF2-40B4-BE49-F238E27FC236}">
                    <a16:creationId xmlns:a16="http://schemas.microsoft.com/office/drawing/2014/main" id="{15315C03-4B5F-41D9-B05D-14695275944B}"/>
                  </a:ext>
                </a:extLst>
              </p:cNvPr>
              <p:cNvGrpSpPr>
                <a:grpSpLocks noChangeAspect="1"/>
              </p:cNvGrpSpPr>
              <p:nvPr/>
            </p:nvGrpSpPr>
            <p:grpSpPr bwMode="auto">
              <a:xfrm>
                <a:off x="912" y="3408"/>
                <a:ext cx="288" cy="336"/>
                <a:chOff x="4320" y="3128"/>
                <a:chExt cx="415" cy="424"/>
              </a:xfrm>
            </p:grpSpPr>
            <p:sp>
              <p:nvSpPr>
                <p:cNvPr id="38986" name="Freeform 101">
                  <a:extLst>
                    <a:ext uri="{FF2B5EF4-FFF2-40B4-BE49-F238E27FC236}">
                      <a16:creationId xmlns:a16="http://schemas.microsoft.com/office/drawing/2014/main" id="{90485E56-149C-4934-94E4-BD1667068B70}"/>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87" name="Oval 102">
                  <a:extLst>
                    <a:ext uri="{FF2B5EF4-FFF2-40B4-BE49-F238E27FC236}">
                      <a16:creationId xmlns:a16="http://schemas.microsoft.com/office/drawing/2014/main" id="{8F07BC26-85B2-4E6D-BF5D-C7AB6E237A67}"/>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88" name="Freeform 103">
                  <a:extLst>
                    <a:ext uri="{FF2B5EF4-FFF2-40B4-BE49-F238E27FC236}">
                      <a16:creationId xmlns:a16="http://schemas.microsoft.com/office/drawing/2014/main" id="{B9202742-C34A-47B9-9DE2-0A2EBBB3F720}"/>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89" name="Freeform 104">
                  <a:extLst>
                    <a:ext uri="{FF2B5EF4-FFF2-40B4-BE49-F238E27FC236}">
                      <a16:creationId xmlns:a16="http://schemas.microsoft.com/office/drawing/2014/main" id="{80F722B6-D74F-40DB-985E-BEC988FB1CA6}"/>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8982" name="Line 105">
              <a:extLst>
                <a:ext uri="{FF2B5EF4-FFF2-40B4-BE49-F238E27FC236}">
                  <a16:creationId xmlns:a16="http://schemas.microsoft.com/office/drawing/2014/main" id="{75E9277C-92EA-4994-A829-60D5A32DE061}"/>
                </a:ext>
              </a:extLst>
            </p:cNvPr>
            <p:cNvSpPr>
              <a:spLocks noChangeAspect="1" noChangeShapeType="1"/>
            </p:cNvSpPr>
            <p:nvPr/>
          </p:nvSpPr>
          <p:spPr bwMode="auto">
            <a:xfrm flipH="1">
              <a:off x="1056" y="3024"/>
              <a:ext cx="1392" cy="576"/>
            </a:xfrm>
            <a:prstGeom prst="line">
              <a:avLst/>
            </a:prstGeom>
            <a:noFill/>
            <a:ln w="127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22" name="Group 106">
            <a:extLst>
              <a:ext uri="{FF2B5EF4-FFF2-40B4-BE49-F238E27FC236}">
                <a16:creationId xmlns:a16="http://schemas.microsoft.com/office/drawing/2014/main" id="{6448E168-D2ED-4BAF-91F7-24D8F900C734}"/>
              </a:ext>
            </a:extLst>
          </p:cNvPr>
          <p:cNvGrpSpPr>
            <a:grpSpLocks noChangeAspect="1"/>
          </p:cNvGrpSpPr>
          <p:nvPr/>
        </p:nvGrpSpPr>
        <p:grpSpPr bwMode="auto">
          <a:xfrm>
            <a:off x="8382000" y="4343400"/>
            <a:ext cx="420688" cy="312738"/>
            <a:chOff x="1056" y="2112"/>
            <a:chExt cx="2053" cy="1525"/>
          </a:xfrm>
        </p:grpSpPr>
        <p:grpSp>
          <p:nvGrpSpPr>
            <p:cNvPr id="38958" name="Group 107">
              <a:extLst>
                <a:ext uri="{FF2B5EF4-FFF2-40B4-BE49-F238E27FC236}">
                  <a16:creationId xmlns:a16="http://schemas.microsoft.com/office/drawing/2014/main" id="{2577FABE-6CBF-4EBC-A1F5-2180E63B1413}"/>
                </a:ext>
              </a:extLst>
            </p:cNvPr>
            <p:cNvGrpSpPr>
              <a:grpSpLocks noChangeAspect="1"/>
            </p:cNvGrpSpPr>
            <p:nvPr/>
          </p:nvGrpSpPr>
          <p:grpSpPr bwMode="auto">
            <a:xfrm>
              <a:off x="2064" y="2112"/>
              <a:ext cx="1045" cy="1525"/>
              <a:chOff x="240" y="1584"/>
              <a:chExt cx="1744" cy="2544"/>
            </a:xfrm>
          </p:grpSpPr>
          <p:pic>
            <p:nvPicPr>
              <p:cNvPr id="38960" name="Picture 108">
                <a:extLst>
                  <a:ext uri="{FF2B5EF4-FFF2-40B4-BE49-F238E27FC236}">
                    <a16:creationId xmlns:a16="http://schemas.microsoft.com/office/drawing/2014/main" id="{4D90B017-2FF9-4714-AA8E-7A95E62BBF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961" name="Group 109">
                <a:extLst>
                  <a:ext uri="{FF2B5EF4-FFF2-40B4-BE49-F238E27FC236}">
                    <a16:creationId xmlns:a16="http://schemas.microsoft.com/office/drawing/2014/main" id="{634107AC-6C1D-435D-AE0B-336B7146F18D}"/>
                  </a:ext>
                </a:extLst>
              </p:cNvPr>
              <p:cNvGrpSpPr>
                <a:grpSpLocks noChangeAspect="1"/>
              </p:cNvGrpSpPr>
              <p:nvPr/>
            </p:nvGrpSpPr>
            <p:grpSpPr bwMode="auto">
              <a:xfrm>
                <a:off x="672" y="2976"/>
                <a:ext cx="816" cy="288"/>
                <a:chOff x="2527" y="2761"/>
                <a:chExt cx="3434" cy="980"/>
              </a:xfrm>
            </p:grpSpPr>
            <p:sp>
              <p:nvSpPr>
                <p:cNvPr id="38967" name="Freeform 110">
                  <a:extLst>
                    <a:ext uri="{FF2B5EF4-FFF2-40B4-BE49-F238E27FC236}">
                      <a16:creationId xmlns:a16="http://schemas.microsoft.com/office/drawing/2014/main" id="{0CC701FC-81FD-4D20-A2EB-507C7483478F}"/>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68" name="Freeform 111">
                  <a:extLst>
                    <a:ext uri="{FF2B5EF4-FFF2-40B4-BE49-F238E27FC236}">
                      <a16:creationId xmlns:a16="http://schemas.microsoft.com/office/drawing/2014/main" id="{D7E41089-C79F-4AAD-9832-80951014C467}"/>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69" name="Freeform 112">
                  <a:extLst>
                    <a:ext uri="{FF2B5EF4-FFF2-40B4-BE49-F238E27FC236}">
                      <a16:creationId xmlns:a16="http://schemas.microsoft.com/office/drawing/2014/main" id="{3A671E65-0EB2-43C5-BF2F-DD68D8A56751}"/>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70" name="Freeform 113">
                  <a:extLst>
                    <a:ext uri="{FF2B5EF4-FFF2-40B4-BE49-F238E27FC236}">
                      <a16:creationId xmlns:a16="http://schemas.microsoft.com/office/drawing/2014/main" id="{C8E5F1E6-2F70-4807-B702-A128A4BE7553}"/>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8971" name="Group 114">
                  <a:extLst>
                    <a:ext uri="{FF2B5EF4-FFF2-40B4-BE49-F238E27FC236}">
                      <a16:creationId xmlns:a16="http://schemas.microsoft.com/office/drawing/2014/main" id="{01E5AE8F-4AEC-48C2-AFB4-76611B816BD0}"/>
                    </a:ext>
                  </a:extLst>
                </p:cNvPr>
                <p:cNvGrpSpPr>
                  <a:grpSpLocks noChangeAspect="1"/>
                </p:cNvGrpSpPr>
                <p:nvPr/>
              </p:nvGrpSpPr>
              <p:grpSpPr bwMode="auto">
                <a:xfrm>
                  <a:off x="2722" y="3039"/>
                  <a:ext cx="969" cy="424"/>
                  <a:chOff x="2722" y="3039"/>
                  <a:chExt cx="969" cy="424"/>
                </a:xfrm>
              </p:grpSpPr>
              <p:sp>
                <p:nvSpPr>
                  <p:cNvPr id="38977" name="Freeform 115">
                    <a:extLst>
                      <a:ext uri="{FF2B5EF4-FFF2-40B4-BE49-F238E27FC236}">
                        <a16:creationId xmlns:a16="http://schemas.microsoft.com/office/drawing/2014/main" id="{AE60E5D8-B924-474A-AF30-211416C7F61E}"/>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78" name="Freeform 116">
                    <a:extLst>
                      <a:ext uri="{FF2B5EF4-FFF2-40B4-BE49-F238E27FC236}">
                        <a16:creationId xmlns:a16="http://schemas.microsoft.com/office/drawing/2014/main" id="{45C79510-9E58-4B41-8F84-07B1149A5C3F}"/>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79" name="Freeform 117">
                    <a:extLst>
                      <a:ext uri="{FF2B5EF4-FFF2-40B4-BE49-F238E27FC236}">
                        <a16:creationId xmlns:a16="http://schemas.microsoft.com/office/drawing/2014/main" id="{1383BA0B-A4FC-41BD-A8E2-3579CC62DFCE}"/>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80" name="Freeform 118">
                    <a:extLst>
                      <a:ext uri="{FF2B5EF4-FFF2-40B4-BE49-F238E27FC236}">
                        <a16:creationId xmlns:a16="http://schemas.microsoft.com/office/drawing/2014/main" id="{E7190205-7FA1-4963-BF34-21FAE80669C4}"/>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72" name="Group 119">
                  <a:extLst>
                    <a:ext uri="{FF2B5EF4-FFF2-40B4-BE49-F238E27FC236}">
                      <a16:creationId xmlns:a16="http://schemas.microsoft.com/office/drawing/2014/main" id="{282FFD46-433C-4929-B808-8AE89BAEF7A3}"/>
                    </a:ext>
                  </a:extLst>
                </p:cNvPr>
                <p:cNvGrpSpPr>
                  <a:grpSpLocks noChangeAspect="1"/>
                </p:cNvGrpSpPr>
                <p:nvPr/>
              </p:nvGrpSpPr>
              <p:grpSpPr bwMode="auto">
                <a:xfrm>
                  <a:off x="2683" y="2991"/>
                  <a:ext cx="968" cy="430"/>
                  <a:chOff x="2683" y="2991"/>
                  <a:chExt cx="968" cy="430"/>
                </a:xfrm>
              </p:grpSpPr>
              <p:sp>
                <p:nvSpPr>
                  <p:cNvPr id="38973" name="Freeform 120">
                    <a:extLst>
                      <a:ext uri="{FF2B5EF4-FFF2-40B4-BE49-F238E27FC236}">
                        <a16:creationId xmlns:a16="http://schemas.microsoft.com/office/drawing/2014/main" id="{A4943B95-9E3A-4415-942F-B24AF06D9269}"/>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74" name="Freeform 121">
                    <a:extLst>
                      <a:ext uri="{FF2B5EF4-FFF2-40B4-BE49-F238E27FC236}">
                        <a16:creationId xmlns:a16="http://schemas.microsoft.com/office/drawing/2014/main" id="{C5E750C6-7686-407A-B087-4E6F81DBF320}"/>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75" name="Freeform 122">
                    <a:extLst>
                      <a:ext uri="{FF2B5EF4-FFF2-40B4-BE49-F238E27FC236}">
                        <a16:creationId xmlns:a16="http://schemas.microsoft.com/office/drawing/2014/main" id="{D63EBC5B-1A37-4857-B051-570034D3B1CA}"/>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76" name="Freeform 123">
                    <a:extLst>
                      <a:ext uri="{FF2B5EF4-FFF2-40B4-BE49-F238E27FC236}">
                        <a16:creationId xmlns:a16="http://schemas.microsoft.com/office/drawing/2014/main" id="{B47FCCC8-EF1C-473F-8EC1-1D9014C380A8}"/>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8962" name="Group 124">
                <a:extLst>
                  <a:ext uri="{FF2B5EF4-FFF2-40B4-BE49-F238E27FC236}">
                    <a16:creationId xmlns:a16="http://schemas.microsoft.com/office/drawing/2014/main" id="{7EA37174-BA79-46CD-AF56-88EA3F6EC391}"/>
                  </a:ext>
                </a:extLst>
              </p:cNvPr>
              <p:cNvGrpSpPr>
                <a:grpSpLocks noChangeAspect="1"/>
              </p:cNvGrpSpPr>
              <p:nvPr/>
            </p:nvGrpSpPr>
            <p:grpSpPr bwMode="auto">
              <a:xfrm>
                <a:off x="912" y="3408"/>
                <a:ext cx="288" cy="336"/>
                <a:chOff x="4320" y="3128"/>
                <a:chExt cx="415" cy="424"/>
              </a:xfrm>
            </p:grpSpPr>
            <p:sp>
              <p:nvSpPr>
                <p:cNvPr id="38963" name="Freeform 125">
                  <a:extLst>
                    <a:ext uri="{FF2B5EF4-FFF2-40B4-BE49-F238E27FC236}">
                      <a16:creationId xmlns:a16="http://schemas.microsoft.com/office/drawing/2014/main" id="{8ED7E168-1B61-46F7-A925-65E965DE5602}"/>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64" name="Oval 126">
                  <a:extLst>
                    <a:ext uri="{FF2B5EF4-FFF2-40B4-BE49-F238E27FC236}">
                      <a16:creationId xmlns:a16="http://schemas.microsoft.com/office/drawing/2014/main" id="{D99C2E0F-6E1E-48CE-B7E1-39C78DEC80DF}"/>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65" name="Freeform 127">
                  <a:extLst>
                    <a:ext uri="{FF2B5EF4-FFF2-40B4-BE49-F238E27FC236}">
                      <a16:creationId xmlns:a16="http://schemas.microsoft.com/office/drawing/2014/main" id="{88A8A15A-DE05-4C00-893B-A4E2D52FB975}"/>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66" name="Freeform 128">
                  <a:extLst>
                    <a:ext uri="{FF2B5EF4-FFF2-40B4-BE49-F238E27FC236}">
                      <a16:creationId xmlns:a16="http://schemas.microsoft.com/office/drawing/2014/main" id="{1400F5EA-23D5-463C-BE22-7899E23A32F4}"/>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8959" name="Line 129">
              <a:extLst>
                <a:ext uri="{FF2B5EF4-FFF2-40B4-BE49-F238E27FC236}">
                  <a16:creationId xmlns:a16="http://schemas.microsoft.com/office/drawing/2014/main" id="{892BA9A2-B2EA-4D1B-8FDE-4A744242A9FE}"/>
                </a:ext>
              </a:extLst>
            </p:cNvPr>
            <p:cNvSpPr>
              <a:spLocks noChangeAspect="1" noChangeShapeType="1"/>
            </p:cNvSpPr>
            <p:nvPr/>
          </p:nvSpPr>
          <p:spPr bwMode="auto">
            <a:xfrm flipH="1">
              <a:off x="1056" y="3024"/>
              <a:ext cx="1392" cy="576"/>
            </a:xfrm>
            <a:prstGeom prst="line">
              <a:avLst/>
            </a:prstGeom>
            <a:noFill/>
            <a:ln w="1270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23" name="Group 130">
            <a:extLst>
              <a:ext uri="{FF2B5EF4-FFF2-40B4-BE49-F238E27FC236}">
                <a16:creationId xmlns:a16="http://schemas.microsoft.com/office/drawing/2014/main" id="{BBD661ED-371B-4691-8321-F9CF4DF339D5}"/>
              </a:ext>
            </a:extLst>
          </p:cNvPr>
          <p:cNvGrpSpPr>
            <a:grpSpLocks noChangeAspect="1"/>
          </p:cNvGrpSpPr>
          <p:nvPr/>
        </p:nvGrpSpPr>
        <p:grpSpPr bwMode="auto">
          <a:xfrm>
            <a:off x="8686801" y="4419601"/>
            <a:ext cx="252413" cy="187325"/>
            <a:chOff x="1056" y="2112"/>
            <a:chExt cx="2053" cy="1525"/>
          </a:xfrm>
        </p:grpSpPr>
        <p:grpSp>
          <p:nvGrpSpPr>
            <p:cNvPr id="38935" name="Group 131">
              <a:extLst>
                <a:ext uri="{FF2B5EF4-FFF2-40B4-BE49-F238E27FC236}">
                  <a16:creationId xmlns:a16="http://schemas.microsoft.com/office/drawing/2014/main" id="{9493016E-0513-4EAA-916F-62D28B006B64}"/>
                </a:ext>
              </a:extLst>
            </p:cNvPr>
            <p:cNvGrpSpPr>
              <a:grpSpLocks noChangeAspect="1"/>
            </p:cNvGrpSpPr>
            <p:nvPr/>
          </p:nvGrpSpPr>
          <p:grpSpPr bwMode="auto">
            <a:xfrm>
              <a:off x="2064" y="2112"/>
              <a:ext cx="1045" cy="1525"/>
              <a:chOff x="240" y="1584"/>
              <a:chExt cx="1744" cy="2544"/>
            </a:xfrm>
          </p:grpSpPr>
          <p:pic>
            <p:nvPicPr>
              <p:cNvPr id="38937" name="Picture 132">
                <a:extLst>
                  <a:ext uri="{FF2B5EF4-FFF2-40B4-BE49-F238E27FC236}">
                    <a16:creationId xmlns:a16="http://schemas.microsoft.com/office/drawing/2014/main" id="{CD3D518B-665A-4B71-A23C-42A10EEBDE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584"/>
                <a:ext cx="1744" cy="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938" name="Group 133">
                <a:extLst>
                  <a:ext uri="{FF2B5EF4-FFF2-40B4-BE49-F238E27FC236}">
                    <a16:creationId xmlns:a16="http://schemas.microsoft.com/office/drawing/2014/main" id="{EF1E31B8-200C-4F12-8F4E-D74430575A22}"/>
                  </a:ext>
                </a:extLst>
              </p:cNvPr>
              <p:cNvGrpSpPr>
                <a:grpSpLocks noChangeAspect="1"/>
              </p:cNvGrpSpPr>
              <p:nvPr/>
            </p:nvGrpSpPr>
            <p:grpSpPr bwMode="auto">
              <a:xfrm>
                <a:off x="672" y="2976"/>
                <a:ext cx="816" cy="288"/>
                <a:chOff x="2527" y="2761"/>
                <a:chExt cx="3434" cy="980"/>
              </a:xfrm>
            </p:grpSpPr>
            <p:sp>
              <p:nvSpPr>
                <p:cNvPr id="38944" name="Freeform 134">
                  <a:extLst>
                    <a:ext uri="{FF2B5EF4-FFF2-40B4-BE49-F238E27FC236}">
                      <a16:creationId xmlns:a16="http://schemas.microsoft.com/office/drawing/2014/main" id="{87AC4DF5-F56B-4093-A86E-3093A57DB8F6}"/>
                    </a:ext>
                  </a:extLst>
                </p:cNvPr>
                <p:cNvSpPr>
                  <a:spLocks noChangeAspect="1"/>
                </p:cNvSpPr>
                <p:nvPr/>
              </p:nvSpPr>
              <p:spPr bwMode="auto">
                <a:xfrm>
                  <a:off x="5166" y="2800"/>
                  <a:ext cx="795" cy="941"/>
                </a:xfrm>
                <a:custGeom>
                  <a:avLst/>
                  <a:gdLst>
                    <a:gd name="T0" fmla="*/ 78 w 795"/>
                    <a:gd name="T1" fmla="*/ 476 h 941"/>
                    <a:gd name="T2" fmla="*/ 45 w 795"/>
                    <a:gd name="T3" fmla="*/ 524 h 941"/>
                    <a:gd name="T4" fmla="*/ 13 w 795"/>
                    <a:gd name="T5" fmla="*/ 607 h 941"/>
                    <a:gd name="T6" fmla="*/ 0 w 795"/>
                    <a:gd name="T7" fmla="*/ 713 h 941"/>
                    <a:gd name="T8" fmla="*/ 12 w 795"/>
                    <a:gd name="T9" fmla="*/ 792 h 941"/>
                    <a:gd name="T10" fmla="*/ 52 w 795"/>
                    <a:gd name="T11" fmla="*/ 857 h 941"/>
                    <a:gd name="T12" fmla="*/ 106 w 795"/>
                    <a:gd name="T13" fmla="*/ 913 h 941"/>
                    <a:gd name="T14" fmla="*/ 164 w 795"/>
                    <a:gd name="T15" fmla="*/ 941 h 941"/>
                    <a:gd name="T16" fmla="*/ 238 w 795"/>
                    <a:gd name="T17" fmla="*/ 929 h 941"/>
                    <a:gd name="T18" fmla="*/ 299 w 795"/>
                    <a:gd name="T19" fmla="*/ 913 h 941"/>
                    <a:gd name="T20" fmla="*/ 351 w 795"/>
                    <a:gd name="T21" fmla="*/ 885 h 941"/>
                    <a:gd name="T22" fmla="*/ 395 w 795"/>
                    <a:gd name="T23" fmla="*/ 822 h 941"/>
                    <a:gd name="T24" fmla="*/ 421 w 795"/>
                    <a:gd name="T25" fmla="*/ 765 h 941"/>
                    <a:gd name="T26" fmla="*/ 425 w 795"/>
                    <a:gd name="T27" fmla="*/ 689 h 941"/>
                    <a:gd name="T28" fmla="*/ 425 w 795"/>
                    <a:gd name="T29" fmla="*/ 652 h 941"/>
                    <a:gd name="T30" fmla="*/ 469 w 795"/>
                    <a:gd name="T31" fmla="*/ 713 h 941"/>
                    <a:gd name="T32" fmla="*/ 553 w 795"/>
                    <a:gd name="T33" fmla="*/ 757 h 941"/>
                    <a:gd name="T34" fmla="*/ 593 w 795"/>
                    <a:gd name="T35" fmla="*/ 765 h 941"/>
                    <a:gd name="T36" fmla="*/ 662 w 795"/>
                    <a:gd name="T37" fmla="*/ 753 h 941"/>
                    <a:gd name="T38" fmla="*/ 710 w 795"/>
                    <a:gd name="T39" fmla="*/ 733 h 941"/>
                    <a:gd name="T40" fmla="*/ 747 w 795"/>
                    <a:gd name="T41" fmla="*/ 670 h 941"/>
                    <a:gd name="T42" fmla="*/ 790 w 795"/>
                    <a:gd name="T43" fmla="*/ 611 h 941"/>
                    <a:gd name="T44" fmla="*/ 792 w 795"/>
                    <a:gd name="T45" fmla="*/ 522 h 941"/>
                    <a:gd name="T46" fmla="*/ 795 w 795"/>
                    <a:gd name="T47" fmla="*/ 457 h 941"/>
                    <a:gd name="T48" fmla="*/ 792 w 795"/>
                    <a:gd name="T49" fmla="*/ 400 h 941"/>
                    <a:gd name="T50" fmla="*/ 738 w 795"/>
                    <a:gd name="T51" fmla="*/ 320 h 941"/>
                    <a:gd name="T52" fmla="*/ 686 w 795"/>
                    <a:gd name="T53" fmla="*/ 283 h 941"/>
                    <a:gd name="T54" fmla="*/ 625 w 795"/>
                    <a:gd name="T55" fmla="*/ 266 h 941"/>
                    <a:gd name="T56" fmla="*/ 555 w 795"/>
                    <a:gd name="T57" fmla="*/ 266 h 941"/>
                    <a:gd name="T58" fmla="*/ 499 w 795"/>
                    <a:gd name="T59" fmla="*/ 276 h 941"/>
                    <a:gd name="T60" fmla="*/ 475 w 795"/>
                    <a:gd name="T61" fmla="*/ 309 h 941"/>
                    <a:gd name="T62" fmla="*/ 445 w 795"/>
                    <a:gd name="T63" fmla="*/ 335 h 941"/>
                    <a:gd name="T64" fmla="*/ 447 w 795"/>
                    <a:gd name="T65" fmla="*/ 251 h 941"/>
                    <a:gd name="T66" fmla="*/ 440 w 795"/>
                    <a:gd name="T67" fmla="*/ 157 h 941"/>
                    <a:gd name="T68" fmla="*/ 388 w 795"/>
                    <a:gd name="T69" fmla="*/ 83 h 941"/>
                    <a:gd name="T70" fmla="*/ 343 w 795"/>
                    <a:gd name="T71" fmla="*/ 38 h 941"/>
                    <a:gd name="T72" fmla="*/ 293 w 795"/>
                    <a:gd name="T73" fmla="*/ 7 h 941"/>
                    <a:gd name="T74" fmla="*/ 258 w 795"/>
                    <a:gd name="T75" fmla="*/ 0 h 941"/>
                    <a:gd name="T76" fmla="*/ 206 w 795"/>
                    <a:gd name="T77" fmla="*/ 1 h 941"/>
                    <a:gd name="T78" fmla="*/ 156 w 795"/>
                    <a:gd name="T79" fmla="*/ 16 h 941"/>
                    <a:gd name="T80" fmla="*/ 102 w 795"/>
                    <a:gd name="T81" fmla="*/ 44 h 941"/>
                    <a:gd name="T82" fmla="*/ 63 w 795"/>
                    <a:gd name="T83" fmla="*/ 96 h 941"/>
                    <a:gd name="T84" fmla="*/ 43 w 795"/>
                    <a:gd name="T85" fmla="*/ 148 h 941"/>
                    <a:gd name="T86" fmla="*/ 36 w 795"/>
                    <a:gd name="T87" fmla="*/ 240 h 941"/>
                    <a:gd name="T88" fmla="*/ 32 w 795"/>
                    <a:gd name="T89" fmla="*/ 285 h 941"/>
                    <a:gd name="T90" fmla="*/ 47 w 795"/>
                    <a:gd name="T91" fmla="*/ 340 h 941"/>
                    <a:gd name="T92" fmla="*/ 62 w 795"/>
                    <a:gd name="T93" fmla="*/ 376 h 941"/>
                    <a:gd name="T94" fmla="*/ 73 w 795"/>
                    <a:gd name="T95" fmla="*/ 400 h 941"/>
                    <a:gd name="T96" fmla="*/ 78 w 795"/>
                    <a:gd name="T97" fmla="*/ 476 h 9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5" h="941">
                      <a:moveTo>
                        <a:pt x="78" y="476"/>
                      </a:moveTo>
                      <a:lnTo>
                        <a:pt x="45" y="524"/>
                      </a:lnTo>
                      <a:lnTo>
                        <a:pt x="13" y="607"/>
                      </a:lnTo>
                      <a:lnTo>
                        <a:pt x="0" y="713"/>
                      </a:lnTo>
                      <a:lnTo>
                        <a:pt x="12" y="792"/>
                      </a:lnTo>
                      <a:lnTo>
                        <a:pt x="52" y="857"/>
                      </a:lnTo>
                      <a:lnTo>
                        <a:pt x="106" y="913"/>
                      </a:lnTo>
                      <a:lnTo>
                        <a:pt x="164" y="941"/>
                      </a:lnTo>
                      <a:lnTo>
                        <a:pt x="238" y="929"/>
                      </a:lnTo>
                      <a:lnTo>
                        <a:pt x="299" y="913"/>
                      </a:lnTo>
                      <a:lnTo>
                        <a:pt x="351" y="885"/>
                      </a:lnTo>
                      <a:lnTo>
                        <a:pt x="395" y="822"/>
                      </a:lnTo>
                      <a:lnTo>
                        <a:pt x="421" y="765"/>
                      </a:lnTo>
                      <a:lnTo>
                        <a:pt x="425" y="689"/>
                      </a:lnTo>
                      <a:lnTo>
                        <a:pt x="425" y="652"/>
                      </a:lnTo>
                      <a:lnTo>
                        <a:pt x="469" y="713"/>
                      </a:lnTo>
                      <a:lnTo>
                        <a:pt x="553" y="757"/>
                      </a:lnTo>
                      <a:lnTo>
                        <a:pt x="593" y="765"/>
                      </a:lnTo>
                      <a:lnTo>
                        <a:pt x="662" y="753"/>
                      </a:lnTo>
                      <a:lnTo>
                        <a:pt x="710" y="733"/>
                      </a:lnTo>
                      <a:lnTo>
                        <a:pt x="747" y="670"/>
                      </a:lnTo>
                      <a:lnTo>
                        <a:pt x="790" y="611"/>
                      </a:lnTo>
                      <a:lnTo>
                        <a:pt x="792" y="522"/>
                      </a:lnTo>
                      <a:lnTo>
                        <a:pt x="795" y="457"/>
                      </a:lnTo>
                      <a:lnTo>
                        <a:pt x="792" y="400"/>
                      </a:lnTo>
                      <a:lnTo>
                        <a:pt x="738" y="320"/>
                      </a:lnTo>
                      <a:lnTo>
                        <a:pt x="686" y="283"/>
                      </a:lnTo>
                      <a:lnTo>
                        <a:pt x="625" y="266"/>
                      </a:lnTo>
                      <a:lnTo>
                        <a:pt x="555" y="266"/>
                      </a:lnTo>
                      <a:lnTo>
                        <a:pt x="499" y="276"/>
                      </a:lnTo>
                      <a:lnTo>
                        <a:pt x="475" y="309"/>
                      </a:lnTo>
                      <a:lnTo>
                        <a:pt x="445" y="335"/>
                      </a:lnTo>
                      <a:lnTo>
                        <a:pt x="447" y="251"/>
                      </a:lnTo>
                      <a:lnTo>
                        <a:pt x="440" y="157"/>
                      </a:lnTo>
                      <a:lnTo>
                        <a:pt x="388" y="83"/>
                      </a:lnTo>
                      <a:lnTo>
                        <a:pt x="343" y="38"/>
                      </a:lnTo>
                      <a:lnTo>
                        <a:pt x="293" y="7"/>
                      </a:lnTo>
                      <a:lnTo>
                        <a:pt x="258" y="0"/>
                      </a:lnTo>
                      <a:lnTo>
                        <a:pt x="206" y="1"/>
                      </a:lnTo>
                      <a:lnTo>
                        <a:pt x="156" y="16"/>
                      </a:lnTo>
                      <a:lnTo>
                        <a:pt x="102" y="44"/>
                      </a:lnTo>
                      <a:lnTo>
                        <a:pt x="63" y="96"/>
                      </a:lnTo>
                      <a:lnTo>
                        <a:pt x="43" y="148"/>
                      </a:lnTo>
                      <a:lnTo>
                        <a:pt x="36" y="240"/>
                      </a:lnTo>
                      <a:lnTo>
                        <a:pt x="32" y="285"/>
                      </a:lnTo>
                      <a:lnTo>
                        <a:pt x="47" y="340"/>
                      </a:lnTo>
                      <a:lnTo>
                        <a:pt x="62" y="376"/>
                      </a:lnTo>
                      <a:lnTo>
                        <a:pt x="73" y="400"/>
                      </a:lnTo>
                      <a:lnTo>
                        <a:pt x="78" y="476"/>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45" name="Freeform 135">
                  <a:extLst>
                    <a:ext uri="{FF2B5EF4-FFF2-40B4-BE49-F238E27FC236}">
                      <a16:creationId xmlns:a16="http://schemas.microsoft.com/office/drawing/2014/main" id="{140E224D-B213-4A1E-81E0-B75DCDA639B8}"/>
                    </a:ext>
                  </a:extLst>
                </p:cNvPr>
                <p:cNvSpPr>
                  <a:spLocks noChangeAspect="1"/>
                </p:cNvSpPr>
                <p:nvPr/>
              </p:nvSpPr>
              <p:spPr bwMode="auto">
                <a:xfrm>
                  <a:off x="5148" y="2761"/>
                  <a:ext cx="796" cy="938"/>
                </a:xfrm>
                <a:custGeom>
                  <a:avLst/>
                  <a:gdLst>
                    <a:gd name="T0" fmla="*/ 74 w 796"/>
                    <a:gd name="T1" fmla="*/ 475 h 938"/>
                    <a:gd name="T2" fmla="*/ 48 w 796"/>
                    <a:gd name="T3" fmla="*/ 528 h 938"/>
                    <a:gd name="T4" fmla="*/ 13 w 796"/>
                    <a:gd name="T5" fmla="*/ 604 h 938"/>
                    <a:gd name="T6" fmla="*/ 0 w 796"/>
                    <a:gd name="T7" fmla="*/ 708 h 938"/>
                    <a:gd name="T8" fmla="*/ 17 w 796"/>
                    <a:gd name="T9" fmla="*/ 797 h 938"/>
                    <a:gd name="T10" fmla="*/ 48 w 796"/>
                    <a:gd name="T11" fmla="*/ 855 h 938"/>
                    <a:gd name="T12" fmla="*/ 111 w 796"/>
                    <a:gd name="T13" fmla="*/ 914 h 938"/>
                    <a:gd name="T14" fmla="*/ 165 w 796"/>
                    <a:gd name="T15" fmla="*/ 938 h 938"/>
                    <a:gd name="T16" fmla="*/ 233 w 796"/>
                    <a:gd name="T17" fmla="*/ 929 h 938"/>
                    <a:gd name="T18" fmla="*/ 302 w 796"/>
                    <a:gd name="T19" fmla="*/ 918 h 938"/>
                    <a:gd name="T20" fmla="*/ 354 w 796"/>
                    <a:gd name="T21" fmla="*/ 882 h 938"/>
                    <a:gd name="T22" fmla="*/ 389 w 796"/>
                    <a:gd name="T23" fmla="*/ 821 h 938"/>
                    <a:gd name="T24" fmla="*/ 422 w 796"/>
                    <a:gd name="T25" fmla="*/ 764 h 938"/>
                    <a:gd name="T26" fmla="*/ 420 w 796"/>
                    <a:gd name="T27" fmla="*/ 686 h 938"/>
                    <a:gd name="T28" fmla="*/ 428 w 796"/>
                    <a:gd name="T29" fmla="*/ 653 h 938"/>
                    <a:gd name="T30" fmla="*/ 466 w 796"/>
                    <a:gd name="T31" fmla="*/ 712 h 938"/>
                    <a:gd name="T32" fmla="*/ 555 w 796"/>
                    <a:gd name="T33" fmla="*/ 762 h 938"/>
                    <a:gd name="T34" fmla="*/ 591 w 796"/>
                    <a:gd name="T35" fmla="*/ 762 h 938"/>
                    <a:gd name="T36" fmla="*/ 663 w 796"/>
                    <a:gd name="T37" fmla="*/ 751 h 938"/>
                    <a:gd name="T38" fmla="*/ 705 w 796"/>
                    <a:gd name="T39" fmla="*/ 732 h 938"/>
                    <a:gd name="T40" fmla="*/ 748 w 796"/>
                    <a:gd name="T41" fmla="*/ 665 h 938"/>
                    <a:gd name="T42" fmla="*/ 787 w 796"/>
                    <a:gd name="T43" fmla="*/ 610 h 938"/>
                    <a:gd name="T44" fmla="*/ 794 w 796"/>
                    <a:gd name="T45" fmla="*/ 519 h 938"/>
                    <a:gd name="T46" fmla="*/ 796 w 796"/>
                    <a:gd name="T47" fmla="*/ 462 h 938"/>
                    <a:gd name="T48" fmla="*/ 787 w 796"/>
                    <a:gd name="T49" fmla="*/ 399 h 938"/>
                    <a:gd name="T50" fmla="*/ 733 w 796"/>
                    <a:gd name="T51" fmla="*/ 319 h 938"/>
                    <a:gd name="T52" fmla="*/ 687 w 796"/>
                    <a:gd name="T53" fmla="*/ 280 h 938"/>
                    <a:gd name="T54" fmla="*/ 622 w 796"/>
                    <a:gd name="T55" fmla="*/ 273 h 938"/>
                    <a:gd name="T56" fmla="*/ 557 w 796"/>
                    <a:gd name="T57" fmla="*/ 263 h 938"/>
                    <a:gd name="T58" fmla="*/ 494 w 796"/>
                    <a:gd name="T59" fmla="*/ 273 h 938"/>
                    <a:gd name="T60" fmla="*/ 476 w 796"/>
                    <a:gd name="T61" fmla="*/ 308 h 938"/>
                    <a:gd name="T62" fmla="*/ 441 w 796"/>
                    <a:gd name="T63" fmla="*/ 332 h 938"/>
                    <a:gd name="T64" fmla="*/ 444 w 796"/>
                    <a:gd name="T65" fmla="*/ 248 h 938"/>
                    <a:gd name="T66" fmla="*/ 435 w 796"/>
                    <a:gd name="T67" fmla="*/ 154 h 938"/>
                    <a:gd name="T68" fmla="*/ 387 w 796"/>
                    <a:gd name="T69" fmla="*/ 78 h 938"/>
                    <a:gd name="T70" fmla="*/ 346 w 796"/>
                    <a:gd name="T71" fmla="*/ 35 h 938"/>
                    <a:gd name="T72" fmla="*/ 296 w 796"/>
                    <a:gd name="T73" fmla="*/ 6 h 938"/>
                    <a:gd name="T74" fmla="*/ 255 w 796"/>
                    <a:gd name="T75" fmla="*/ 4 h 938"/>
                    <a:gd name="T76" fmla="*/ 202 w 796"/>
                    <a:gd name="T77" fmla="*/ 0 h 938"/>
                    <a:gd name="T78" fmla="*/ 159 w 796"/>
                    <a:gd name="T79" fmla="*/ 13 h 938"/>
                    <a:gd name="T80" fmla="*/ 104 w 796"/>
                    <a:gd name="T81" fmla="*/ 41 h 938"/>
                    <a:gd name="T82" fmla="*/ 67 w 796"/>
                    <a:gd name="T83" fmla="*/ 91 h 938"/>
                    <a:gd name="T84" fmla="*/ 46 w 796"/>
                    <a:gd name="T85" fmla="*/ 146 h 938"/>
                    <a:gd name="T86" fmla="*/ 31 w 796"/>
                    <a:gd name="T87" fmla="*/ 245 h 938"/>
                    <a:gd name="T88" fmla="*/ 26 w 796"/>
                    <a:gd name="T89" fmla="*/ 284 h 938"/>
                    <a:gd name="T90" fmla="*/ 41 w 796"/>
                    <a:gd name="T91" fmla="*/ 339 h 938"/>
                    <a:gd name="T92" fmla="*/ 67 w 796"/>
                    <a:gd name="T93" fmla="*/ 378 h 938"/>
                    <a:gd name="T94" fmla="*/ 74 w 796"/>
                    <a:gd name="T95" fmla="*/ 399 h 938"/>
                    <a:gd name="T96" fmla="*/ 74 w 796"/>
                    <a:gd name="T97" fmla="*/ 475 h 9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96" h="938">
                      <a:moveTo>
                        <a:pt x="74" y="475"/>
                      </a:moveTo>
                      <a:lnTo>
                        <a:pt x="48" y="528"/>
                      </a:lnTo>
                      <a:lnTo>
                        <a:pt x="13" y="604"/>
                      </a:lnTo>
                      <a:lnTo>
                        <a:pt x="0" y="708"/>
                      </a:lnTo>
                      <a:lnTo>
                        <a:pt x="17" y="797"/>
                      </a:lnTo>
                      <a:lnTo>
                        <a:pt x="48" y="855"/>
                      </a:lnTo>
                      <a:lnTo>
                        <a:pt x="111" y="914"/>
                      </a:lnTo>
                      <a:lnTo>
                        <a:pt x="165" y="938"/>
                      </a:lnTo>
                      <a:lnTo>
                        <a:pt x="233" y="929"/>
                      </a:lnTo>
                      <a:lnTo>
                        <a:pt x="302" y="918"/>
                      </a:lnTo>
                      <a:lnTo>
                        <a:pt x="354" y="882"/>
                      </a:lnTo>
                      <a:lnTo>
                        <a:pt x="389" y="821"/>
                      </a:lnTo>
                      <a:lnTo>
                        <a:pt x="422" y="764"/>
                      </a:lnTo>
                      <a:lnTo>
                        <a:pt x="420" y="686"/>
                      </a:lnTo>
                      <a:lnTo>
                        <a:pt x="428" y="653"/>
                      </a:lnTo>
                      <a:lnTo>
                        <a:pt x="466" y="712"/>
                      </a:lnTo>
                      <a:lnTo>
                        <a:pt x="555" y="762"/>
                      </a:lnTo>
                      <a:lnTo>
                        <a:pt x="591" y="762"/>
                      </a:lnTo>
                      <a:lnTo>
                        <a:pt x="663" y="751"/>
                      </a:lnTo>
                      <a:lnTo>
                        <a:pt x="705" y="732"/>
                      </a:lnTo>
                      <a:lnTo>
                        <a:pt x="748" y="665"/>
                      </a:lnTo>
                      <a:lnTo>
                        <a:pt x="787" y="610"/>
                      </a:lnTo>
                      <a:lnTo>
                        <a:pt x="794" y="519"/>
                      </a:lnTo>
                      <a:lnTo>
                        <a:pt x="796" y="462"/>
                      </a:lnTo>
                      <a:lnTo>
                        <a:pt x="787" y="399"/>
                      </a:lnTo>
                      <a:lnTo>
                        <a:pt x="733" y="319"/>
                      </a:lnTo>
                      <a:lnTo>
                        <a:pt x="687" y="280"/>
                      </a:lnTo>
                      <a:lnTo>
                        <a:pt x="622" y="273"/>
                      </a:lnTo>
                      <a:lnTo>
                        <a:pt x="557" y="263"/>
                      </a:lnTo>
                      <a:lnTo>
                        <a:pt x="494" y="273"/>
                      </a:lnTo>
                      <a:lnTo>
                        <a:pt x="476" y="308"/>
                      </a:lnTo>
                      <a:lnTo>
                        <a:pt x="441" y="332"/>
                      </a:lnTo>
                      <a:lnTo>
                        <a:pt x="444" y="248"/>
                      </a:lnTo>
                      <a:lnTo>
                        <a:pt x="435" y="154"/>
                      </a:lnTo>
                      <a:lnTo>
                        <a:pt x="387" y="78"/>
                      </a:lnTo>
                      <a:lnTo>
                        <a:pt x="346" y="35"/>
                      </a:lnTo>
                      <a:lnTo>
                        <a:pt x="296" y="6"/>
                      </a:lnTo>
                      <a:lnTo>
                        <a:pt x="255" y="4"/>
                      </a:lnTo>
                      <a:lnTo>
                        <a:pt x="202" y="0"/>
                      </a:lnTo>
                      <a:lnTo>
                        <a:pt x="159" y="13"/>
                      </a:lnTo>
                      <a:lnTo>
                        <a:pt x="104" y="41"/>
                      </a:lnTo>
                      <a:lnTo>
                        <a:pt x="67" y="91"/>
                      </a:lnTo>
                      <a:lnTo>
                        <a:pt x="46" y="146"/>
                      </a:lnTo>
                      <a:lnTo>
                        <a:pt x="31" y="245"/>
                      </a:lnTo>
                      <a:lnTo>
                        <a:pt x="26" y="284"/>
                      </a:lnTo>
                      <a:lnTo>
                        <a:pt x="41" y="339"/>
                      </a:lnTo>
                      <a:lnTo>
                        <a:pt x="67" y="378"/>
                      </a:lnTo>
                      <a:lnTo>
                        <a:pt x="74" y="399"/>
                      </a:lnTo>
                      <a:lnTo>
                        <a:pt x="74" y="475"/>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46" name="Freeform 136">
                  <a:extLst>
                    <a:ext uri="{FF2B5EF4-FFF2-40B4-BE49-F238E27FC236}">
                      <a16:creationId xmlns:a16="http://schemas.microsoft.com/office/drawing/2014/main" id="{F47E497B-BF3B-4A67-9007-85EB27882207}"/>
                    </a:ext>
                  </a:extLst>
                </p:cNvPr>
                <p:cNvSpPr>
                  <a:spLocks noChangeAspect="1"/>
                </p:cNvSpPr>
                <p:nvPr/>
              </p:nvSpPr>
              <p:spPr bwMode="auto">
                <a:xfrm>
                  <a:off x="2527" y="2912"/>
                  <a:ext cx="2869" cy="406"/>
                </a:xfrm>
                <a:custGeom>
                  <a:avLst/>
                  <a:gdLst>
                    <a:gd name="T0" fmla="*/ 2868 w 2869"/>
                    <a:gd name="T1" fmla="*/ 328 h 406"/>
                    <a:gd name="T2" fmla="*/ 2869 w 2869"/>
                    <a:gd name="T3" fmla="*/ 313 h 406"/>
                    <a:gd name="T4" fmla="*/ 2866 w 2869"/>
                    <a:gd name="T5" fmla="*/ 299 h 406"/>
                    <a:gd name="T6" fmla="*/ 2861 w 2869"/>
                    <a:gd name="T7" fmla="*/ 286 h 406"/>
                    <a:gd name="T8" fmla="*/ 2853 w 2869"/>
                    <a:gd name="T9" fmla="*/ 272 h 406"/>
                    <a:gd name="T10" fmla="*/ 2844 w 2869"/>
                    <a:gd name="T11" fmla="*/ 261 h 406"/>
                    <a:gd name="T12" fmla="*/ 2832 w 2869"/>
                    <a:gd name="T13" fmla="*/ 251 h 406"/>
                    <a:gd name="T14" fmla="*/ 2820 w 2869"/>
                    <a:gd name="T15" fmla="*/ 244 h 406"/>
                    <a:gd name="T16" fmla="*/ 2806 w 2869"/>
                    <a:gd name="T17" fmla="*/ 239 h 406"/>
                    <a:gd name="T18" fmla="*/ 2791 w 2869"/>
                    <a:gd name="T19" fmla="*/ 236 h 406"/>
                    <a:gd name="T20" fmla="*/ 93 w 2869"/>
                    <a:gd name="T21" fmla="*/ 0 h 406"/>
                    <a:gd name="T22" fmla="*/ 78 w 2869"/>
                    <a:gd name="T23" fmla="*/ 0 h 406"/>
                    <a:gd name="T24" fmla="*/ 63 w 2869"/>
                    <a:gd name="T25" fmla="*/ 3 h 406"/>
                    <a:gd name="T26" fmla="*/ 50 w 2869"/>
                    <a:gd name="T27" fmla="*/ 8 h 406"/>
                    <a:gd name="T28" fmla="*/ 36 w 2869"/>
                    <a:gd name="T29" fmla="*/ 15 h 406"/>
                    <a:gd name="T30" fmla="*/ 25 w 2869"/>
                    <a:gd name="T31" fmla="*/ 24 h 406"/>
                    <a:gd name="T32" fmla="*/ 15 w 2869"/>
                    <a:gd name="T33" fmla="*/ 37 h 406"/>
                    <a:gd name="T34" fmla="*/ 8 w 2869"/>
                    <a:gd name="T35" fmla="*/ 49 h 406"/>
                    <a:gd name="T36" fmla="*/ 3 w 2869"/>
                    <a:gd name="T37" fmla="*/ 63 h 406"/>
                    <a:gd name="T38" fmla="*/ 1 w 2869"/>
                    <a:gd name="T39" fmla="*/ 78 h 406"/>
                    <a:gd name="T40" fmla="*/ 1 w 2869"/>
                    <a:gd name="T41" fmla="*/ 78 h 406"/>
                    <a:gd name="T42" fmla="*/ 0 w 2869"/>
                    <a:gd name="T43" fmla="*/ 93 h 406"/>
                    <a:gd name="T44" fmla="*/ 3 w 2869"/>
                    <a:gd name="T45" fmla="*/ 107 h 406"/>
                    <a:gd name="T46" fmla="*/ 8 w 2869"/>
                    <a:gd name="T47" fmla="*/ 120 h 406"/>
                    <a:gd name="T48" fmla="*/ 16 w 2869"/>
                    <a:gd name="T49" fmla="*/ 134 h 406"/>
                    <a:gd name="T50" fmla="*/ 25 w 2869"/>
                    <a:gd name="T51" fmla="*/ 145 h 406"/>
                    <a:gd name="T52" fmla="*/ 37 w 2869"/>
                    <a:gd name="T53" fmla="*/ 155 h 406"/>
                    <a:gd name="T54" fmla="*/ 49 w 2869"/>
                    <a:gd name="T55" fmla="*/ 162 h 406"/>
                    <a:gd name="T56" fmla="*/ 63 w 2869"/>
                    <a:gd name="T57" fmla="*/ 167 h 406"/>
                    <a:gd name="T58" fmla="*/ 78 w 2869"/>
                    <a:gd name="T59" fmla="*/ 170 h 406"/>
                    <a:gd name="T60" fmla="*/ 2776 w 2869"/>
                    <a:gd name="T61" fmla="*/ 406 h 406"/>
                    <a:gd name="T62" fmla="*/ 2791 w 2869"/>
                    <a:gd name="T63" fmla="*/ 406 h 406"/>
                    <a:gd name="T64" fmla="*/ 2806 w 2869"/>
                    <a:gd name="T65" fmla="*/ 403 h 406"/>
                    <a:gd name="T66" fmla="*/ 2819 w 2869"/>
                    <a:gd name="T67" fmla="*/ 398 h 406"/>
                    <a:gd name="T68" fmla="*/ 2833 w 2869"/>
                    <a:gd name="T69" fmla="*/ 391 h 406"/>
                    <a:gd name="T70" fmla="*/ 2844 w 2869"/>
                    <a:gd name="T71" fmla="*/ 381 h 406"/>
                    <a:gd name="T72" fmla="*/ 2854 w 2869"/>
                    <a:gd name="T73" fmla="*/ 369 h 406"/>
                    <a:gd name="T74" fmla="*/ 2861 w 2869"/>
                    <a:gd name="T75" fmla="*/ 357 h 406"/>
                    <a:gd name="T76" fmla="*/ 2866 w 2869"/>
                    <a:gd name="T77" fmla="*/ 343 h 406"/>
                    <a:gd name="T78" fmla="*/ 2868 w 2869"/>
                    <a:gd name="T79" fmla="*/ 328 h 4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869" h="406">
                      <a:moveTo>
                        <a:pt x="2868" y="328"/>
                      </a:moveTo>
                      <a:lnTo>
                        <a:pt x="2869" y="313"/>
                      </a:lnTo>
                      <a:lnTo>
                        <a:pt x="2866" y="299"/>
                      </a:lnTo>
                      <a:lnTo>
                        <a:pt x="2861" y="286"/>
                      </a:lnTo>
                      <a:lnTo>
                        <a:pt x="2853" y="272"/>
                      </a:lnTo>
                      <a:lnTo>
                        <a:pt x="2844" y="261"/>
                      </a:lnTo>
                      <a:lnTo>
                        <a:pt x="2832" y="251"/>
                      </a:lnTo>
                      <a:lnTo>
                        <a:pt x="2820" y="244"/>
                      </a:lnTo>
                      <a:lnTo>
                        <a:pt x="2806" y="239"/>
                      </a:lnTo>
                      <a:lnTo>
                        <a:pt x="2791" y="236"/>
                      </a:lnTo>
                      <a:lnTo>
                        <a:pt x="93" y="0"/>
                      </a:lnTo>
                      <a:lnTo>
                        <a:pt x="78" y="0"/>
                      </a:lnTo>
                      <a:lnTo>
                        <a:pt x="63" y="3"/>
                      </a:lnTo>
                      <a:lnTo>
                        <a:pt x="50" y="8"/>
                      </a:lnTo>
                      <a:lnTo>
                        <a:pt x="36" y="15"/>
                      </a:lnTo>
                      <a:lnTo>
                        <a:pt x="25" y="24"/>
                      </a:lnTo>
                      <a:lnTo>
                        <a:pt x="15" y="37"/>
                      </a:lnTo>
                      <a:lnTo>
                        <a:pt x="8" y="49"/>
                      </a:lnTo>
                      <a:lnTo>
                        <a:pt x="3" y="63"/>
                      </a:lnTo>
                      <a:lnTo>
                        <a:pt x="1" y="78"/>
                      </a:lnTo>
                      <a:lnTo>
                        <a:pt x="0" y="93"/>
                      </a:lnTo>
                      <a:lnTo>
                        <a:pt x="3" y="107"/>
                      </a:lnTo>
                      <a:lnTo>
                        <a:pt x="8" y="120"/>
                      </a:lnTo>
                      <a:lnTo>
                        <a:pt x="16" y="134"/>
                      </a:lnTo>
                      <a:lnTo>
                        <a:pt x="25" y="145"/>
                      </a:lnTo>
                      <a:lnTo>
                        <a:pt x="37" y="155"/>
                      </a:lnTo>
                      <a:lnTo>
                        <a:pt x="49" y="162"/>
                      </a:lnTo>
                      <a:lnTo>
                        <a:pt x="63" y="167"/>
                      </a:lnTo>
                      <a:lnTo>
                        <a:pt x="78" y="170"/>
                      </a:lnTo>
                      <a:lnTo>
                        <a:pt x="2776" y="406"/>
                      </a:lnTo>
                      <a:lnTo>
                        <a:pt x="2791" y="406"/>
                      </a:lnTo>
                      <a:lnTo>
                        <a:pt x="2806" y="403"/>
                      </a:lnTo>
                      <a:lnTo>
                        <a:pt x="2819" y="398"/>
                      </a:lnTo>
                      <a:lnTo>
                        <a:pt x="2833" y="391"/>
                      </a:lnTo>
                      <a:lnTo>
                        <a:pt x="2844" y="381"/>
                      </a:lnTo>
                      <a:lnTo>
                        <a:pt x="2854" y="369"/>
                      </a:lnTo>
                      <a:lnTo>
                        <a:pt x="2861" y="357"/>
                      </a:lnTo>
                      <a:lnTo>
                        <a:pt x="2866" y="343"/>
                      </a:lnTo>
                      <a:lnTo>
                        <a:pt x="2868" y="328"/>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47" name="Freeform 137">
                  <a:extLst>
                    <a:ext uri="{FF2B5EF4-FFF2-40B4-BE49-F238E27FC236}">
                      <a16:creationId xmlns:a16="http://schemas.microsoft.com/office/drawing/2014/main" id="{372512BC-5A71-49D5-AE60-270FBA92ED63}"/>
                    </a:ext>
                  </a:extLst>
                </p:cNvPr>
                <p:cNvSpPr>
                  <a:spLocks noChangeAspect="1"/>
                </p:cNvSpPr>
                <p:nvPr/>
              </p:nvSpPr>
              <p:spPr bwMode="auto">
                <a:xfrm>
                  <a:off x="5648" y="3165"/>
                  <a:ext cx="176" cy="210"/>
                </a:xfrm>
                <a:custGeom>
                  <a:avLst/>
                  <a:gdLst>
                    <a:gd name="T0" fmla="*/ 79 w 176"/>
                    <a:gd name="T1" fmla="*/ 210 h 210"/>
                    <a:gd name="T2" fmla="*/ 94 w 176"/>
                    <a:gd name="T3" fmla="*/ 209 h 210"/>
                    <a:gd name="T4" fmla="*/ 109 w 176"/>
                    <a:gd name="T5" fmla="*/ 206 h 210"/>
                    <a:gd name="T6" fmla="*/ 124 w 176"/>
                    <a:gd name="T7" fmla="*/ 199 h 210"/>
                    <a:gd name="T8" fmla="*/ 138 w 176"/>
                    <a:gd name="T9" fmla="*/ 190 h 210"/>
                    <a:gd name="T10" fmla="*/ 149 w 176"/>
                    <a:gd name="T11" fmla="*/ 178 h 210"/>
                    <a:gd name="T12" fmla="*/ 159 w 176"/>
                    <a:gd name="T13" fmla="*/ 163 h 210"/>
                    <a:gd name="T14" fmla="*/ 168 w 176"/>
                    <a:gd name="T15" fmla="*/ 148 h 210"/>
                    <a:gd name="T16" fmla="*/ 173 w 176"/>
                    <a:gd name="T17" fmla="*/ 131 h 210"/>
                    <a:gd name="T18" fmla="*/ 176 w 176"/>
                    <a:gd name="T19" fmla="*/ 113 h 210"/>
                    <a:gd name="T20" fmla="*/ 176 w 176"/>
                    <a:gd name="T21" fmla="*/ 95 h 210"/>
                    <a:gd name="T22" fmla="*/ 174 w 176"/>
                    <a:gd name="T23" fmla="*/ 76 h 210"/>
                    <a:gd name="T24" fmla="*/ 168 w 176"/>
                    <a:gd name="T25" fmla="*/ 60 h 210"/>
                    <a:gd name="T26" fmla="*/ 161 w 176"/>
                    <a:gd name="T27" fmla="*/ 44 h 210"/>
                    <a:gd name="T28" fmla="*/ 152 w 176"/>
                    <a:gd name="T29" fmla="*/ 30 h 210"/>
                    <a:gd name="T30" fmla="*/ 140 w 176"/>
                    <a:gd name="T31" fmla="*/ 18 h 210"/>
                    <a:gd name="T32" fmla="*/ 127 w 176"/>
                    <a:gd name="T33" fmla="*/ 9 h 210"/>
                    <a:gd name="T34" fmla="*/ 112 w 176"/>
                    <a:gd name="T35" fmla="*/ 4 h 210"/>
                    <a:gd name="T36" fmla="*/ 97 w 176"/>
                    <a:gd name="T37" fmla="*/ 0 h 210"/>
                    <a:gd name="T38" fmla="*/ 82 w 176"/>
                    <a:gd name="T39" fmla="*/ 1 h 210"/>
                    <a:gd name="T40" fmla="*/ 67 w 176"/>
                    <a:gd name="T41" fmla="*/ 4 h 210"/>
                    <a:gd name="T42" fmla="*/ 52 w 176"/>
                    <a:gd name="T43" fmla="*/ 11 h 210"/>
                    <a:gd name="T44" fmla="*/ 38 w 176"/>
                    <a:gd name="T45" fmla="*/ 20 h 210"/>
                    <a:gd name="T46" fmla="*/ 27 w 176"/>
                    <a:gd name="T47" fmla="*/ 32 h 210"/>
                    <a:gd name="T48" fmla="*/ 17 w 176"/>
                    <a:gd name="T49" fmla="*/ 47 h 210"/>
                    <a:gd name="T50" fmla="*/ 8 w 176"/>
                    <a:gd name="T51" fmla="*/ 62 h 210"/>
                    <a:gd name="T52" fmla="*/ 3 w 176"/>
                    <a:gd name="T53" fmla="*/ 79 h 210"/>
                    <a:gd name="T54" fmla="*/ 0 w 176"/>
                    <a:gd name="T55" fmla="*/ 97 h 210"/>
                    <a:gd name="T56" fmla="*/ 0 w 176"/>
                    <a:gd name="T57" fmla="*/ 115 h 210"/>
                    <a:gd name="T58" fmla="*/ 2 w 176"/>
                    <a:gd name="T59" fmla="*/ 134 h 210"/>
                    <a:gd name="T60" fmla="*/ 8 w 176"/>
                    <a:gd name="T61" fmla="*/ 150 h 210"/>
                    <a:gd name="T62" fmla="*/ 15 w 176"/>
                    <a:gd name="T63" fmla="*/ 166 h 210"/>
                    <a:gd name="T64" fmla="*/ 24 w 176"/>
                    <a:gd name="T65" fmla="*/ 180 h 210"/>
                    <a:gd name="T66" fmla="*/ 36 w 176"/>
                    <a:gd name="T67" fmla="*/ 192 h 210"/>
                    <a:gd name="T68" fmla="*/ 49 w 176"/>
                    <a:gd name="T69" fmla="*/ 201 h 210"/>
                    <a:gd name="T70" fmla="*/ 64 w 176"/>
                    <a:gd name="T71" fmla="*/ 206 h 210"/>
                    <a:gd name="T72" fmla="*/ 79 w 176"/>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76" h="210">
                      <a:moveTo>
                        <a:pt x="79" y="210"/>
                      </a:moveTo>
                      <a:lnTo>
                        <a:pt x="94" y="209"/>
                      </a:lnTo>
                      <a:lnTo>
                        <a:pt x="109" y="206"/>
                      </a:lnTo>
                      <a:lnTo>
                        <a:pt x="124" y="199"/>
                      </a:lnTo>
                      <a:lnTo>
                        <a:pt x="138" y="190"/>
                      </a:lnTo>
                      <a:lnTo>
                        <a:pt x="149" y="178"/>
                      </a:lnTo>
                      <a:lnTo>
                        <a:pt x="159" y="163"/>
                      </a:lnTo>
                      <a:lnTo>
                        <a:pt x="168" y="148"/>
                      </a:lnTo>
                      <a:lnTo>
                        <a:pt x="173" y="131"/>
                      </a:lnTo>
                      <a:lnTo>
                        <a:pt x="176" y="113"/>
                      </a:lnTo>
                      <a:lnTo>
                        <a:pt x="176" y="95"/>
                      </a:lnTo>
                      <a:lnTo>
                        <a:pt x="174" y="76"/>
                      </a:lnTo>
                      <a:lnTo>
                        <a:pt x="168" y="60"/>
                      </a:lnTo>
                      <a:lnTo>
                        <a:pt x="161" y="44"/>
                      </a:lnTo>
                      <a:lnTo>
                        <a:pt x="152" y="30"/>
                      </a:lnTo>
                      <a:lnTo>
                        <a:pt x="140" y="18"/>
                      </a:lnTo>
                      <a:lnTo>
                        <a:pt x="127" y="9"/>
                      </a:lnTo>
                      <a:lnTo>
                        <a:pt x="112" y="4"/>
                      </a:lnTo>
                      <a:lnTo>
                        <a:pt x="97" y="0"/>
                      </a:lnTo>
                      <a:lnTo>
                        <a:pt x="82" y="1"/>
                      </a:lnTo>
                      <a:lnTo>
                        <a:pt x="67" y="4"/>
                      </a:lnTo>
                      <a:lnTo>
                        <a:pt x="52" y="11"/>
                      </a:lnTo>
                      <a:lnTo>
                        <a:pt x="38" y="20"/>
                      </a:lnTo>
                      <a:lnTo>
                        <a:pt x="27" y="32"/>
                      </a:lnTo>
                      <a:lnTo>
                        <a:pt x="17" y="47"/>
                      </a:lnTo>
                      <a:lnTo>
                        <a:pt x="8" y="62"/>
                      </a:lnTo>
                      <a:lnTo>
                        <a:pt x="3" y="79"/>
                      </a:lnTo>
                      <a:lnTo>
                        <a:pt x="0" y="97"/>
                      </a:lnTo>
                      <a:lnTo>
                        <a:pt x="0" y="115"/>
                      </a:lnTo>
                      <a:lnTo>
                        <a:pt x="2" y="134"/>
                      </a:lnTo>
                      <a:lnTo>
                        <a:pt x="8" y="150"/>
                      </a:lnTo>
                      <a:lnTo>
                        <a:pt x="15" y="166"/>
                      </a:lnTo>
                      <a:lnTo>
                        <a:pt x="24" y="180"/>
                      </a:lnTo>
                      <a:lnTo>
                        <a:pt x="36" y="192"/>
                      </a:lnTo>
                      <a:lnTo>
                        <a:pt x="49" y="201"/>
                      </a:lnTo>
                      <a:lnTo>
                        <a:pt x="64" y="206"/>
                      </a:lnTo>
                      <a:lnTo>
                        <a:pt x="79" y="210"/>
                      </a:lnTo>
                      <a:close/>
                    </a:path>
                  </a:pathLst>
                </a:custGeom>
                <a:solidFill>
                  <a:srgbClr val="FFFFFF"/>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8948" name="Group 138">
                  <a:extLst>
                    <a:ext uri="{FF2B5EF4-FFF2-40B4-BE49-F238E27FC236}">
                      <a16:creationId xmlns:a16="http://schemas.microsoft.com/office/drawing/2014/main" id="{DAC9AD64-6603-4E32-8075-C51814227E4B}"/>
                    </a:ext>
                  </a:extLst>
                </p:cNvPr>
                <p:cNvGrpSpPr>
                  <a:grpSpLocks noChangeAspect="1"/>
                </p:cNvGrpSpPr>
                <p:nvPr/>
              </p:nvGrpSpPr>
              <p:grpSpPr bwMode="auto">
                <a:xfrm>
                  <a:off x="2722" y="3039"/>
                  <a:ext cx="969" cy="424"/>
                  <a:chOff x="2722" y="3039"/>
                  <a:chExt cx="969" cy="424"/>
                </a:xfrm>
              </p:grpSpPr>
              <p:sp>
                <p:nvSpPr>
                  <p:cNvPr id="38954" name="Freeform 139">
                    <a:extLst>
                      <a:ext uri="{FF2B5EF4-FFF2-40B4-BE49-F238E27FC236}">
                        <a16:creationId xmlns:a16="http://schemas.microsoft.com/office/drawing/2014/main" id="{598292D0-B03B-4349-A0B2-3A912647CD9C}"/>
                      </a:ext>
                    </a:extLst>
                  </p:cNvPr>
                  <p:cNvSpPr>
                    <a:spLocks noChangeAspect="1"/>
                  </p:cNvSpPr>
                  <p:nvPr/>
                </p:nvSpPr>
                <p:spPr bwMode="auto">
                  <a:xfrm>
                    <a:off x="2722" y="3039"/>
                    <a:ext cx="182" cy="312"/>
                  </a:xfrm>
                  <a:custGeom>
                    <a:avLst/>
                    <a:gdLst>
                      <a:gd name="T0" fmla="*/ 182 w 182"/>
                      <a:gd name="T1" fmla="*/ 13 h 312"/>
                      <a:gd name="T2" fmla="*/ 26 w 182"/>
                      <a:gd name="T3" fmla="*/ 0 h 312"/>
                      <a:gd name="T4" fmla="*/ 0 w 182"/>
                      <a:gd name="T5" fmla="*/ 299 h 312"/>
                      <a:gd name="T6" fmla="*/ 156 w 182"/>
                      <a:gd name="T7" fmla="*/ 312 h 312"/>
                      <a:gd name="T8" fmla="*/ 182 w 182"/>
                      <a:gd name="T9" fmla="*/ 13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2">
                        <a:moveTo>
                          <a:pt x="182" y="13"/>
                        </a:moveTo>
                        <a:lnTo>
                          <a:pt x="26" y="0"/>
                        </a:lnTo>
                        <a:lnTo>
                          <a:pt x="0" y="299"/>
                        </a:lnTo>
                        <a:lnTo>
                          <a:pt x="156" y="312"/>
                        </a:lnTo>
                        <a:lnTo>
                          <a:pt x="182" y="13"/>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55" name="Freeform 140">
                    <a:extLst>
                      <a:ext uri="{FF2B5EF4-FFF2-40B4-BE49-F238E27FC236}">
                        <a16:creationId xmlns:a16="http://schemas.microsoft.com/office/drawing/2014/main" id="{A60ACB73-753E-474E-B779-C9BD07743E27}"/>
                      </a:ext>
                    </a:extLst>
                  </p:cNvPr>
                  <p:cNvSpPr>
                    <a:spLocks noChangeAspect="1"/>
                  </p:cNvSpPr>
                  <p:nvPr/>
                </p:nvSpPr>
                <p:spPr bwMode="auto">
                  <a:xfrm>
                    <a:off x="3034" y="3078"/>
                    <a:ext cx="194" cy="229"/>
                  </a:xfrm>
                  <a:custGeom>
                    <a:avLst/>
                    <a:gdLst>
                      <a:gd name="T0" fmla="*/ 194 w 194"/>
                      <a:gd name="T1" fmla="*/ 15 h 229"/>
                      <a:gd name="T2" fmla="*/ 19 w 194"/>
                      <a:gd name="T3" fmla="*/ 0 h 229"/>
                      <a:gd name="T4" fmla="*/ 0 w 194"/>
                      <a:gd name="T5" fmla="*/ 214 h 229"/>
                      <a:gd name="T6" fmla="*/ 175 w 194"/>
                      <a:gd name="T7" fmla="*/ 229 h 229"/>
                      <a:gd name="T8" fmla="*/ 194 w 194"/>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229">
                        <a:moveTo>
                          <a:pt x="194" y="15"/>
                        </a:moveTo>
                        <a:lnTo>
                          <a:pt x="19" y="0"/>
                        </a:lnTo>
                        <a:lnTo>
                          <a:pt x="0" y="214"/>
                        </a:lnTo>
                        <a:lnTo>
                          <a:pt x="175" y="229"/>
                        </a:lnTo>
                        <a:lnTo>
                          <a:pt x="194" y="15"/>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56" name="Freeform 141">
                    <a:extLst>
                      <a:ext uri="{FF2B5EF4-FFF2-40B4-BE49-F238E27FC236}">
                        <a16:creationId xmlns:a16="http://schemas.microsoft.com/office/drawing/2014/main" id="{C9CC610B-1D80-42D5-87F9-5435AE92A262}"/>
                      </a:ext>
                    </a:extLst>
                  </p:cNvPr>
                  <p:cNvSpPr>
                    <a:spLocks noChangeAspect="1"/>
                  </p:cNvSpPr>
                  <p:nvPr/>
                </p:nvSpPr>
                <p:spPr bwMode="auto">
                  <a:xfrm>
                    <a:off x="3335" y="3110"/>
                    <a:ext cx="197" cy="353"/>
                  </a:xfrm>
                  <a:custGeom>
                    <a:avLst/>
                    <a:gdLst>
                      <a:gd name="T0" fmla="*/ 197 w 197"/>
                      <a:gd name="T1" fmla="*/ 15 h 353"/>
                      <a:gd name="T2" fmla="*/ 29 w 197"/>
                      <a:gd name="T3" fmla="*/ 0 h 353"/>
                      <a:gd name="T4" fmla="*/ 0 w 197"/>
                      <a:gd name="T5" fmla="*/ 338 h 353"/>
                      <a:gd name="T6" fmla="*/ 168 w 197"/>
                      <a:gd name="T7" fmla="*/ 353 h 353"/>
                      <a:gd name="T8" fmla="*/ 197 w 197"/>
                      <a:gd name="T9" fmla="*/ 15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353">
                        <a:moveTo>
                          <a:pt x="197" y="15"/>
                        </a:moveTo>
                        <a:lnTo>
                          <a:pt x="29" y="0"/>
                        </a:lnTo>
                        <a:lnTo>
                          <a:pt x="0" y="338"/>
                        </a:lnTo>
                        <a:lnTo>
                          <a:pt x="168" y="353"/>
                        </a:lnTo>
                        <a:lnTo>
                          <a:pt x="197" y="15"/>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57" name="Freeform 142">
                    <a:extLst>
                      <a:ext uri="{FF2B5EF4-FFF2-40B4-BE49-F238E27FC236}">
                        <a16:creationId xmlns:a16="http://schemas.microsoft.com/office/drawing/2014/main" id="{4905A0D3-261C-4B87-BB15-756EC43C3BF9}"/>
                      </a:ext>
                    </a:extLst>
                  </p:cNvPr>
                  <p:cNvSpPr>
                    <a:spLocks noChangeAspect="1"/>
                  </p:cNvSpPr>
                  <p:nvPr/>
                </p:nvSpPr>
                <p:spPr bwMode="auto">
                  <a:xfrm>
                    <a:off x="3504" y="3129"/>
                    <a:ext cx="187" cy="212"/>
                  </a:xfrm>
                  <a:custGeom>
                    <a:avLst/>
                    <a:gdLst>
                      <a:gd name="T0" fmla="*/ 187 w 187"/>
                      <a:gd name="T1" fmla="*/ 15 h 212"/>
                      <a:gd name="T2" fmla="*/ 17 w 187"/>
                      <a:gd name="T3" fmla="*/ 0 h 212"/>
                      <a:gd name="T4" fmla="*/ 0 w 187"/>
                      <a:gd name="T5" fmla="*/ 197 h 212"/>
                      <a:gd name="T6" fmla="*/ 170 w 187"/>
                      <a:gd name="T7" fmla="*/ 212 h 212"/>
                      <a:gd name="T8" fmla="*/ 187 w 187"/>
                      <a:gd name="T9" fmla="*/ 15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12">
                        <a:moveTo>
                          <a:pt x="187" y="15"/>
                        </a:moveTo>
                        <a:lnTo>
                          <a:pt x="17" y="0"/>
                        </a:lnTo>
                        <a:lnTo>
                          <a:pt x="0" y="197"/>
                        </a:lnTo>
                        <a:lnTo>
                          <a:pt x="170" y="212"/>
                        </a:lnTo>
                        <a:lnTo>
                          <a:pt x="187" y="15"/>
                        </a:lnTo>
                        <a:close/>
                      </a:path>
                    </a:pathLst>
                  </a:custGeom>
                  <a:solidFill>
                    <a:srgbClr val="CC99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8949" name="Group 143">
                  <a:extLst>
                    <a:ext uri="{FF2B5EF4-FFF2-40B4-BE49-F238E27FC236}">
                      <a16:creationId xmlns:a16="http://schemas.microsoft.com/office/drawing/2014/main" id="{504F3530-4D3B-48C9-9382-3C7B735F032C}"/>
                    </a:ext>
                  </a:extLst>
                </p:cNvPr>
                <p:cNvGrpSpPr>
                  <a:grpSpLocks noChangeAspect="1"/>
                </p:cNvGrpSpPr>
                <p:nvPr/>
              </p:nvGrpSpPr>
              <p:grpSpPr bwMode="auto">
                <a:xfrm>
                  <a:off x="2683" y="2991"/>
                  <a:ext cx="968" cy="430"/>
                  <a:chOff x="2683" y="2991"/>
                  <a:chExt cx="968" cy="430"/>
                </a:xfrm>
              </p:grpSpPr>
              <p:sp>
                <p:nvSpPr>
                  <p:cNvPr id="38950" name="Freeform 144">
                    <a:extLst>
                      <a:ext uri="{FF2B5EF4-FFF2-40B4-BE49-F238E27FC236}">
                        <a16:creationId xmlns:a16="http://schemas.microsoft.com/office/drawing/2014/main" id="{6720FC1C-3C10-41AC-975E-6C9471881F2D}"/>
                      </a:ext>
                    </a:extLst>
                  </p:cNvPr>
                  <p:cNvSpPr>
                    <a:spLocks noChangeAspect="1"/>
                  </p:cNvSpPr>
                  <p:nvPr/>
                </p:nvSpPr>
                <p:spPr bwMode="auto">
                  <a:xfrm>
                    <a:off x="2683" y="2991"/>
                    <a:ext cx="193" cy="322"/>
                  </a:xfrm>
                  <a:custGeom>
                    <a:avLst/>
                    <a:gdLst>
                      <a:gd name="T0" fmla="*/ 193 w 193"/>
                      <a:gd name="T1" fmla="*/ 15 h 322"/>
                      <a:gd name="T2" fmla="*/ 27 w 193"/>
                      <a:gd name="T3" fmla="*/ 0 h 322"/>
                      <a:gd name="T4" fmla="*/ 0 w 193"/>
                      <a:gd name="T5" fmla="*/ 307 h 322"/>
                      <a:gd name="T6" fmla="*/ 166 w 193"/>
                      <a:gd name="T7" fmla="*/ 322 h 322"/>
                      <a:gd name="T8" fmla="*/ 193 w 193"/>
                      <a:gd name="T9" fmla="*/ 15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322">
                        <a:moveTo>
                          <a:pt x="193" y="15"/>
                        </a:moveTo>
                        <a:lnTo>
                          <a:pt x="27" y="0"/>
                        </a:lnTo>
                        <a:lnTo>
                          <a:pt x="0" y="307"/>
                        </a:lnTo>
                        <a:lnTo>
                          <a:pt x="166" y="322"/>
                        </a:lnTo>
                        <a:lnTo>
                          <a:pt x="193" y="15"/>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51" name="Freeform 145">
                    <a:extLst>
                      <a:ext uri="{FF2B5EF4-FFF2-40B4-BE49-F238E27FC236}">
                        <a16:creationId xmlns:a16="http://schemas.microsoft.com/office/drawing/2014/main" id="{1DB1DCC2-DAAD-41C0-97DF-34132C7FC72F}"/>
                      </a:ext>
                    </a:extLst>
                  </p:cNvPr>
                  <p:cNvSpPr>
                    <a:spLocks noChangeAspect="1"/>
                  </p:cNvSpPr>
                  <p:nvPr/>
                </p:nvSpPr>
                <p:spPr bwMode="auto">
                  <a:xfrm>
                    <a:off x="3010" y="3037"/>
                    <a:ext cx="187" cy="229"/>
                  </a:xfrm>
                  <a:custGeom>
                    <a:avLst/>
                    <a:gdLst>
                      <a:gd name="T0" fmla="*/ 187 w 187"/>
                      <a:gd name="T1" fmla="*/ 15 h 229"/>
                      <a:gd name="T2" fmla="*/ 19 w 187"/>
                      <a:gd name="T3" fmla="*/ 0 h 229"/>
                      <a:gd name="T4" fmla="*/ 0 w 187"/>
                      <a:gd name="T5" fmla="*/ 214 h 229"/>
                      <a:gd name="T6" fmla="*/ 168 w 187"/>
                      <a:gd name="T7" fmla="*/ 229 h 229"/>
                      <a:gd name="T8" fmla="*/ 187 w 187"/>
                      <a:gd name="T9" fmla="*/ 15 h 2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229">
                        <a:moveTo>
                          <a:pt x="187" y="15"/>
                        </a:moveTo>
                        <a:lnTo>
                          <a:pt x="19" y="0"/>
                        </a:lnTo>
                        <a:lnTo>
                          <a:pt x="0" y="214"/>
                        </a:lnTo>
                        <a:lnTo>
                          <a:pt x="168" y="229"/>
                        </a:lnTo>
                        <a:lnTo>
                          <a:pt x="187" y="15"/>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52" name="Freeform 146">
                    <a:extLst>
                      <a:ext uri="{FF2B5EF4-FFF2-40B4-BE49-F238E27FC236}">
                        <a16:creationId xmlns:a16="http://schemas.microsoft.com/office/drawing/2014/main" id="{FF5F51C3-8812-4F3D-9A02-B446A1F5D232}"/>
                      </a:ext>
                    </a:extLst>
                  </p:cNvPr>
                  <p:cNvSpPr>
                    <a:spLocks noChangeAspect="1"/>
                  </p:cNvSpPr>
                  <p:nvPr/>
                </p:nvSpPr>
                <p:spPr bwMode="auto">
                  <a:xfrm>
                    <a:off x="3310" y="3074"/>
                    <a:ext cx="185" cy="347"/>
                  </a:xfrm>
                  <a:custGeom>
                    <a:avLst/>
                    <a:gdLst>
                      <a:gd name="T0" fmla="*/ 185 w 185"/>
                      <a:gd name="T1" fmla="*/ 13 h 347"/>
                      <a:gd name="T2" fmla="*/ 29 w 185"/>
                      <a:gd name="T3" fmla="*/ 0 h 347"/>
                      <a:gd name="T4" fmla="*/ 0 w 185"/>
                      <a:gd name="T5" fmla="*/ 333 h 347"/>
                      <a:gd name="T6" fmla="*/ 156 w 185"/>
                      <a:gd name="T7" fmla="*/ 347 h 347"/>
                      <a:gd name="T8" fmla="*/ 185 w 185"/>
                      <a:gd name="T9" fmla="*/ 13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347">
                        <a:moveTo>
                          <a:pt x="185" y="13"/>
                        </a:moveTo>
                        <a:lnTo>
                          <a:pt x="29" y="0"/>
                        </a:lnTo>
                        <a:lnTo>
                          <a:pt x="0" y="333"/>
                        </a:lnTo>
                        <a:lnTo>
                          <a:pt x="156" y="347"/>
                        </a:lnTo>
                        <a:lnTo>
                          <a:pt x="185" y="13"/>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53" name="Freeform 147">
                    <a:extLst>
                      <a:ext uri="{FF2B5EF4-FFF2-40B4-BE49-F238E27FC236}">
                        <a16:creationId xmlns:a16="http://schemas.microsoft.com/office/drawing/2014/main" id="{2AECB055-3176-44E5-86C3-E38BDB456547}"/>
                      </a:ext>
                    </a:extLst>
                  </p:cNvPr>
                  <p:cNvSpPr>
                    <a:spLocks noChangeAspect="1"/>
                  </p:cNvSpPr>
                  <p:nvPr/>
                </p:nvSpPr>
                <p:spPr bwMode="auto">
                  <a:xfrm>
                    <a:off x="3472" y="3082"/>
                    <a:ext cx="179" cy="223"/>
                  </a:xfrm>
                  <a:custGeom>
                    <a:avLst/>
                    <a:gdLst>
                      <a:gd name="T0" fmla="*/ 179 w 179"/>
                      <a:gd name="T1" fmla="*/ 14 h 223"/>
                      <a:gd name="T2" fmla="*/ 18 w 179"/>
                      <a:gd name="T3" fmla="*/ 0 h 223"/>
                      <a:gd name="T4" fmla="*/ 0 w 179"/>
                      <a:gd name="T5" fmla="*/ 209 h 223"/>
                      <a:gd name="T6" fmla="*/ 161 w 179"/>
                      <a:gd name="T7" fmla="*/ 223 h 223"/>
                      <a:gd name="T8" fmla="*/ 179 w 179"/>
                      <a:gd name="T9" fmla="*/ 14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223">
                        <a:moveTo>
                          <a:pt x="179" y="14"/>
                        </a:moveTo>
                        <a:lnTo>
                          <a:pt x="18" y="0"/>
                        </a:lnTo>
                        <a:lnTo>
                          <a:pt x="0" y="209"/>
                        </a:lnTo>
                        <a:lnTo>
                          <a:pt x="161" y="223"/>
                        </a:lnTo>
                        <a:lnTo>
                          <a:pt x="179" y="14"/>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grpSp>
            <p:nvGrpSpPr>
              <p:cNvPr id="38939" name="Group 148">
                <a:extLst>
                  <a:ext uri="{FF2B5EF4-FFF2-40B4-BE49-F238E27FC236}">
                    <a16:creationId xmlns:a16="http://schemas.microsoft.com/office/drawing/2014/main" id="{B124038E-072B-43E5-90E0-DEFFA528E136}"/>
                  </a:ext>
                </a:extLst>
              </p:cNvPr>
              <p:cNvGrpSpPr>
                <a:grpSpLocks noChangeAspect="1"/>
              </p:cNvGrpSpPr>
              <p:nvPr/>
            </p:nvGrpSpPr>
            <p:grpSpPr bwMode="auto">
              <a:xfrm>
                <a:off x="912" y="3408"/>
                <a:ext cx="288" cy="336"/>
                <a:chOff x="4320" y="3128"/>
                <a:chExt cx="415" cy="424"/>
              </a:xfrm>
            </p:grpSpPr>
            <p:sp>
              <p:nvSpPr>
                <p:cNvPr id="38940" name="Freeform 149">
                  <a:extLst>
                    <a:ext uri="{FF2B5EF4-FFF2-40B4-BE49-F238E27FC236}">
                      <a16:creationId xmlns:a16="http://schemas.microsoft.com/office/drawing/2014/main" id="{9E173C0F-014D-416B-9066-58C3C349DBF6}"/>
                    </a:ext>
                  </a:extLst>
                </p:cNvPr>
                <p:cNvSpPr>
                  <a:spLocks noChangeAspect="1"/>
                </p:cNvSpPr>
                <p:nvPr/>
              </p:nvSpPr>
              <p:spPr bwMode="auto">
                <a:xfrm>
                  <a:off x="4322" y="3291"/>
                  <a:ext cx="413" cy="261"/>
                </a:xfrm>
                <a:custGeom>
                  <a:avLst/>
                  <a:gdLst>
                    <a:gd name="T0" fmla="*/ 0 w 1650"/>
                    <a:gd name="T1" fmla="*/ 0 h 1045"/>
                    <a:gd name="T2" fmla="*/ 0 w 1650"/>
                    <a:gd name="T3" fmla="*/ 215 h 1045"/>
                    <a:gd name="T4" fmla="*/ 4 w 1650"/>
                    <a:gd name="T5" fmla="*/ 225 h 1045"/>
                    <a:gd name="T6" fmla="*/ 12 w 1650"/>
                    <a:gd name="T7" fmla="*/ 231 h 1045"/>
                    <a:gd name="T8" fmla="*/ 26 w 1650"/>
                    <a:gd name="T9" fmla="*/ 237 h 1045"/>
                    <a:gd name="T10" fmla="*/ 45 w 1650"/>
                    <a:gd name="T11" fmla="*/ 244 h 1045"/>
                    <a:gd name="T12" fmla="*/ 67 w 1650"/>
                    <a:gd name="T13" fmla="*/ 250 h 1045"/>
                    <a:gd name="T14" fmla="*/ 100 w 1650"/>
                    <a:gd name="T15" fmla="*/ 255 h 1045"/>
                    <a:gd name="T16" fmla="*/ 128 w 1650"/>
                    <a:gd name="T17" fmla="*/ 257 h 1045"/>
                    <a:gd name="T18" fmla="*/ 157 w 1650"/>
                    <a:gd name="T19" fmla="*/ 261 h 1045"/>
                    <a:gd name="T20" fmla="*/ 186 w 1650"/>
                    <a:gd name="T21" fmla="*/ 261 h 1045"/>
                    <a:gd name="T22" fmla="*/ 224 w 1650"/>
                    <a:gd name="T23" fmla="*/ 261 h 1045"/>
                    <a:gd name="T24" fmla="*/ 248 w 1650"/>
                    <a:gd name="T25" fmla="*/ 261 h 1045"/>
                    <a:gd name="T26" fmla="*/ 270 w 1650"/>
                    <a:gd name="T27" fmla="*/ 259 h 1045"/>
                    <a:gd name="T28" fmla="*/ 291 w 1650"/>
                    <a:gd name="T29" fmla="*/ 257 h 1045"/>
                    <a:gd name="T30" fmla="*/ 320 w 1650"/>
                    <a:gd name="T31" fmla="*/ 254 h 1045"/>
                    <a:gd name="T32" fmla="*/ 348 w 1650"/>
                    <a:gd name="T33" fmla="*/ 250 h 1045"/>
                    <a:gd name="T34" fmla="*/ 368 w 1650"/>
                    <a:gd name="T35" fmla="*/ 244 h 1045"/>
                    <a:gd name="T36" fmla="*/ 382 w 1650"/>
                    <a:gd name="T37" fmla="*/ 240 h 1045"/>
                    <a:gd name="T38" fmla="*/ 396 w 1650"/>
                    <a:gd name="T39" fmla="*/ 234 h 1045"/>
                    <a:gd name="T40" fmla="*/ 405 w 1650"/>
                    <a:gd name="T41" fmla="*/ 227 h 1045"/>
                    <a:gd name="T42" fmla="*/ 412 w 1650"/>
                    <a:gd name="T43" fmla="*/ 220 h 1045"/>
                    <a:gd name="T44" fmla="*/ 413 w 1650"/>
                    <a:gd name="T45" fmla="*/ 213 h 1045"/>
                    <a:gd name="T46" fmla="*/ 413 w 1650"/>
                    <a:gd name="T47" fmla="*/ 0 h 1045"/>
                    <a:gd name="T48" fmla="*/ 0 w 1650"/>
                    <a:gd name="T49" fmla="*/ 0 h 10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0" h="1045">
                      <a:moveTo>
                        <a:pt x="0" y="2"/>
                      </a:moveTo>
                      <a:lnTo>
                        <a:pt x="0" y="861"/>
                      </a:lnTo>
                      <a:lnTo>
                        <a:pt x="17" y="902"/>
                      </a:lnTo>
                      <a:lnTo>
                        <a:pt x="46" y="924"/>
                      </a:lnTo>
                      <a:lnTo>
                        <a:pt x="103" y="950"/>
                      </a:lnTo>
                      <a:lnTo>
                        <a:pt x="178" y="977"/>
                      </a:lnTo>
                      <a:lnTo>
                        <a:pt x="269" y="1001"/>
                      </a:lnTo>
                      <a:lnTo>
                        <a:pt x="401" y="1021"/>
                      </a:lnTo>
                      <a:lnTo>
                        <a:pt x="512" y="1030"/>
                      </a:lnTo>
                      <a:lnTo>
                        <a:pt x="627" y="1043"/>
                      </a:lnTo>
                      <a:lnTo>
                        <a:pt x="745" y="1045"/>
                      </a:lnTo>
                      <a:lnTo>
                        <a:pt x="894" y="1045"/>
                      </a:lnTo>
                      <a:lnTo>
                        <a:pt x="990" y="1043"/>
                      </a:lnTo>
                      <a:lnTo>
                        <a:pt x="1078" y="1038"/>
                      </a:lnTo>
                      <a:lnTo>
                        <a:pt x="1162" y="1030"/>
                      </a:lnTo>
                      <a:lnTo>
                        <a:pt x="1280" y="1016"/>
                      </a:lnTo>
                      <a:lnTo>
                        <a:pt x="1389" y="999"/>
                      </a:lnTo>
                      <a:lnTo>
                        <a:pt x="1471" y="977"/>
                      </a:lnTo>
                      <a:lnTo>
                        <a:pt x="1525" y="962"/>
                      </a:lnTo>
                      <a:lnTo>
                        <a:pt x="1583" y="935"/>
                      </a:lnTo>
                      <a:lnTo>
                        <a:pt x="1620" y="910"/>
                      </a:lnTo>
                      <a:lnTo>
                        <a:pt x="1645" y="880"/>
                      </a:lnTo>
                      <a:lnTo>
                        <a:pt x="1650" y="854"/>
                      </a:lnTo>
                      <a:lnTo>
                        <a:pt x="1650" y="0"/>
                      </a:lnTo>
                      <a:lnTo>
                        <a:pt x="0" y="2"/>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41" name="Oval 150">
                  <a:extLst>
                    <a:ext uri="{FF2B5EF4-FFF2-40B4-BE49-F238E27FC236}">
                      <a16:creationId xmlns:a16="http://schemas.microsoft.com/office/drawing/2014/main" id="{D62143C7-B174-4EDB-B9AA-D156CE178154}"/>
                    </a:ext>
                  </a:extLst>
                </p:cNvPr>
                <p:cNvSpPr>
                  <a:spLocks noChangeAspect="1" noChangeArrowheads="1"/>
                </p:cNvSpPr>
                <p:nvPr/>
              </p:nvSpPr>
              <p:spPr bwMode="auto">
                <a:xfrm>
                  <a:off x="4320" y="3245"/>
                  <a:ext cx="411" cy="96"/>
                </a:xfrm>
                <a:prstGeom prst="ellipse">
                  <a:avLst/>
                </a:prstGeom>
                <a:solidFill>
                  <a:srgbClr val="FFB233"/>
                </a:solidFill>
                <a:ln>
                  <a:noFill/>
                </a:ln>
                <a:extLst>
                  <a:ext uri="{91240B29-F687-4F45-9708-019B960494DF}">
                    <a14:hiddenLine xmlns:a14="http://schemas.microsoft.com/office/drawing/2010/main" w="6350">
                      <a:solidFill>
                        <a:srgbClr val="000000"/>
                      </a:solidFill>
                      <a:round/>
                      <a:headEnd/>
                      <a:tailEnd/>
                    </a14:hiddenLine>
                  </a:ext>
                </a:extLst>
              </p:spPr>
              <p:txBody>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42" name="Freeform 151">
                  <a:extLst>
                    <a:ext uri="{FF2B5EF4-FFF2-40B4-BE49-F238E27FC236}">
                      <a16:creationId xmlns:a16="http://schemas.microsoft.com/office/drawing/2014/main" id="{278C8854-DBDA-4494-90FB-B63C365C303C}"/>
                    </a:ext>
                  </a:extLst>
                </p:cNvPr>
                <p:cNvSpPr>
                  <a:spLocks noChangeAspect="1"/>
                </p:cNvSpPr>
                <p:nvPr/>
              </p:nvSpPr>
              <p:spPr bwMode="auto">
                <a:xfrm>
                  <a:off x="4504" y="3377"/>
                  <a:ext cx="50" cy="122"/>
                </a:xfrm>
                <a:custGeom>
                  <a:avLst/>
                  <a:gdLst>
                    <a:gd name="T0" fmla="*/ 9 w 201"/>
                    <a:gd name="T1" fmla="*/ 49 h 488"/>
                    <a:gd name="T2" fmla="*/ 1 w 201"/>
                    <a:gd name="T3" fmla="*/ 43 h 488"/>
                    <a:gd name="T4" fmla="*/ 0 w 201"/>
                    <a:gd name="T5" fmla="*/ 34 h 488"/>
                    <a:gd name="T6" fmla="*/ 0 w 201"/>
                    <a:gd name="T7" fmla="*/ 22 h 488"/>
                    <a:gd name="T8" fmla="*/ 7 w 201"/>
                    <a:gd name="T9" fmla="*/ 7 h 488"/>
                    <a:gd name="T10" fmla="*/ 17 w 201"/>
                    <a:gd name="T11" fmla="*/ 0 h 488"/>
                    <a:gd name="T12" fmla="*/ 31 w 201"/>
                    <a:gd name="T13" fmla="*/ 0 h 488"/>
                    <a:gd name="T14" fmla="*/ 43 w 201"/>
                    <a:gd name="T15" fmla="*/ 7 h 488"/>
                    <a:gd name="T16" fmla="*/ 48 w 201"/>
                    <a:gd name="T17" fmla="*/ 22 h 488"/>
                    <a:gd name="T18" fmla="*/ 45 w 201"/>
                    <a:gd name="T19" fmla="*/ 40 h 488"/>
                    <a:gd name="T20" fmla="*/ 39 w 201"/>
                    <a:gd name="T21" fmla="*/ 49 h 488"/>
                    <a:gd name="T22" fmla="*/ 29 w 201"/>
                    <a:gd name="T23" fmla="*/ 53 h 488"/>
                    <a:gd name="T24" fmla="*/ 50 w 201"/>
                    <a:gd name="T25" fmla="*/ 122 h 488"/>
                    <a:gd name="T26" fmla="*/ 0 w 201"/>
                    <a:gd name="T27" fmla="*/ 122 h 488"/>
                    <a:gd name="T28" fmla="*/ 16 w 201"/>
                    <a:gd name="T29" fmla="*/ 52 h 488"/>
                    <a:gd name="T30" fmla="*/ 9 w 201"/>
                    <a:gd name="T31" fmla="*/ 49 h 4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1" h="488">
                      <a:moveTo>
                        <a:pt x="38" y="194"/>
                      </a:moveTo>
                      <a:lnTo>
                        <a:pt x="3" y="170"/>
                      </a:lnTo>
                      <a:lnTo>
                        <a:pt x="0" y="134"/>
                      </a:lnTo>
                      <a:lnTo>
                        <a:pt x="0" y="88"/>
                      </a:lnTo>
                      <a:lnTo>
                        <a:pt x="28" y="28"/>
                      </a:lnTo>
                      <a:lnTo>
                        <a:pt x="69" y="0"/>
                      </a:lnTo>
                      <a:lnTo>
                        <a:pt x="124" y="0"/>
                      </a:lnTo>
                      <a:lnTo>
                        <a:pt x="172" y="28"/>
                      </a:lnTo>
                      <a:lnTo>
                        <a:pt x="191" y="88"/>
                      </a:lnTo>
                      <a:lnTo>
                        <a:pt x="182" y="158"/>
                      </a:lnTo>
                      <a:lnTo>
                        <a:pt x="156" y="194"/>
                      </a:lnTo>
                      <a:lnTo>
                        <a:pt x="115" y="210"/>
                      </a:lnTo>
                      <a:lnTo>
                        <a:pt x="201" y="488"/>
                      </a:lnTo>
                      <a:lnTo>
                        <a:pt x="0" y="488"/>
                      </a:lnTo>
                      <a:lnTo>
                        <a:pt x="66" y="206"/>
                      </a:lnTo>
                      <a:lnTo>
                        <a:pt x="38" y="194"/>
                      </a:lnTo>
                      <a:close/>
                    </a:path>
                  </a:pathLst>
                </a:custGeom>
                <a:solidFill>
                  <a:srgbClr val="000000"/>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43" name="Freeform 152">
                  <a:extLst>
                    <a:ext uri="{FF2B5EF4-FFF2-40B4-BE49-F238E27FC236}">
                      <a16:creationId xmlns:a16="http://schemas.microsoft.com/office/drawing/2014/main" id="{F5ACC027-C9BB-4536-909D-64B0880E9411}"/>
                    </a:ext>
                  </a:extLst>
                </p:cNvPr>
                <p:cNvSpPr>
                  <a:spLocks noChangeAspect="1"/>
                </p:cNvSpPr>
                <p:nvPr/>
              </p:nvSpPr>
              <p:spPr bwMode="auto">
                <a:xfrm>
                  <a:off x="4387" y="3128"/>
                  <a:ext cx="293" cy="169"/>
                </a:xfrm>
                <a:custGeom>
                  <a:avLst/>
                  <a:gdLst>
                    <a:gd name="T0" fmla="*/ 0 w 1171"/>
                    <a:gd name="T1" fmla="*/ 158 h 673"/>
                    <a:gd name="T2" fmla="*/ 0 w 1171"/>
                    <a:gd name="T3" fmla="*/ 135 h 673"/>
                    <a:gd name="T4" fmla="*/ 4 w 1171"/>
                    <a:gd name="T5" fmla="*/ 112 h 673"/>
                    <a:gd name="T6" fmla="*/ 10 w 1171"/>
                    <a:gd name="T7" fmla="*/ 90 h 673"/>
                    <a:gd name="T8" fmla="*/ 18 w 1171"/>
                    <a:gd name="T9" fmla="*/ 73 h 673"/>
                    <a:gd name="T10" fmla="*/ 30 w 1171"/>
                    <a:gd name="T11" fmla="*/ 57 h 673"/>
                    <a:gd name="T12" fmla="*/ 39 w 1171"/>
                    <a:gd name="T13" fmla="*/ 46 h 673"/>
                    <a:gd name="T14" fmla="*/ 54 w 1171"/>
                    <a:gd name="T15" fmla="*/ 32 h 673"/>
                    <a:gd name="T16" fmla="*/ 65 w 1171"/>
                    <a:gd name="T17" fmla="*/ 25 h 673"/>
                    <a:gd name="T18" fmla="*/ 82 w 1171"/>
                    <a:gd name="T19" fmla="*/ 14 h 673"/>
                    <a:gd name="T20" fmla="*/ 100 w 1171"/>
                    <a:gd name="T21" fmla="*/ 7 h 673"/>
                    <a:gd name="T22" fmla="*/ 124 w 1171"/>
                    <a:gd name="T23" fmla="*/ 1 h 673"/>
                    <a:gd name="T24" fmla="*/ 146 w 1171"/>
                    <a:gd name="T25" fmla="*/ 0 h 673"/>
                    <a:gd name="T26" fmla="*/ 168 w 1171"/>
                    <a:gd name="T27" fmla="*/ 2 h 673"/>
                    <a:gd name="T28" fmla="*/ 186 w 1171"/>
                    <a:gd name="T29" fmla="*/ 5 h 673"/>
                    <a:gd name="T30" fmla="*/ 209 w 1171"/>
                    <a:gd name="T31" fmla="*/ 13 h 673"/>
                    <a:gd name="T32" fmla="*/ 227 w 1171"/>
                    <a:gd name="T33" fmla="*/ 24 h 673"/>
                    <a:gd name="T34" fmla="*/ 240 w 1171"/>
                    <a:gd name="T35" fmla="*/ 33 h 673"/>
                    <a:gd name="T36" fmla="*/ 253 w 1171"/>
                    <a:gd name="T37" fmla="*/ 45 h 673"/>
                    <a:gd name="T38" fmla="*/ 264 w 1171"/>
                    <a:gd name="T39" fmla="*/ 57 h 673"/>
                    <a:gd name="T40" fmla="*/ 272 w 1171"/>
                    <a:gd name="T41" fmla="*/ 70 h 673"/>
                    <a:gd name="T42" fmla="*/ 278 w 1171"/>
                    <a:gd name="T43" fmla="*/ 82 h 673"/>
                    <a:gd name="T44" fmla="*/ 285 w 1171"/>
                    <a:gd name="T45" fmla="*/ 98 h 673"/>
                    <a:gd name="T46" fmla="*/ 287 w 1171"/>
                    <a:gd name="T47" fmla="*/ 112 h 673"/>
                    <a:gd name="T48" fmla="*/ 290 w 1171"/>
                    <a:gd name="T49" fmla="*/ 124 h 673"/>
                    <a:gd name="T50" fmla="*/ 292 w 1171"/>
                    <a:gd name="T51" fmla="*/ 135 h 673"/>
                    <a:gd name="T52" fmla="*/ 293 w 1171"/>
                    <a:gd name="T53" fmla="*/ 156 h 673"/>
                    <a:gd name="T54" fmla="*/ 287 w 1171"/>
                    <a:gd name="T55" fmla="*/ 161 h 673"/>
                    <a:gd name="T56" fmla="*/ 274 w 1171"/>
                    <a:gd name="T57" fmla="*/ 165 h 673"/>
                    <a:gd name="T58" fmla="*/ 259 w 1171"/>
                    <a:gd name="T59" fmla="*/ 168 h 673"/>
                    <a:gd name="T60" fmla="*/ 243 w 1171"/>
                    <a:gd name="T61" fmla="*/ 165 h 673"/>
                    <a:gd name="T62" fmla="*/ 232 w 1171"/>
                    <a:gd name="T63" fmla="*/ 160 h 673"/>
                    <a:gd name="T64" fmla="*/ 229 w 1171"/>
                    <a:gd name="T65" fmla="*/ 155 h 673"/>
                    <a:gd name="T66" fmla="*/ 229 w 1171"/>
                    <a:gd name="T67" fmla="*/ 129 h 673"/>
                    <a:gd name="T68" fmla="*/ 227 w 1171"/>
                    <a:gd name="T69" fmla="*/ 118 h 673"/>
                    <a:gd name="T70" fmla="*/ 223 w 1171"/>
                    <a:gd name="T71" fmla="*/ 104 h 673"/>
                    <a:gd name="T72" fmla="*/ 214 w 1171"/>
                    <a:gd name="T73" fmla="*/ 90 h 673"/>
                    <a:gd name="T74" fmla="*/ 206 w 1171"/>
                    <a:gd name="T75" fmla="*/ 83 h 673"/>
                    <a:gd name="T76" fmla="*/ 198 w 1171"/>
                    <a:gd name="T77" fmla="*/ 74 h 673"/>
                    <a:gd name="T78" fmla="*/ 183 w 1171"/>
                    <a:gd name="T79" fmla="*/ 66 h 673"/>
                    <a:gd name="T80" fmla="*/ 172 w 1171"/>
                    <a:gd name="T81" fmla="*/ 63 h 673"/>
                    <a:gd name="T82" fmla="*/ 163 w 1171"/>
                    <a:gd name="T83" fmla="*/ 59 h 673"/>
                    <a:gd name="T84" fmla="*/ 153 w 1171"/>
                    <a:gd name="T85" fmla="*/ 59 h 673"/>
                    <a:gd name="T86" fmla="*/ 133 w 1171"/>
                    <a:gd name="T87" fmla="*/ 59 h 673"/>
                    <a:gd name="T88" fmla="*/ 122 w 1171"/>
                    <a:gd name="T89" fmla="*/ 61 h 673"/>
                    <a:gd name="T90" fmla="*/ 108 w 1171"/>
                    <a:gd name="T91" fmla="*/ 66 h 673"/>
                    <a:gd name="T92" fmla="*/ 97 w 1171"/>
                    <a:gd name="T93" fmla="*/ 73 h 673"/>
                    <a:gd name="T94" fmla="*/ 87 w 1171"/>
                    <a:gd name="T95" fmla="*/ 80 h 673"/>
                    <a:gd name="T96" fmla="*/ 79 w 1171"/>
                    <a:gd name="T97" fmla="*/ 88 h 673"/>
                    <a:gd name="T98" fmla="*/ 71 w 1171"/>
                    <a:gd name="T99" fmla="*/ 101 h 673"/>
                    <a:gd name="T100" fmla="*/ 67 w 1171"/>
                    <a:gd name="T101" fmla="*/ 110 h 673"/>
                    <a:gd name="T102" fmla="*/ 64 w 1171"/>
                    <a:gd name="T103" fmla="*/ 121 h 673"/>
                    <a:gd name="T104" fmla="*/ 64 w 1171"/>
                    <a:gd name="T105" fmla="*/ 127 h 673"/>
                    <a:gd name="T106" fmla="*/ 64 w 1171"/>
                    <a:gd name="T107" fmla="*/ 157 h 673"/>
                    <a:gd name="T108" fmla="*/ 59 w 1171"/>
                    <a:gd name="T109" fmla="*/ 164 h 673"/>
                    <a:gd name="T110" fmla="*/ 46 w 1171"/>
                    <a:gd name="T111" fmla="*/ 169 h 673"/>
                    <a:gd name="T112" fmla="*/ 33 w 1171"/>
                    <a:gd name="T113" fmla="*/ 168 h 673"/>
                    <a:gd name="T114" fmla="*/ 11 w 1171"/>
                    <a:gd name="T115" fmla="*/ 165 h 673"/>
                    <a:gd name="T116" fmla="*/ 0 w 1171"/>
                    <a:gd name="T117" fmla="*/ 158 h 67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71" h="673">
                      <a:moveTo>
                        <a:pt x="0" y="631"/>
                      </a:moveTo>
                      <a:lnTo>
                        <a:pt x="0" y="536"/>
                      </a:lnTo>
                      <a:lnTo>
                        <a:pt x="15" y="445"/>
                      </a:lnTo>
                      <a:lnTo>
                        <a:pt x="41" y="359"/>
                      </a:lnTo>
                      <a:lnTo>
                        <a:pt x="70" y="291"/>
                      </a:lnTo>
                      <a:lnTo>
                        <a:pt x="118" y="228"/>
                      </a:lnTo>
                      <a:lnTo>
                        <a:pt x="154" y="183"/>
                      </a:lnTo>
                      <a:lnTo>
                        <a:pt x="217" y="129"/>
                      </a:lnTo>
                      <a:lnTo>
                        <a:pt x="261" y="100"/>
                      </a:lnTo>
                      <a:lnTo>
                        <a:pt x="328" y="56"/>
                      </a:lnTo>
                      <a:lnTo>
                        <a:pt x="400" y="27"/>
                      </a:lnTo>
                      <a:lnTo>
                        <a:pt x="495" y="5"/>
                      </a:lnTo>
                      <a:lnTo>
                        <a:pt x="584" y="0"/>
                      </a:lnTo>
                      <a:lnTo>
                        <a:pt x="671" y="7"/>
                      </a:lnTo>
                      <a:lnTo>
                        <a:pt x="744" y="19"/>
                      </a:lnTo>
                      <a:lnTo>
                        <a:pt x="835" y="51"/>
                      </a:lnTo>
                      <a:lnTo>
                        <a:pt x="908" y="95"/>
                      </a:lnTo>
                      <a:lnTo>
                        <a:pt x="959" y="131"/>
                      </a:lnTo>
                      <a:lnTo>
                        <a:pt x="1010" y="180"/>
                      </a:lnTo>
                      <a:lnTo>
                        <a:pt x="1054" y="228"/>
                      </a:lnTo>
                      <a:lnTo>
                        <a:pt x="1088" y="279"/>
                      </a:lnTo>
                      <a:lnTo>
                        <a:pt x="1113" y="328"/>
                      </a:lnTo>
                      <a:lnTo>
                        <a:pt x="1139" y="389"/>
                      </a:lnTo>
                      <a:lnTo>
                        <a:pt x="1149" y="445"/>
                      </a:lnTo>
                      <a:lnTo>
                        <a:pt x="1161" y="492"/>
                      </a:lnTo>
                      <a:lnTo>
                        <a:pt x="1169" y="536"/>
                      </a:lnTo>
                      <a:lnTo>
                        <a:pt x="1171" y="621"/>
                      </a:lnTo>
                      <a:lnTo>
                        <a:pt x="1147" y="643"/>
                      </a:lnTo>
                      <a:lnTo>
                        <a:pt x="1096" y="658"/>
                      </a:lnTo>
                      <a:lnTo>
                        <a:pt x="1036" y="668"/>
                      </a:lnTo>
                      <a:lnTo>
                        <a:pt x="973" y="658"/>
                      </a:lnTo>
                      <a:lnTo>
                        <a:pt x="927" y="639"/>
                      </a:lnTo>
                      <a:lnTo>
                        <a:pt x="915" y="617"/>
                      </a:lnTo>
                      <a:lnTo>
                        <a:pt x="915" y="512"/>
                      </a:lnTo>
                      <a:lnTo>
                        <a:pt x="908" y="468"/>
                      </a:lnTo>
                      <a:lnTo>
                        <a:pt x="891" y="416"/>
                      </a:lnTo>
                      <a:lnTo>
                        <a:pt x="857" y="359"/>
                      </a:lnTo>
                      <a:lnTo>
                        <a:pt x="825" y="330"/>
                      </a:lnTo>
                      <a:lnTo>
                        <a:pt x="790" y="294"/>
                      </a:lnTo>
                      <a:lnTo>
                        <a:pt x="732" y="264"/>
                      </a:lnTo>
                      <a:lnTo>
                        <a:pt x="688" y="250"/>
                      </a:lnTo>
                      <a:lnTo>
                        <a:pt x="652" y="235"/>
                      </a:lnTo>
                      <a:lnTo>
                        <a:pt x="613" y="235"/>
                      </a:lnTo>
                      <a:lnTo>
                        <a:pt x="532" y="235"/>
                      </a:lnTo>
                      <a:lnTo>
                        <a:pt x="488" y="242"/>
                      </a:lnTo>
                      <a:lnTo>
                        <a:pt x="432" y="264"/>
                      </a:lnTo>
                      <a:lnTo>
                        <a:pt x="388" y="291"/>
                      </a:lnTo>
                      <a:lnTo>
                        <a:pt x="349" y="320"/>
                      </a:lnTo>
                      <a:lnTo>
                        <a:pt x="314" y="352"/>
                      </a:lnTo>
                      <a:lnTo>
                        <a:pt x="285" y="401"/>
                      </a:lnTo>
                      <a:lnTo>
                        <a:pt x="268" y="440"/>
                      </a:lnTo>
                      <a:lnTo>
                        <a:pt x="256" y="482"/>
                      </a:lnTo>
                      <a:lnTo>
                        <a:pt x="254" y="504"/>
                      </a:lnTo>
                      <a:lnTo>
                        <a:pt x="254" y="624"/>
                      </a:lnTo>
                      <a:lnTo>
                        <a:pt x="234" y="653"/>
                      </a:lnTo>
                      <a:lnTo>
                        <a:pt x="183" y="673"/>
                      </a:lnTo>
                      <a:lnTo>
                        <a:pt x="130" y="668"/>
                      </a:lnTo>
                      <a:lnTo>
                        <a:pt x="44" y="658"/>
                      </a:lnTo>
                      <a:lnTo>
                        <a:pt x="0" y="631"/>
                      </a:lnTo>
                      <a:close/>
                    </a:path>
                  </a:pathLst>
                </a:custGeom>
                <a:solidFill>
                  <a:srgbClr val="FFCC66"/>
                </a:solidFill>
                <a:ln>
                  <a:noFill/>
                </a:ln>
                <a:extLst>
                  <a:ext uri="{91240B29-F687-4F45-9708-019B960494DF}">
                    <a14:hiddenLine xmlns:a14="http://schemas.microsoft.com/office/drawing/2010/main" w="6350">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38936" name="Line 153">
              <a:extLst>
                <a:ext uri="{FF2B5EF4-FFF2-40B4-BE49-F238E27FC236}">
                  <a16:creationId xmlns:a16="http://schemas.microsoft.com/office/drawing/2014/main" id="{27F1E369-E949-4D45-92DA-A34B7984B960}"/>
                </a:ext>
              </a:extLst>
            </p:cNvPr>
            <p:cNvSpPr>
              <a:spLocks noChangeAspect="1" noChangeShapeType="1"/>
            </p:cNvSpPr>
            <p:nvPr/>
          </p:nvSpPr>
          <p:spPr bwMode="auto">
            <a:xfrm flipH="1">
              <a:off x="1056" y="3024"/>
              <a:ext cx="1392" cy="576"/>
            </a:xfrm>
            <a:prstGeom prst="line">
              <a:avLst/>
            </a:prstGeom>
            <a:noFill/>
            <a:ln w="6350">
              <a:solidFill>
                <a:schemeClr val="hlink"/>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73901" name="Group 173">
            <a:extLst>
              <a:ext uri="{FF2B5EF4-FFF2-40B4-BE49-F238E27FC236}">
                <a16:creationId xmlns:a16="http://schemas.microsoft.com/office/drawing/2014/main" id="{5458FCDB-A843-4540-A67F-59652D3CC231}"/>
              </a:ext>
            </a:extLst>
          </p:cNvPr>
          <p:cNvGrpSpPr>
            <a:grpSpLocks/>
          </p:cNvGrpSpPr>
          <p:nvPr/>
        </p:nvGrpSpPr>
        <p:grpSpPr bwMode="auto">
          <a:xfrm>
            <a:off x="8210550" y="4343400"/>
            <a:ext cx="2838450" cy="1993900"/>
            <a:chOff x="4212" y="2736"/>
            <a:chExt cx="1788" cy="1256"/>
          </a:xfrm>
        </p:grpSpPr>
        <p:sp>
          <p:nvSpPr>
            <p:cNvPr id="38925" name="Text Box 154">
              <a:extLst>
                <a:ext uri="{FF2B5EF4-FFF2-40B4-BE49-F238E27FC236}">
                  <a16:creationId xmlns:a16="http://schemas.microsoft.com/office/drawing/2014/main" id="{6118A4C3-C2D1-4756-998B-21F6777C7C3C}"/>
                </a:ext>
              </a:extLst>
            </p:cNvPr>
            <p:cNvSpPr txBox="1">
              <a:spLocks noChangeArrowheads="1"/>
            </p:cNvSpPr>
            <p:nvPr/>
          </p:nvSpPr>
          <p:spPr bwMode="auto">
            <a:xfrm>
              <a:off x="4212" y="3236"/>
              <a:ext cx="1788"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Use brute force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to get into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the smallest house.</a:t>
              </a:r>
            </a:p>
          </p:txBody>
        </p:sp>
        <p:grpSp>
          <p:nvGrpSpPr>
            <p:cNvPr id="38926" name="Group 165">
              <a:extLst>
                <a:ext uri="{FF2B5EF4-FFF2-40B4-BE49-F238E27FC236}">
                  <a16:creationId xmlns:a16="http://schemas.microsoft.com/office/drawing/2014/main" id="{222028D1-C08A-4DA2-BEE8-EA264E61B421}"/>
                </a:ext>
              </a:extLst>
            </p:cNvPr>
            <p:cNvGrpSpPr>
              <a:grpSpLocks/>
            </p:cNvGrpSpPr>
            <p:nvPr/>
          </p:nvGrpSpPr>
          <p:grpSpPr bwMode="auto">
            <a:xfrm>
              <a:off x="4704" y="2736"/>
              <a:ext cx="290" cy="487"/>
              <a:chOff x="1615" y="1385"/>
              <a:chExt cx="1058" cy="2016"/>
            </a:xfrm>
          </p:grpSpPr>
          <p:sp>
            <p:nvSpPr>
              <p:cNvPr id="38927" name="Freeform 157">
                <a:extLst>
                  <a:ext uri="{FF2B5EF4-FFF2-40B4-BE49-F238E27FC236}">
                    <a16:creationId xmlns:a16="http://schemas.microsoft.com/office/drawing/2014/main" id="{57232492-BFB4-4D76-925C-475DC6E2E864}"/>
                  </a:ext>
                </a:extLst>
              </p:cNvPr>
              <p:cNvSpPr>
                <a:spLocks/>
              </p:cNvSpPr>
              <p:nvPr/>
            </p:nvSpPr>
            <p:spPr bwMode="auto">
              <a:xfrm>
                <a:off x="1615" y="2056"/>
                <a:ext cx="1058" cy="1345"/>
              </a:xfrm>
              <a:custGeom>
                <a:avLst/>
                <a:gdLst>
                  <a:gd name="T0" fmla="*/ 594 w 1058"/>
                  <a:gd name="T1" fmla="*/ 0 h 1345"/>
                  <a:gd name="T2" fmla="*/ 412 w 1058"/>
                  <a:gd name="T3" fmla="*/ 41 h 1345"/>
                  <a:gd name="T4" fmla="*/ 315 w 1058"/>
                  <a:gd name="T5" fmla="*/ 133 h 1345"/>
                  <a:gd name="T6" fmla="*/ 361 w 1058"/>
                  <a:gd name="T7" fmla="*/ 287 h 1345"/>
                  <a:gd name="T8" fmla="*/ 206 w 1058"/>
                  <a:gd name="T9" fmla="*/ 380 h 1345"/>
                  <a:gd name="T10" fmla="*/ 79 w 1058"/>
                  <a:gd name="T11" fmla="*/ 514 h 1345"/>
                  <a:gd name="T12" fmla="*/ 7 w 1058"/>
                  <a:gd name="T13" fmla="*/ 696 h 1345"/>
                  <a:gd name="T14" fmla="*/ 0 w 1058"/>
                  <a:gd name="T15" fmla="*/ 895 h 1345"/>
                  <a:gd name="T16" fmla="*/ 72 w 1058"/>
                  <a:gd name="T17" fmla="*/ 1081 h 1345"/>
                  <a:gd name="T18" fmla="*/ 257 w 1058"/>
                  <a:gd name="T19" fmla="*/ 1245 h 1345"/>
                  <a:gd name="T20" fmla="*/ 526 w 1058"/>
                  <a:gd name="T21" fmla="*/ 1338 h 1345"/>
                  <a:gd name="T22" fmla="*/ 748 w 1058"/>
                  <a:gd name="T23" fmla="*/ 1334 h 1345"/>
                  <a:gd name="T24" fmla="*/ 903 w 1058"/>
                  <a:gd name="T25" fmla="*/ 1225 h 1345"/>
                  <a:gd name="T26" fmla="*/ 1017 w 1058"/>
                  <a:gd name="T27" fmla="*/ 1060 h 1345"/>
                  <a:gd name="T28" fmla="*/ 1058 w 1058"/>
                  <a:gd name="T29" fmla="*/ 871 h 1345"/>
                  <a:gd name="T30" fmla="*/ 1020 w 1058"/>
                  <a:gd name="T31" fmla="*/ 669 h 1345"/>
                  <a:gd name="T32" fmla="*/ 892 w 1058"/>
                  <a:gd name="T33" fmla="*/ 470 h 1345"/>
                  <a:gd name="T34" fmla="*/ 762 w 1058"/>
                  <a:gd name="T35" fmla="*/ 376 h 1345"/>
                  <a:gd name="T36" fmla="*/ 604 w 1058"/>
                  <a:gd name="T37" fmla="*/ 325 h 1345"/>
                  <a:gd name="T38" fmla="*/ 676 w 1058"/>
                  <a:gd name="T39" fmla="*/ 387 h 1345"/>
                  <a:gd name="T40" fmla="*/ 793 w 1058"/>
                  <a:gd name="T41" fmla="*/ 432 h 1345"/>
                  <a:gd name="T42" fmla="*/ 903 w 1058"/>
                  <a:gd name="T43" fmla="*/ 562 h 1345"/>
                  <a:gd name="T44" fmla="*/ 969 w 1058"/>
                  <a:gd name="T45" fmla="*/ 669 h 1345"/>
                  <a:gd name="T46" fmla="*/ 1010 w 1058"/>
                  <a:gd name="T47" fmla="*/ 840 h 1345"/>
                  <a:gd name="T48" fmla="*/ 989 w 1058"/>
                  <a:gd name="T49" fmla="*/ 987 h 1345"/>
                  <a:gd name="T50" fmla="*/ 916 w 1058"/>
                  <a:gd name="T51" fmla="*/ 1129 h 1345"/>
                  <a:gd name="T52" fmla="*/ 824 w 1058"/>
                  <a:gd name="T53" fmla="*/ 1231 h 1345"/>
                  <a:gd name="T54" fmla="*/ 711 w 1058"/>
                  <a:gd name="T55" fmla="*/ 1293 h 1345"/>
                  <a:gd name="T56" fmla="*/ 574 w 1058"/>
                  <a:gd name="T57" fmla="*/ 1297 h 1345"/>
                  <a:gd name="T58" fmla="*/ 371 w 1058"/>
                  <a:gd name="T59" fmla="*/ 1245 h 1345"/>
                  <a:gd name="T60" fmla="*/ 213 w 1058"/>
                  <a:gd name="T61" fmla="*/ 1153 h 1345"/>
                  <a:gd name="T62" fmla="*/ 110 w 1058"/>
                  <a:gd name="T63" fmla="*/ 1046 h 1345"/>
                  <a:gd name="T64" fmla="*/ 51 w 1058"/>
                  <a:gd name="T65" fmla="*/ 905 h 1345"/>
                  <a:gd name="T66" fmla="*/ 51 w 1058"/>
                  <a:gd name="T67" fmla="*/ 710 h 1345"/>
                  <a:gd name="T68" fmla="*/ 99 w 1058"/>
                  <a:gd name="T69" fmla="*/ 556 h 1345"/>
                  <a:gd name="T70" fmla="*/ 216 w 1058"/>
                  <a:gd name="T71" fmla="*/ 432 h 1345"/>
                  <a:gd name="T72" fmla="*/ 347 w 1058"/>
                  <a:gd name="T73" fmla="*/ 356 h 1345"/>
                  <a:gd name="T74" fmla="*/ 440 w 1058"/>
                  <a:gd name="T75" fmla="*/ 318 h 1345"/>
                  <a:gd name="T76" fmla="*/ 388 w 1058"/>
                  <a:gd name="T77" fmla="*/ 150 h 1345"/>
                  <a:gd name="T78" fmla="*/ 423 w 1058"/>
                  <a:gd name="T79" fmla="*/ 102 h 1345"/>
                  <a:gd name="T80" fmla="*/ 532 w 1058"/>
                  <a:gd name="T81" fmla="*/ 58 h 1345"/>
                  <a:gd name="T82" fmla="*/ 563 w 1058"/>
                  <a:gd name="T83" fmla="*/ 161 h 1345"/>
                  <a:gd name="T84" fmla="*/ 526 w 1058"/>
                  <a:gd name="T85" fmla="*/ 400 h 1345"/>
                  <a:gd name="T86" fmla="*/ 608 w 1058"/>
                  <a:gd name="T87" fmla="*/ 460 h 134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58" h="1345">
                    <a:moveTo>
                      <a:pt x="608" y="460"/>
                    </a:moveTo>
                    <a:lnTo>
                      <a:pt x="594" y="0"/>
                    </a:lnTo>
                    <a:lnTo>
                      <a:pt x="532" y="10"/>
                    </a:lnTo>
                    <a:lnTo>
                      <a:pt x="412" y="41"/>
                    </a:lnTo>
                    <a:lnTo>
                      <a:pt x="340" y="78"/>
                    </a:lnTo>
                    <a:lnTo>
                      <a:pt x="315" y="133"/>
                    </a:lnTo>
                    <a:lnTo>
                      <a:pt x="358" y="253"/>
                    </a:lnTo>
                    <a:lnTo>
                      <a:pt x="361" y="287"/>
                    </a:lnTo>
                    <a:lnTo>
                      <a:pt x="278" y="328"/>
                    </a:lnTo>
                    <a:lnTo>
                      <a:pt x="206" y="380"/>
                    </a:lnTo>
                    <a:lnTo>
                      <a:pt x="151" y="439"/>
                    </a:lnTo>
                    <a:lnTo>
                      <a:pt x="79" y="514"/>
                    </a:lnTo>
                    <a:lnTo>
                      <a:pt x="31" y="597"/>
                    </a:lnTo>
                    <a:lnTo>
                      <a:pt x="7" y="696"/>
                    </a:lnTo>
                    <a:lnTo>
                      <a:pt x="0" y="778"/>
                    </a:lnTo>
                    <a:lnTo>
                      <a:pt x="0" y="895"/>
                    </a:lnTo>
                    <a:lnTo>
                      <a:pt x="27" y="1015"/>
                    </a:lnTo>
                    <a:lnTo>
                      <a:pt x="72" y="1081"/>
                    </a:lnTo>
                    <a:lnTo>
                      <a:pt x="154" y="1163"/>
                    </a:lnTo>
                    <a:lnTo>
                      <a:pt x="257" y="1245"/>
                    </a:lnTo>
                    <a:lnTo>
                      <a:pt x="378" y="1303"/>
                    </a:lnTo>
                    <a:lnTo>
                      <a:pt x="526" y="1338"/>
                    </a:lnTo>
                    <a:lnTo>
                      <a:pt x="666" y="1345"/>
                    </a:lnTo>
                    <a:lnTo>
                      <a:pt x="748" y="1334"/>
                    </a:lnTo>
                    <a:lnTo>
                      <a:pt x="820" y="1293"/>
                    </a:lnTo>
                    <a:lnTo>
                      <a:pt x="903" y="1225"/>
                    </a:lnTo>
                    <a:lnTo>
                      <a:pt x="947" y="1153"/>
                    </a:lnTo>
                    <a:lnTo>
                      <a:pt x="1017" y="1060"/>
                    </a:lnTo>
                    <a:lnTo>
                      <a:pt x="1041" y="973"/>
                    </a:lnTo>
                    <a:lnTo>
                      <a:pt x="1058" y="871"/>
                    </a:lnTo>
                    <a:lnTo>
                      <a:pt x="1048" y="768"/>
                    </a:lnTo>
                    <a:lnTo>
                      <a:pt x="1020" y="669"/>
                    </a:lnTo>
                    <a:lnTo>
                      <a:pt x="969" y="566"/>
                    </a:lnTo>
                    <a:lnTo>
                      <a:pt x="892" y="470"/>
                    </a:lnTo>
                    <a:lnTo>
                      <a:pt x="831" y="407"/>
                    </a:lnTo>
                    <a:lnTo>
                      <a:pt x="762" y="376"/>
                    </a:lnTo>
                    <a:lnTo>
                      <a:pt x="670" y="339"/>
                    </a:lnTo>
                    <a:lnTo>
                      <a:pt x="604" y="325"/>
                    </a:lnTo>
                    <a:lnTo>
                      <a:pt x="604" y="366"/>
                    </a:lnTo>
                    <a:lnTo>
                      <a:pt x="676" y="387"/>
                    </a:lnTo>
                    <a:lnTo>
                      <a:pt x="738" y="400"/>
                    </a:lnTo>
                    <a:lnTo>
                      <a:pt x="793" y="432"/>
                    </a:lnTo>
                    <a:lnTo>
                      <a:pt x="855" y="494"/>
                    </a:lnTo>
                    <a:lnTo>
                      <a:pt x="903" y="562"/>
                    </a:lnTo>
                    <a:lnTo>
                      <a:pt x="934" y="607"/>
                    </a:lnTo>
                    <a:lnTo>
                      <a:pt x="969" y="669"/>
                    </a:lnTo>
                    <a:lnTo>
                      <a:pt x="996" y="758"/>
                    </a:lnTo>
                    <a:lnTo>
                      <a:pt x="1010" y="840"/>
                    </a:lnTo>
                    <a:lnTo>
                      <a:pt x="1010" y="912"/>
                    </a:lnTo>
                    <a:lnTo>
                      <a:pt x="989" y="987"/>
                    </a:lnTo>
                    <a:lnTo>
                      <a:pt x="965" y="1060"/>
                    </a:lnTo>
                    <a:lnTo>
                      <a:pt x="916" y="1129"/>
                    </a:lnTo>
                    <a:lnTo>
                      <a:pt x="872" y="1183"/>
                    </a:lnTo>
                    <a:lnTo>
                      <a:pt x="824" y="1231"/>
                    </a:lnTo>
                    <a:lnTo>
                      <a:pt x="762" y="1262"/>
                    </a:lnTo>
                    <a:lnTo>
                      <a:pt x="711" y="1293"/>
                    </a:lnTo>
                    <a:lnTo>
                      <a:pt x="659" y="1303"/>
                    </a:lnTo>
                    <a:lnTo>
                      <a:pt x="574" y="1297"/>
                    </a:lnTo>
                    <a:lnTo>
                      <a:pt x="471" y="1283"/>
                    </a:lnTo>
                    <a:lnTo>
                      <a:pt x="371" y="1245"/>
                    </a:lnTo>
                    <a:lnTo>
                      <a:pt x="288" y="1204"/>
                    </a:lnTo>
                    <a:lnTo>
                      <a:pt x="213" y="1153"/>
                    </a:lnTo>
                    <a:lnTo>
                      <a:pt x="151" y="1098"/>
                    </a:lnTo>
                    <a:lnTo>
                      <a:pt x="110" y="1046"/>
                    </a:lnTo>
                    <a:lnTo>
                      <a:pt x="69" y="984"/>
                    </a:lnTo>
                    <a:lnTo>
                      <a:pt x="51" y="905"/>
                    </a:lnTo>
                    <a:lnTo>
                      <a:pt x="48" y="799"/>
                    </a:lnTo>
                    <a:lnTo>
                      <a:pt x="51" y="710"/>
                    </a:lnTo>
                    <a:lnTo>
                      <a:pt x="72" y="634"/>
                    </a:lnTo>
                    <a:lnTo>
                      <a:pt x="99" y="556"/>
                    </a:lnTo>
                    <a:lnTo>
                      <a:pt x="154" y="490"/>
                    </a:lnTo>
                    <a:lnTo>
                      <a:pt x="216" y="432"/>
                    </a:lnTo>
                    <a:lnTo>
                      <a:pt x="278" y="390"/>
                    </a:lnTo>
                    <a:lnTo>
                      <a:pt x="347" y="356"/>
                    </a:lnTo>
                    <a:lnTo>
                      <a:pt x="399" y="328"/>
                    </a:lnTo>
                    <a:lnTo>
                      <a:pt x="440" y="318"/>
                    </a:lnTo>
                    <a:lnTo>
                      <a:pt x="440" y="304"/>
                    </a:lnTo>
                    <a:lnTo>
                      <a:pt x="388" y="150"/>
                    </a:lnTo>
                    <a:lnTo>
                      <a:pt x="388" y="123"/>
                    </a:lnTo>
                    <a:lnTo>
                      <a:pt x="423" y="102"/>
                    </a:lnTo>
                    <a:lnTo>
                      <a:pt x="471" y="71"/>
                    </a:lnTo>
                    <a:lnTo>
                      <a:pt x="532" y="58"/>
                    </a:lnTo>
                    <a:lnTo>
                      <a:pt x="556" y="58"/>
                    </a:lnTo>
                    <a:lnTo>
                      <a:pt x="563" y="161"/>
                    </a:lnTo>
                    <a:lnTo>
                      <a:pt x="546" y="304"/>
                    </a:lnTo>
                    <a:lnTo>
                      <a:pt x="526" y="400"/>
                    </a:lnTo>
                    <a:lnTo>
                      <a:pt x="563" y="439"/>
                    </a:lnTo>
                    <a:lnTo>
                      <a:pt x="608" y="46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28" name="Freeform 158">
                <a:extLst>
                  <a:ext uri="{FF2B5EF4-FFF2-40B4-BE49-F238E27FC236}">
                    <a16:creationId xmlns:a16="http://schemas.microsoft.com/office/drawing/2014/main" id="{472772EB-AAAD-4603-91FF-20DBBC36EB1B}"/>
                  </a:ext>
                </a:extLst>
              </p:cNvPr>
              <p:cNvSpPr>
                <a:spLocks/>
              </p:cNvSpPr>
              <p:nvPr/>
            </p:nvSpPr>
            <p:spPr bwMode="auto">
              <a:xfrm>
                <a:off x="1943" y="1727"/>
                <a:ext cx="168" cy="402"/>
              </a:xfrm>
              <a:custGeom>
                <a:avLst/>
                <a:gdLst>
                  <a:gd name="T0" fmla="*/ 154 w 168"/>
                  <a:gd name="T1" fmla="*/ 341 h 402"/>
                  <a:gd name="T2" fmla="*/ 154 w 168"/>
                  <a:gd name="T3" fmla="*/ 282 h 402"/>
                  <a:gd name="T4" fmla="*/ 137 w 168"/>
                  <a:gd name="T5" fmla="*/ 190 h 402"/>
                  <a:gd name="T6" fmla="*/ 103 w 168"/>
                  <a:gd name="T7" fmla="*/ 135 h 402"/>
                  <a:gd name="T8" fmla="*/ 55 w 168"/>
                  <a:gd name="T9" fmla="*/ 31 h 402"/>
                  <a:gd name="T10" fmla="*/ 34 w 168"/>
                  <a:gd name="T11" fmla="*/ 0 h 402"/>
                  <a:gd name="T12" fmla="*/ 0 w 168"/>
                  <a:gd name="T13" fmla="*/ 21 h 402"/>
                  <a:gd name="T14" fmla="*/ 0 w 168"/>
                  <a:gd name="T15" fmla="*/ 45 h 402"/>
                  <a:gd name="T16" fmla="*/ 24 w 168"/>
                  <a:gd name="T17" fmla="*/ 86 h 402"/>
                  <a:gd name="T18" fmla="*/ 61 w 168"/>
                  <a:gd name="T19" fmla="*/ 169 h 402"/>
                  <a:gd name="T20" fmla="*/ 92 w 168"/>
                  <a:gd name="T21" fmla="*/ 231 h 402"/>
                  <a:gd name="T22" fmla="*/ 96 w 168"/>
                  <a:gd name="T23" fmla="*/ 289 h 402"/>
                  <a:gd name="T24" fmla="*/ 106 w 168"/>
                  <a:gd name="T25" fmla="*/ 382 h 402"/>
                  <a:gd name="T26" fmla="*/ 137 w 168"/>
                  <a:gd name="T27" fmla="*/ 402 h 402"/>
                  <a:gd name="T28" fmla="*/ 168 w 168"/>
                  <a:gd name="T29" fmla="*/ 375 h 402"/>
                  <a:gd name="T30" fmla="*/ 154 w 168"/>
                  <a:gd name="T31" fmla="*/ 341 h 4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8" h="402">
                    <a:moveTo>
                      <a:pt x="154" y="341"/>
                    </a:moveTo>
                    <a:lnTo>
                      <a:pt x="154" y="282"/>
                    </a:lnTo>
                    <a:lnTo>
                      <a:pt x="137" y="190"/>
                    </a:lnTo>
                    <a:lnTo>
                      <a:pt x="103" y="135"/>
                    </a:lnTo>
                    <a:lnTo>
                      <a:pt x="55" y="31"/>
                    </a:lnTo>
                    <a:lnTo>
                      <a:pt x="34" y="0"/>
                    </a:lnTo>
                    <a:lnTo>
                      <a:pt x="0" y="21"/>
                    </a:lnTo>
                    <a:lnTo>
                      <a:pt x="0" y="45"/>
                    </a:lnTo>
                    <a:lnTo>
                      <a:pt x="24" y="86"/>
                    </a:lnTo>
                    <a:lnTo>
                      <a:pt x="61" y="169"/>
                    </a:lnTo>
                    <a:lnTo>
                      <a:pt x="92" y="231"/>
                    </a:lnTo>
                    <a:lnTo>
                      <a:pt x="96" y="289"/>
                    </a:lnTo>
                    <a:lnTo>
                      <a:pt x="106" y="382"/>
                    </a:lnTo>
                    <a:lnTo>
                      <a:pt x="137" y="402"/>
                    </a:lnTo>
                    <a:lnTo>
                      <a:pt x="168" y="375"/>
                    </a:lnTo>
                    <a:lnTo>
                      <a:pt x="154" y="34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29" name="Freeform 159">
                <a:extLst>
                  <a:ext uri="{FF2B5EF4-FFF2-40B4-BE49-F238E27FC236}">
                    <a16:creationId xmlns:a16="http://schemas.microsoft.com/office/drawing/2014/main" id="{CF284649-72CA-461B-B69D-CF0681F189EE}"/>
                  </a:ext>
                </a:extLst>
              </p:cNvPr>
              <p:cNvSpPr>
                <a:spLocks/>
              </p:cNvSpPr>
              <p:nvPr/>
            </p:nvSpPr>
            <p:spPr bwMode="auto">
              <a:xfrm>
                <a:off x="2090" y="1735"/>
                <a:ext cx="182" cy="92"/>
              </a:xfrm>
              <a:custGeom>
                <a:avLst/>
                <a:gdLst>
                  <a:gd name="T0" fmla="*/ 182 w 182"/>
                  <a:gd name="T1" fmla="*/ 85 h 92"/>
                  <a:gd name="T2" fmla="*/ 171 w 182"/>
                  <a:gd name="T3" fmla="*/ 61 h 92"/>
                  <a:gd name="T4" fmla="*/ 113 w 182"/>
                  <a:gd name="T5" fmla="*/ 24 h 92"/>
                  <a:gd name="T6" fmla="*/ 51 w 182"/>
                  <a:gd name="T7" fmla="*/ 0 h 92"/>
                  <a:gd name="T8" fmla="*/ 17 w 182"/>
                  <a:gd name="T9" fmla="*/ 0 h 92"/>
                  <a:gd name="T10" fmla="*/ 0 w 182"/>
                  <a:gd name="T11" fmla="*/ 20 h 92"/>
                  <a:gd name="T12" fmla="*/ 10 w 182"/>
                  <a:gd name="T13" fmla="*/ 51 h 92"/>
                  <a:gd name="T14" fmla="*/ 68 w 182"/>
                  <a:gd name="T15" fmla="*/ 71 h 92"/>
                  <a:gd name="T16" fmla="*/ 151 w 182"/>
                  <a:gd name="T17" fmla="*/ 92 h 92"/>
                  <a:gd name="T18" fmla="*/ 182 w 182"/>
                  <a:gd name="T19" fmla="*/ 85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2" h="92">
                    <a:moveTo>
                      <a:pt x="182" y="85"/>
                    </a:moveTo>
                    <a:lnTo>
                      <a:pt x="171" y="61"/>
                    </a:lnTo>
                    <a:lnTo>
                      <a:pt x="113" y="24"/>
                    </a:lnTo>
                    <a:lnTo>
                      <a:pt x="51" y="0"/>
                    </a:lnTo>
                    <a:lnTo>
                      <a:pt x="17" y="0"/>
                    </a:lnTo>
                    <a:lnTo>
                      <a:pt x="0" y="20"/>
                    </a:lnTo>
                    <a:lnTo>
                      <a:pt x="10" y="51"/>
                    </a:lnTo>
                    <a:lnTo>
                      <a:pt x="68" y="71"/>
                    </a:lnTo>
                    <a:lnTo>
                      <a:pt x="151" y="92"/>
                    </a:lnTo>
                    <a:lnTo>
                      <a:pt x="182" y="8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30" name="Freeform 160">
                <a:extLst>
                  <a:ext uri="{FF2B5EF4-FFF2-40B4-BE49-F238E27FC236}">
                    <a16:creationId xmlns:a16="http://schemas.microsoft.com/office/drawing/2014/main" id="{5A72F32E-08ED-4F67-AAD2-E828EE9EB932}"/>
                  </a:ext>
                </a:extLst>
              </p:cNvPr>
              <p:cNvSpPr>
                <a:spLocks/>
              </p:cNvSpPr>
              <p:nvPr/>
            </p:nvSpPr>
            <p:spPr bwMode="auto">
              <a:xfrm>
                <a:off x="2047" y="1458"/>
                <a:ext cx="129" cy="168"/>
              </a:xfrm>
              <a:custGeom>
                <a:avLst/>
                <a:gdLst>
                  <a:gd name="T0" fmla="*/ 123 w 129"/>
                  <a:gd name="T1" fmla="*/ 0 h 168"/>
                  <a:gd name="T2" fmla="*/ 129 w 129"/>
                  <a:gd name="T3" fmla="*/ 24 h 168"/>
                  <a:gd name="T4" fmla="*/ 92 w 129"/>
                  <a:gd name="T5" fmla="*/ 106 h 168"/>
                  <a:gd name="T6" fmla="*/ 62 w 129"/>
                  <a:gd name="T7" fmla="*/ 147 h 168"/>
                  <a:gd name="T8" fmla="*/ 38 w 129"/>
                  <a:gd name="T9" fmla="*/ 168 h 168"/>
                  <a:gd name="T10" fmla="*/ 11 w 129"/>
                  <a:gd name="T11" fmla="*/ 168 h 168"/>
                  <a:gd name="T12" fmla="*/ 0 w 129"/>
                  <a:gd name="T13" fmla="*/ 147 h 168"/>
                  <a:gd name="T14" fmla="*/ 7 w 129"/>
                  <a:gd name="T15" fmla="*/ 116 h 168"/>
                  <a:gd name="T16" fmla="*/ 79 w 129"/>
                  <a:gd name="T17" fmla="*/ 44 h 168"/>
                  <a:gd name="T18" fmla="*/ 123 w 129"/>
                  <a:gd name="T19" fmla="*/ 0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9" h="168">
                    <a:moveTo>
                      <a:pt x="123" y="0"/>
                    </a:moveTo>
                    <a:lnTo>
                      <a:pt x="129" y="24"/>
                    </a:lnTo>
                    <a:lnTo>
                      <a:pt x="92" y="106"/>
                    </a:lnTo>
                    <a:lnTo>
                      <a:pt x="62" y="147"/>
                    </a:lnTo>
                    <a:lnTo>
                      <a:pt x="38" y="168"/>
                    </a:lnTo>
                    <a:lnTo>
                      <a:pt x="11" y="168"/>
                    </a:lnTo>
                    <a:lnTo>
                      <a:pt x="0" y="147"/>
                    </a:lnTo>
                    <a:lnTo>
                      <a:pt x="7" y="116"/>
                    </a:lnTo>
                    <a:lnTo>
                      <a:pt x="79" y="44"/>
                    </a:lnTo>
                    <a:lnTo>
                      <a:pt x="12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31" name="Freeform 161">
                <a:extLst>
                  <a:ext uri="{FF2B5EF4-FFF2-40B4-BE49-F238E27FC236}">
                    <a16:creationId xmlns:a16="http://schemas.microsoft.com/office/drawing/2014/main" id="{08EF9AE1-C62C-4610-9363-2A6F87AED296}"/>
                  </a:ext>
                </a:extLst>
              </p:cNvPr>
              <p:cNvSpPr>
                <a:spLocks/>
              </p:cNvSpPr>
              <p:nvPr/>
            </p:nvSpPr>
            <p:spPr bwMode="auto">
              <a:xfrm>
                <a:off x="1914" y="1385"/>
                <a:ext cx="69" cy="187"/>
              </a:xfrm>
              <a:custGeom>
                <a:avLst/>
                <a:gdLst>
                  <a:gd name="T0" fmla="*/ 10 w 69"/>
                  <a:gd name="T1" fmla="*/ 0 h 187"/>
                  <a:gd name="T2" fmla="*/ 42 w 69"/>
                  <a:gd name="T3" fmla="*/ 55 h 187"/>
                  <a:gd name="T4" fmla="*/ 59 w 69"/>
                  <a:gd name="T5" fmla="*/ 116 h 187"/>
                  <a:gd name="T6" fmla="*/ 69 w 69"/>
                  <a:gd name="T7" fmla="*/ 163 h 187"/>
                  <a:gd name="T8" fmla="*/ 52 w 69"/>
                  <a:gd name="T9" fmla="*/ 187 h 187"/>
                  <a:gd name="T10" fmla="*/ 28 w 69"/>
                  <a:gd name="T11" fmla="*/ 187 h 187"/>
                  <a:gd name="T12" fmla="*/ 18 w 69"/>
                  <a:gd name="T13" fmla="*/ 167 h 187"/>
                  <a:gd name="T14" fmla="*/ 0 w 69"/>
                  <a:gd name="T15" fmla="*/ 126 h 187"/>
                  <a:gd name="T16" fmla="*/ 0 w 69"/>
                  <a:gd name="T17" fmla="*/ 61 h 187"/>
                  <a:gd name="T18" fmla="*/ 10 w 69"/>
                  <a:gd name="T19" fmla="*/ 0 h 1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9" h="187">
                    <a:moveTo>
                      <a:pt x="10" y="0"/>
                    </a:moveTo>
                    <a:lnTo>
                      <a:pt x="42" y="55"/>
                    </a:lnTo>
                    <a:lnTo>
                      <a:pt x="59" y="116"/>
                    </a:lnTo>
                    <a:lnTo>
                      <a:pt x="69" y="163"/>
                    </a:lnTo>
                    <a:lnTo>
                      <a:pt x="52" y="187"/>
                    </a:lnTo>
                    <a:lnTo>
                      <a:pt x="28" y="187"/>
                    </a:lnTo>
                    <a:lnTo>
                      <a:pt x="18" y="167"/>
                    </a:lnTo>
                    <a:lnTo>
                      <a:pt x="0" y="126"/>
                    </a:lnTo>
                    <a:lnTo>
                      <a:pt x="0" y="61"/>
                    </a:lnTo>
                    <a:lnTo>
                      <a:pt x="1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32" name="Freeform 162">
                <a:extLst>
                  <a:ext uri="{FF2B5EF4-FFF2-40B4-BE49-F238E27FC236}">
                    <a16:creationId xmlns:a16="http://schemas.microsoft.com/office/drawing/2014/main" id="{23127690-91ED-43F3-8A0B-1C3D5E9B4621}"/>
                  </a:ext>
                </a:extLst>
              </p:cNvPr>
              <p:cNvSpPr>
                <a:spLocks/>
              </p:cNvSpPr>
              <p:nvPr/>
            </p:nvSpPr>
            <p:spPr bwMode="auto">
              <a:xfrm>
                <a:off x="1673" y="1538"/>
                <a:ext cx="185" cy="93"/>
              </a:xfrm>
              <a:custGeom>
                <a:avLst/>
                <a:gdLst>
                  <a:gd name="T0" fmla="*/ 0 w 185"/>
                  <a:gd name="T1" fmla="*/ 0 h 93"/>
                  <a:gd name="T2" fmla="*/ 89 w 185"/>
                  <a:gd name="T3" fmla="*/ 11 h 93"/>
                  <a:gd name="T4" fmla="*/ 154 w 185"/>
                  <a:gd name="T5" fmla="*/ 28 h 93"/>
                  <a:gd name="T6" fmla="*/ 185 w 185"/>
                  <a:gd name="T7" fmla="*/ 52 h 93"/>
                  <a:gd name="T8" fmla="*/ 174 w 185"/>
                  <a:gd name="T9" fmla="*/ 83 h 93"/>
                  <a:gd name="T10" fmla="*/ 154 w 185"/>
                  <a:gd name="T11" fmla="*/ 93 h 93"/>
                  <a:gd name="T12" fmla="*/ 102 w 185"/>
                  <a:gd name="T13" fmla="*/ 79 h 93"/>
                  <a:gd name="T14" fmla="*/ 0 w 185"/>
                  <a:gd name="T15" fmla="*/ 0 h 9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5" h="93">
                    <a:moveTo>
                      <a:pt x="0" y="0"/>
                    </a:moveTo>
                    <a:lnTo>
                      <a:pt x="89" y="11"/>
                    </a:lnTo>
                    <a:lnTo>
                      <a:pt x="154" y="28"/>
                    </a:lnTo>
                    <a:lnTo>
                      <a:pt x="185" y="52"/>
                    </a:lnTo>
                    <a:lnTo>
                      <a:pt x="174" y="83"/>
                    </a:lnTo>
                    <a:lnTo>
                      <a:pt x="154" y="93"/>
                    </a:lnTo>
                    <a:lnTo>
                      <a:pt x="102" y="79"/>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33" name="Freeform 163">
                <a:extLst>
                  <a:ext uri="{FF2B5EF4-FFF2-40B4-BE49-F238E27FC236}">
                    <a16:creationId xmlns:a16="http://schemas.microsoft.com/office/drawing/2014/main" id="{4E9AD04B-7B95-45C8-8305-DE767F58C890}"/>
                  </a:ext>
                </a:extLst>
              </p:cNvPr>
              <p:cNvSpPr>
                <a:spLocks/>
              </p:cNvSpPr>
              <p:nvPr/>
            </p:nvSpPr>
            <p:spPr bwMode="auto">
              <a:xfrm>
                <a:off x="1652" y="1696"/>
                <a:ext cx="205" cy="143"/>
              </a:xfrm>
              <a:custGeom>
                <a:avLst/>
                <a:gdLst>
                  <a:gd name="T0" fmla="*/ 11 w 205"/>
                  <a:gd name="T1" fmla="*/ 102 h 143"/>
                  <a:gd name="T2" fmla="*/ 52 w 205"/>
                  <a:gd name="T3" fmla="*/ 57 h 143"/>
                  <a:gd name="T4" fmla="*/ 117 w 205"/>
                  <a:gd name="T5" fmla="*/ 17 h 143"/>
                  <a:gd name="T6" fmla="*/ 175 w 205"/>
                  <a:gd name="T7" fmla="*/ 0 h 143"/>
                  <a:gd name="T8" fmla="*/ 199 w 205"/>
                  <a:gd name="T9" fmla="*/ 0 h 143"/>
                  <a:gd name="T10" fmla="*/ 205 w 205"/>
                  <a:gd name="T11" fmla="*/ 30 h 143"/>
                  <a:gd name="T12" fmla="*/ 188 w 205"/>
                  <a:gd name="T13" fmla="*/ 51 h 143"/>
                  <a:gd name="T14" fmla="*/ 144 w 205"/>
                  <a:gd name="T15" fmla="*/ 61 h 143"/>
                  <a:gd name="T16" fmla="*/ 103 w 205"/>
                  <a:gd name="T17" fmla="*/ 61 h 143"/>
                  <a:gd name="T18" fmla="*/ 55 w 205"/>
                  <a:gd name="T19" fmla="*/ 91 h 143"/>
                  <a:gd name="T20" fmla="*/ 14 w 205"/>
                  <a:gd name="T21" fmla="*/ 129 h 143"/>
                  <a:gd name="T22" fmla="*/ 0 w 205"/>
                  <a:gd name="T23" fmla="*/ 143 h 143"/>
                  <a:gd name="T24" fmla="*/ 11 w 205"/>
                  <a:gd name="T25" fmla="*/ 102 h 1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5" h="143">
                    <a:moveTo>
                      <a:pt x="11" y="102"/>
                    </a:moveTo>
                    <a:lnTo>
                      <a:pt x="52" y="57"/>
                    </a:lnTo>
                    <a:lnTo>
                      <a:pt x="117" y="17"/>
                    </a:lnTo>
                    <a:lnTo>
                      <a:pt x="175" y="0"/>
                    </a:lnTo>
                    <a:lnTo>
                      <a:pt x="199" y="0"/>
                    </a:lnTo>
                    <a:lnTo>
                      <a:pt x="205" y="30"/>
                    </a:lnTo>
                    <a:lnTo>
                      <a:pt x="188" y="51"/>
                    </a:lnTo>
                    <a:lnTo>
                      <a:pt x="144" y="61"/>
                    </a:lnTo>
                    <a:lnTo>
                      <a:pt x="103" y="61"/>
                    </a:lnTo>
                    <a:lnTo>
                      <a:pt x="55" y="91"/>
                    </a:lnTo>
                    <a:lnTo>
                      <a:pt x="14" y="129"/>
                    </a:lnTo>
                    <a:lnTo>
                      <a:pt x="0" y="143"/>
                    </a:lnTo>
                    <a:lnTo>
                      <a:pt x="11" y="10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8934" name="Freeform 164">
                <a:extLst>
                  <a:ext uri="{FF2B5EF4-FFF2-40B4-BE49-F238E27FC236}">
                    <a16:creationId xmlns:a16="http://schemas.microsoft.com/office/drawing/2014/main" id="{3BC2DB0A-0FF6-410C-AF74-D7CC3EB8EBB9}"/>
                  </a:ext>
                </a:extLst>
              </p:cNvPr>
              <p:cNvSpPr>
                <a:spLocks/>
              </p:cNvSpPr>
              <p:nvPr/>
            </p:nvSpPr>
            <p:spPr bwMode="auto">
              <a:xfrm>
                <a:off x="1874" y="1818"/>
                <a:ext cx="54" cy="104"/>
              </a:xfrm>
              <a:custGeom>
                <a:avLst/>
                <a:gdLst>
                  <a:gd name="T0" fmla="*/ 25 w 54"/>
                  <a:gd name="T1" fmla="*/ 104 h 104"/>
                  <a:gd name="T2" fmla="*/ 0 w 54"/>
                  <a:gd name="T3" fmla="*/ 60 h 104"/>
                  <a:gd name="T4" fmla="*/ 0 w 54"/>
                  <a:gd name="T5" fmla="*/ 18 h 104"/>
                  <a:gd name="T6" fmla="*/ 30 w 54"/>
                  <a:gd name="T7" fmla="*/ 0 h 104"/>
                  <a:gd name="T8" fmla="*/ 54 w 54"/>
                  <a:gd name="T9" fmla="*/ 21 h 104"/>
                  <a:gd name="T10" fmla="*/ 40 w 54"/>
                  <a:gd name="T11" fmla="*/ 63 h 104"/>
                  <a:gd name="T12" fmla="*/ 25 w 54"/>
                  <a:gd name="T13" fmla="*/ 104 h 10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 h="104">
                    <a:moveTo>
                      <a:pt x="25" y="104"/>
                    </a:moveTo>
                    <a:lnTo>
                      <a:pt x="0" y="60"/>
                    </a:lnTo>
                    <a:lnTo>
                      <a:pt x="0" y="18"/>
                    </a:lnTo>
                    <a:lnTo>
                      <a:pt x="30" y="0"/>
                    </a:lnTo>
                    <a:lnTo>
                      <a:pt x="54" y="21"/>
                    </a:lnTo>
                    <a:lnTo>
                      <a:pt x="40" y="63"/>
                    </a:lnTo>
                    <a:lnTo>
                      <a:pt x="25" y="104"/>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3901"/>
                                        </p:tgtEl>
                                        <p:attrNameLst>
                                          <p:attrName>style.visibility</p:attrName>
                                        </p:attrNameLst>
                                      </p:cBhvr>
                                      <p:to>
                                        <p:strVal val="visible"/>
                                      </p:to>
                                    </p:set>
                                    <p:anim calcmode="lin" valueType="num">
                                      <p:cBhvr additive="base">
                                        <p:cTn id="7" dur="500" fill="hold"/>
                                        <p:tgtEl>
                                          <p:spTgt spid="73901"/>
                                        </p:tgtEl>
                                        <p:attrNameLst>
                                          <p:attrName>ppt_x</p:attrName>
                                        </p:attrNameLst>
                                      </p:cBhvr>
                                      <p:tavLst>
                                        <p:tav tm="0">
                                          <p:val>
                                            <p:strVal val="1+#ppt_w/2"/>
                                          </p:val>
                                        </p:tav>
                                        <p:tav tm="100000">
                                          <p:val>
                                            <p:strVal val="#ppt_x"/>
                                          </p:val>
                                        </p:tav>
                                      </p:tavLst>
                                    </p:anim>
                                    <p:anim calcmode="lin" valueType="num">
                                      <p:cBhvr additive="base">
                                        <p:cTn id="8" dur="500" fill="hold"/>
                                        <p:tgtEl>
                                          <p:spTgt spid="739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3">
            <a:extLst>
              <a:ext uri="{FF2B5EF4-FFF2-40B4-BE49-F238E27FC236}">
                <a16:creationId xmlns:a16="http://schemas.microsoft.com/office/drawing/2014/main" id="{DEB53A6C-ECF3-4C16-8C12-BE6F0B9BA9C1}"/>
              </a:ext>
            </a:extLst>
          </p:cNvPr>
          <p:cNvSpPr txBox="1">
            <a:spLocks noChangeArrowheads="1"/>
          </p:cNvSpPr>
          <p:nvPr/>
        </p:nvSpPr>
        <p:spPr bwMode="auto">
          <a:xfrm>
            <a:off x="1524000" y="457200"/>
            <a:ext cx="3886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If |X| = |Y| = 1 then RETURN 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Break X into a;b and Y into c;d</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MULT(a,c)</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and f =</a:t>
            </a:r>
            <a:r>
              <a:rPr kumimoji="0" lang="en-US" altLang="zh-TW" sz="1400" b="0" i="0" u="none" strike="noStrike" kern="1200" cap="none" spc="0" normalizeH="0" baseline="0" noProof="0">
                <a:ln>
                  <a:noFill/>
                </a:ln>
                <a:solidFill>
                  <a:srgbClr val="FFFF00"/>
                </a:solidFill>
                <a:effectLst/>
                <a:uLnTx/>
                <a:uFillTx/>
                <a:latin typeface="Comic Sans MS" panose="030F0702030302020204" pitchFamily="66" charset="0"/>
                <a:ea typeface="PMingLiU" panose="02020500000000000000" pitchFamily="18" charset="-120"/>
                <a:cs typeface="+mn-cs"/>
              </a:rPr>
              <a:t>MULT(b,d)</a:t>
            </a:r>
            <a:endPar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RETURN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e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(MULT(a+b, c+d) – e - f) 10</a:t>
            </a:r>
            <a:r>
              <a:rPr kumimoji="0" lang="en-US" altLang="zh-TW" sz="1400" b="0" i="0" u="none" strike="noStrike" kern="1200" cap="none" spc="0" normalizeH="0" baseline="30000" noProof="0">
                <a:ln>
                  <a:noFill/>
                </a:ln>
                <a:solidFill>
                  <a:srgbClr val="FFFFFF"/>
                </a:solidFill>
                <a:effectLst/>
                <a:uLnTx/>
                <a:uFillTx/>
                <a:latin typeface="Comic Sans MS" panose="030F0702030302020204" pitchFamily="66" charset="0"/>
                <a:ea typeface="PMingLiU" panose="02020500000000000000" pitchFamily="18" charset="-120"/>
                <a:cs typeface="+mn-cs"/>
              </a:rPr>
              <a:t>n/2</a:t>
            </a: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 + f</a:t>
            </a:r>
          </a:p>
        </p:txBody>
      </p:sp>
      <p:sp>
        <p:nvSpPr>
          <p:cNvPr id="40963" name="Rectangle 4">
            <a:extLst>
              <a:ext uri="{FF2B5EF4-FFF2-40B4-BE49-F238E27FC236}">
                <a16:creationId xmlns:a16="http://schemas.microsoft.com/office/drawing/2014/main" id="{EE17F06A-28BF-4B34-B17E-A024782BDE13}"/>
              </a:ext>
            </a:extLst>
          </p:cNvPr>
          <p:cNvSpPr>
            <a:spLocks noGrp="1" noChangeArrowheads="1"/>
          </p:cNvSpPr>
          <p:nvPr>
            <p:ph type="title"/>
          </p:nvPr>
        </p:nvSpPr>
        <p:spPr>
          <a:xfrm>
            <a:off x="2286000" y="-228600"/>
            <a:ext cx="7772400" cy="1143000"/>
          </a:xfrm>
        </p:spPr>
        <p:txBody>
          <a:bodyPr/>
          <a:lstStyle/>
          <a:p>
            <a:pPr eaLnBrk="1" hangingPunct="1"/>
            <a:r>
              <a:rPr lang="en-US" altLang="zh-TW">
                <a:ea typeface="PMingLiU" panose="02020500000000000000" pitchFamily="18" charset="-120"/>
              </a:rPr>
              <a:t>Friends</a:t>
            </a:r>
          </a:p>
        </p:txBody>
      </p:sp>
      <p:sp>
        <p:nvSpPr>
          <p:cNvPr id="40964" name="Rectangle 85">
            <a:extLst>
              <a:ext uri="{FF2B5EF4-FFF2-40B4-BE49-F238E27FC236}">
                <a16:creationId xmlns:a16="http://schemas.microsoft.com/office/drawing/2014/main" id="{3AA98CF9-F121-4E2E-B0FC-BDC21D0EAB1D}"/>
              </a:ext>
            </a:extLst>
          </p:cNvPr>
          <p:cNvSpPr>
            <a:spLocks noChangeArrowheads="1"/>
          </p:cNvSpPr>
          <p:nvPr/>
        </p:nvSpPr>
        <p:spPr bwMode="auto">
          <a:xfrm>
            <a:off x="6781800" y="2819400"/>
            <a:ext cx="3429000" cy="16764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66" name="Text Box 110">
            <a:extLst>
              <a:ext uri="{FF2B5EF4-FFF2-40B4-BE49-F238E27FC236}">
                <a16:creationId xmlns:a16="http://schemas.microsoft.com/office/drawing/2014/main" id="{8F70969E-A8D6-4CBE-8124-35E7E8B70ED9}"/>
              </a:ext>
            </a:extLst>
          </p:cNvPr>
          <p:cNvSpPr txBox="1">
            <a:spLocks noChangeArrowheads="1"/>
          </p:cNvSpPr>
          <p:nvPr/>
        </p:nvSpPr>
        <p:spPr bwMode="auto">
          <a:xfrm>
            <a:off x="6781800" y="2838450"/>
            <a:ext cx="38862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MULT(X,Y):</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zh-TW" sz="1400" b="0" i="0" u="none" strike="noStrike" kern="1200" cap="none" spc="0" normalizeH="0" baseline="0" noProof="0">
                <a:ln>
                  <a:noFill/>
                </a:ln>
                <a:solidFill>
                  <a:srgbClr val="FFFFFF"/>
                </a:solidFill>
                <a:effectLst/>
                <a:uLnTx/>
                <a:uFillTx/>
                <a:latin typeface="Comic Sans MS" panose="030F0702030302020204" pitchFamily="66" charset="0"/>
                <a:ea typeface="PMingLiU" panose="02020500000000000000" pitchFamily="18" charset="-120"/>
                <a:cs typeface="+mn-cs"/>
              </a:rPr>
              <a:t>If |X| = |Y| = 1 then RETURN XY</a:t>
            </a:r>
          </a:p>
        </p:txBody>
      </p:sp>
      <p:sp>
        <p:nvSpPr>
          <p:cNvPr id="40967" name="Text Box 111">
            <a:extLst>
              <a:ext uri="{FF2B5EF4-FFF2-40B4-BE49-F238E27FC236}">
                <a16:creationId xmlns:a16="http://schemas.microsoft.com/office/drawing/2014/main" id="{F95E2581-D91D-4355-84A7-EDE9A7D4AB73}"/>
              </a:ext>
            </a:extLst>
          </p:cNvPr>
          <p:cNvSpPr txBox="1">
            <a:spLocks noChangeArrowheads="1"/>
          </p:cNvSpPr>
          <p:nvPr/>
        </p:nvSpPr>
        <p:spPr bwMode="auto">
          <a:xfrm>
            <a:off x="3581400" y="5137151"/>
            <a:ext cx="28384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Use brute force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24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to solve the base case instances.</a:t>
            </a:r>
          </a:p>
        </p:txBody>
      </p:sp>
      <p:grpSp>
        <p:nvGrpSpPr>
          <p:cNvPr id="40968" name="Group 113">
            <a:extLst>
              <a:ext uri="{FF2B5EF4-FFF2-40B4-BE49-F238E27FC236}">
                <a16:creationId xmlns:a16="http://schemas.microsoft.com/office/drawing/2014/main" id="{1F6DDE08-9E8A-47E5-85B2-17CEC9E35D8A}"/>
              </a:ext>
            </a:extLst>
          </p:cNvPr>
          <p:cNvGrpSpPr>
            <a:grpSpLocks/>
          </p:cNvGrpSpPr>
          <p:nvPr/>
        </p:nvGrpSpPr>
        <p:grpSpPr bwMode="auto">
          <a:xfrm>
            <a:off x="4572001" y="3124201"/>
            <a:ext cx="1374775" cy="1992313"/>
            <a:chOff x="1615" y="1385"/>
            <a:chExt cx="1058" cy="2016"/>
          </a:xfrm>
        </p:grpSpPr>
        <p:sp>
          <p:nvSpPr>
            <p:cNvPr id="40969" name="Freeform 114">
              <a:extLst>
                <a:ext uri="{FF2B5EF4-FFF2-40B4-BE49-F238E27FC236}">
                  <a16:creationId xmlns:a16="http://schemas.microsoft.com/office/drawing/2014/main" id="{AACD584D-203A-4D80-AB49-AF432A1032F8}"/>
                </a:ext>
              </a:extLst>
            </p:cNvPr>
            <p:cNvSpPr>
              <a:spLocks/>
            </p:cNvSpPr>
            <p:nvPr/>
          </p:nvSpPr>
          <p:spPr bwMode="auto">
            <a:xfrm>
              <a:off x="1615" y="2056"/>
              <a:ext cx="1058" cy="1345"/>
            </a:xfrm>
            <a:custGeom>
              <a:avLst/>
              <a:gdLst>
                <a:gd name="T0" fmla="*/ 594 w 1058"/>
                <a:gd name="T1" fmla="*/ 0 h 1345"/>
                <a:gd name="T2" fmla="*/ 412 w 1058"/>
                <a:gd name="T3" fmla="*/ 41 h 1345"/>
                <a:gd name="T4" fmla="*/ 315 w 1058"/>
                <a:gd name="T5" fmla="*/ 133 h 1345"/>
                <a:gd name="T6" fmla="*/ 361 w 1058"/>
                <a:gd name="T7" fmla="*/ 287 h 1345"/>
                <a:gd name="T8" fmla="*/ 206 w 1058"/>
                <a:gd name="T9" fmla="*/ 380 h 1345"/>
                <a:gd name="T10" fmla="*/ 79 w 1058"/>
                <a:gd name="T11" fmla="*/ 514 h 1345"/>
                <a:gd name="T12" fmla="*/ 7 w 1058"/>
                <a:gd name="T13" fmla="*/ 696 h 1345"/>
                <a:gd name="T14" fmla="*/ 0 w 1058"/>
                <a:gd name="T15" fmla="*/ 895 h 1345"/>
                <a:gd name="T16" fmla="*/ 72 w 1058"/>
                <a:gd name="T17" fmla="*/ 1081 h 1345"/>
                <a:gd name="T18" fmla="*/ 257 w 1058"/>
                <a:gd name="T19" fmla="*/ 1245 h 1345"/>
                <a:gd name="T20" fmla="*/ 526 w 1058"/>
                <a:gd name="T21" fmla="*/ 1338 h 1345"/>
                <a:gd name="T22" fmla="*/ 748 w 1058"/>
                <a:gd name="T23" fmla="*/ 1334 h 1345"/>
                <a:gd name="T24" fmla="*/ 903 w 1058"/>
                <a:gd name="T25" fmla="*/ 1225 h 1345"/>
                <a:gd name="T26" fmla="*/ 1017 w 1058"/>
                <a:gd name="T27" fmla="*/ 1060 h 1345"/>
                <a:gd name="T28" fmla="*/ 1058 w 1058"/>
                <a:gd name="T29" fmla="*/ 871 h 1345"/>
                <a:gd name="T30" fmla="*/ 1020 w 1058"/>
                <a:gd name="T31" fmla="*/ 669 h 1345"/>
                <a:gd name="T32" fmla="*/ 892 w 1058"/>
                <a:gd name="T33" fmla="*/ 470 h 1345"/>
                <a:gd name="T34" fmla="*/ 762 w 1058"/>
                <a:gd name="T35" fmla="*/ 376 h 1345"/>
                <a:gd name="T36" fmla="*/ 604 w 1058"/>
                <a:gd name="T37" fmla="*/ 325 h 1345"/>
                <a:gd name="T38" fmla="*/ 676 w 1058"/>
                <a:gd name="T39" fmla="*/ 387 h 1345"/>
                <a:gd name="T40" fmla="*/ 793 w 1058"/>
                <a:gd name="T41" fmla="*/ 432 h 1345"/>
                <a:gd name="T42" fmla="*/ 903 w 1058"/>
                <a:gd name="T43" fmla="*/ 562 h 1345"/>
                <a:gd name="T44" fmla="*/ 969 w 1058"/>
                <a:gd name="T45" fmla="*/ 669 h 1345"/>
                <a:gd name="T46" fmla="*/ 1010 w 1058"/>
                <a:gd name="T47" fmla="*/ 840 h 1345"/>
                <a:gd name="T48" fmla="*/ 989 w 1058"/>
                <a:gd name="T49" fmla="*/ 987 h 1345"/>
                <a:gd name="T50" fmla="*/ 916 w 1058"/>
                <a:gd name="T51" fmla="*/ 1129 h 1345"/>
                <a:gd name="T52" fmla="*/ 824 w 1058"/>
                <a:gd name="T53" fmla="*/ 1231 h 1345"/>
                <a:gd name="T54" fmla="*/ 711 w 1058"/>
                <a:gd name="T55" fmla="*/ 1293 h 1345"/>
                <a:gd name="T56" fmla="*/ 574 w 1058"/>
                <a:gd name="T57" fmla="*/ 1297 h 1345"/>
                <a:gd name="T58" fmla="*/ 371 w 1058"/>
                <a:gd name="T59" fmla="*/ 1245 h 1345"/>
                <a:gd name="T60" fmla="*/ 213 w 1058"/>
                <a:gd name="T61" fmla="*/ 1153 h 1345"/>
                <a:gd name="T62" fmla="*/ 110 w 1058"/>
                <a:gd name="T63" fmla="*/ 1046 h 1345"/>
                <a:gd name="T64" fmla="*/ 51 w 1058"/>
                <a:gd name="T65" fmla="*/ 905 h 1345"/>
                <a:gd name="T66" fmla="*/ 51 w 1058"/>
                <a:gd name="T67" fmla="*/ 710 h 1345"/>
                <a:gd name="T68" fmla="*/ 99 w 1058"/>
                <a:gd name="T69" fmla="*/ 556 h 1345"/>
                <a:gd name="T70" fmla="*/ 216 w 1058"/>
                <a:gd name="T71" fmla="*/ 432 h 1345"/>
                <a:gd name="T72" fmla="*/ 347 w 1058"/>
                <a:gd name="T73" fmla="*/ 356 h 1345"/>
                <a:gd name="T74" fmla="*/ 440 w 1058"/>
                <a:gd name="T75" fmla="*/ 318 h 1345"/>
                <a:gd name="T76" fmla="*/ 388 w 1058"/>
                <a:gd name="T77" fmla="*/ 150 h 1345"/>
                <a:gd name="T78" fmla="*/ 423 w 1058"/>
                <a:gd name="T79" fmla="*/ 102 h 1345"/>
                <a:gd name="T80" fmla="*/ 532 w 1058"/>
                <a:gd name="T81" fmla="*/ 58 h 1345"/>
                <a:gd name="T82" fmla="*/ 563 w 1058"/>
                <a:gd name="T83" fmla="*/ 161 h 1345"/>
                <a:gd name="T84" fmla="*/ 526 w 1058"/>
                <a:gd name="T85" fmla="*/ 400 h 1345"/>
                <a:gd name="T86" fmla="*/ 608 w 1058"/>
                <a:gd name="T87" fmla="*/ 460 h 134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58" h="1345">
                  <a:moveTo>
                    <a:pt x="608" y="460"/>
                  </a:moveTo>
                  <a:lnTo>
                    <a:pt x="594" y="0"/>
                  </a:lnTo>
                  <a:lnTo>
                    <a:pt x="532" y="10"/>
                  </a:lnTo>
                  <a:lnTo>
                    <a:pt x="412" y="41"/>
                  </a:lnTo>
                  <a:lnTo>
                    <a:pt x="340" y="78"/>
                  </a:lnTo>
                  <a:lnTo>
                    <a:pt x="315" y="133"/>
                  </a:lnTo>
                  <a:lnTo>
                    <a:pt x="358" y="253"/>
                  </a:lnTo>
                  <a:lnTo>
                    <a:pt x="361" y="287"/>
                  </a:lnTo>
                  <a:lnTo>
                    <a:pt x="278" y="328"/>
                  </a:lnTo>
                  <a:lnTo>
                    <a:pt x="206" y="380"/>
                  </a:lnTo>
                  <a:lnTo>
                    <a:pt x="151" y="439"/>
                  </a:lnTo>
                  <a:lnTo>
                    <a:pt x="79" y="514"/>
                  </a:lnTo>
                  <a:lnTo>
                    <a:pt x="31" y="597"/>
                  </a:lnTo>
                  <a:lnTo>
                    <a:pt x="7" y="696"/>
                  </a:lnTo>
                  <a:lnTo>
                    <a:pt x="0" y="778"/>
                  </a:lnTo>
                  <a:lnTo>
                    <a:pt x="0" y="895"/>
                  </a:lnTo>
                  <a:lnTo>
                    <a:pt x="27" y="1015"/>
                  </a:lnTo>
                  <a:lnTo>
                    <a:pt x="72" y="1081"/>
                  </a:lnTo>
                  <a:lnTo>
                    <a:pt x="154" y="1163"/>
                  </a:lnTo>
                  <a:lnTo>
                    <a:pt x="257" y="1245"/>
                  </a:lnTo>
                  <a:lnTo>
                    <a:pt x="378" y="1303"/>
                  </a:lnTo>
                  <a:lnTo>
                    <a:pt x="526" y="1338"/>
                  </a:lnTo>
                  <a:lnTo>
                    <a:pt x="666" y="1345"/>
                  </a:lnTo>
                  <a:lnTo>
                    <a:pt x="748" y="1334"/>
                  </a:lnTo>
                  <a:lnTo>
                    <a:pt x="820" y="1293"/>
                  </a:lnTo>
                  <a:lnTo>
                    <a:pt x="903" y="1225"/>
                  </a:lnTo>
                  <a:lnTo>
                    <a:pt x="947" y="1153"/>
                  </a:lnTo>
                  <a:lnTo>
                    <a:pt x="1017" y="1060"/>
                  </a:lnTo>
                  <a:lnTo>
                    <a:pt x="1041" y="973"/>
                  </a:lnTo>
                  <a:lnTo>
                    <a:pt x="1058" y="871"/>
                  </a:lnTo>
                  <a:lnTo>
                    <a:pt x="1048" y="768"/>
                  </a:lnTo>
                  <a:lnTo>
                    <a:pt x="1020" y="669"/>
                  </a:lnTo>
                  <a:lnTo>
                    <a:pt x="969" y="566"/>
                  </a:lnTo>
                  <a:lnTo>
                    <a:pt x="892" y="470"/>
                  </a:lnTo>
                  <a:lnTo>
                    <a:pt x="831" y="407"/>
                  </a:lnTo>
                  <a:lnTo>
                    <a:pt x="762" y="376"/>
                  </a:lnTo>
                  <a:lnTo>
                    <a:pt x="670" y="339"/>
                  </a:lnTo>
                  <a:lnTo>
                    <a:pt x="604" y="325"/>
                  </a:lnTo>
                  <a:lnTo>
                    <a:pt x="604" y="366"/>
                  </a:lnTo>
                  <a:lnTo>
                    <a:pt x="676" y="387"/>
                  </a:lnTo>
                  <a:lnTo>
                    <a:pt x="738" y="400"/>
                  </a:lnTo>
                  <a:lnTo>
                    <a:pt x="793" y="432"/>
                  </a:lnTo>
                  <a:lnTo>
                    <a:pt x="855" y="494"/>
                  </a:lnTo>
                  <a:lnTo>
                    <a:pt x="903" y="562"/>
                  </a:lnTo>
                  <a:lnTo>
                    <a:pt x="934" y="607"/>
                  </a:lnTo>
                  <a:lnTo>
                    <a:pt x="969" y="669"/>
                  </a:lnTo>
                  <a:lnTo>
                    <a:pt x="996" y="758"/>
                  </a:lnTo>
                  <a:lnTo>
                    <a:pt x="1010" y="840"/>
                  </a:lnTo>
                  <a:lnTo>
                    <a:pt x="1010" y="912"/>
                  </a:lnTo>
                  <a:lnTo>
                    <a:pt x="989" y="987"/>
                  </a:lnTo>
                  <a:lnTo>
                    <a:pt x="965" y="1060"/>
                  </a:lnTo>
                  <a:lnTo>
                    <a:pt x="916" y="1129"/>
                  </a:lnTo>
                  <a:lnTo>
                    <a:pt x="872" y="1183"/>
                  </a:lnTo>
                  <a:lnTo>
                    <a:pt x="824" y="1231"/>
                  </a:lnTo>
                  <a:lnTo>
                    <a:pt x="762" y="1262"/>
                  </a:lnTo>
                  <a:lnTo>
                    <a:pt x="711" y="1293"/>
                  </a:lnTo>
                  <a:lnTo>
                    <a:pt x="659" y="1303"/>
                  </a:lnTo>
                  <a:lnTo>
                    <a:pt x="574" y="1297"/>
                  </a:lnTo>
                  <a:lnTo>
                    <a:pt x="471" y="1283"/>
                  </a:lnTo>
                  <a:lnTo>
                    <a:pt x="371" y="1245"/>
                  </a:lnTo>
                  <a:lnTo>
                    <a:pt x="288" y="1204"/>
                  </a:lnTo>
                  <a:lnTo>
                    <a:pt x="213" y="1153"/>
                  </a:lnTo>
                  <a:lnTo>
                    <a:pt x="151" y="1098"/>
                  </a:lnTo>
                  <a:lnTo>
                    <a:pt x="110" y="1046"/>
                  </a:lnTo>
                  <a:lnTo>
                    <a:pt x="69" y="984"/>
                  </a:lnTo>
                  <a:lnTo>
                    <a:pt x="51" y="905"/>
                  </a:lnTo>
                  <a:lnTo>
                    <a:pt x="48" y="799"/>
                  </a:lnTo>
                  <a:lnTo>
                    <a:pt x="51" y="710"/>
                  </a:lnTo>
                  <a:lnTo>
                    <a:pt x="72" y="634"/>
                  </a:lnTo>
                  <a:lnTo>
                    <a:pt x="99" y="556"/>
                  </a:lnTo>
                  <a:lnTo>
                    <a:pt x="154" y="490"/>
                  </a:lnTo>
                  <a:lnTo>
                    <a:pt x="216" y="432"/>
                  </a:lnTo>
                  <a:lnTo>
                    <a:pt x="278" y="390"/>
                  </a:lnTo>
                  <a:lnTo>
                    <a:pt x="347" y="356"/>
                  </a:lnTo>
                  <a:lnTo>
                    <a:pt x="399" y="328"/>
                  </a:lnTo>
                  <a:lnTo>
                    <a:pt x="440" y="318"/>
                  </a:lnTo>
                  <a:lnTo>
                    <a:pt x="440" y="304"/>
                  </a:lnTo>
                  <a:lnTo>
                    <a:pt x="388" y="150"/>
                  </a:lnTo>
                  <a:lnTo>
                    <a:pt x="388" y="123"/>
                  </a:lnTo>
                  <a:lnTo>
                    <a:pt x="423" y="102"/>
                  </a:lnTo>
                  <a:lnTo>
                    <a:pt x="471" y="71"/>
                  </a:lnTo>
                  <a:lnTo>
                    <a:pt x="532" y="58"/>
                  </a:lnTo>
                  <a:lnTo>
                    <a:pt x="556" y="58"/>
                  </a:lnTo>
                  <a:lnTo>
                    <a:pt x="563" y="161"/>
                  </a:lnTo>
                  <a:lnTo>
                    <a:pt x="546" y="304"/>
                  </a:lnTo>
                  <a:lnTo>
                    <a:pt x="526" y="400"/>
                  </a:lnTo>
                  <a:lnTo>
                    <a:pt x="563" y="439"/>
                  </a:lnTo>
                  <a:lnTo>
                    <a:pt x="608" y="46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70" name="Freeform 115">
              <a:extLst>
                <a:ext uri="{FF2B5EF4-FFF2-40B4-BE49-F238E27FC236}">
                  <a16:creationId xmlns:a16="http://schemas.microsoft.com/office/drawing/2014/main" id="{64852F1C-FDB3-4067-B357-830A1959286C}"/>
                </a:ext>
              </a:extLst>
            </p:cNvPr>
            <p:cNvSpPr>
              <a:spLocks/>
            </p:cNvSpPr>
            <p:nvPr/>
          </p:nvSpPr>
          <p:spPr bwMode="auto">
            <a:xfrm>
              <a:off x="1943" y="1727"/>
              <a:ext cx="168" cy="402"/>
            </a:xfrm>
            <a:custGeom>
              <a:avLst/>
              <a:gdLst>
                <a:gd name="T0" fmla="*/ 154 w 168"/>
                <a:gd name="T1" fmla="*/ 341 h 402"/>
                <a:gd name="T2" fmla="*/ 154 w 168"/>
                <a:gd name="T3" fmla="*/ 282 h 402"/>
                <a:gd name="T4" fmla="*/ 137 w 168"/>
                <a:gd name="T5" fmla="*/ 190 h 402"/>
                <a:gd name="T6" fmla="*/ 103 w 168"/>
                <a:gd name="T7" fmla="*/ 135 h 402"/>
                <a:gd name="T8" fmla="*/ 55 w 168"/>
                <a:gd name="T9" fmla="*/ 31 h 402"/>
                <a:gd name="T10" fmla="*/ 34 w 168"/>
                <a:gd name="T11" fmla="*/ 0 h 402"/>
                <a:gd name="T12" fmla="*/ 0 w 168"/>
                <a:gd name="T13" fmla="*/ 21 h 402"/>
                <a:gd name="T14" fmla="*/ 0 w 168"/>
                <a:gd name="T15" fmla="*/ 45 h 402"/>
                <a:gd name="T16" fmla="*/ 24 w 168"/>
                <a:gd name="T17" fmla="*/ 86 h 402"/>
                <a:gd name="T18" fmla="*/ 61 w 168"/>
                <a:gd name="T19" fmla="*/ 169 h 402"/>
                <a:gd name="T20" fmla="*/ 92 w 168"/>
                <a:gd name="T21" fmla="*/ 231 h 402"/>
                <a:gd name="T22" fmla="*/ 96 w 168"/>
                <a:gd name="T23" fmla="*/ 289 h 402"/>
                <a:gd name="T24" fmla="*/ 106 w 168"/>
                <a:gd name="T25" fmla="*/ 382 h 402"/>
                <a:gd name="T26" fmla="*/ 137 w 168"/>
                <a:gd name="T27" fmla="*/ 402 h 402"/>
                <a:gd name="T28" fmla="*/ 168 w 168"/>
                <a:gd name="T29" fmla="*/ 375 h 402"/>
                <a:gd name="T30" fmla="*/ 154 w 168"/>
                <a:gd name="T31" fmla="*/ 341 h 4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8" h="402">
                  <a:moveTo>
                    <a:pt x="154" y="341"/>
                  </a:moveTo>
                  <a:lnTo>
                    <a:pt x="154" y="282"/>
                  </a:lnTo>
                  <a:lnTo>
                    <a:pt x="137" y="190"/>
                  </a:lnTo>
                  <a:lnTo>
                    <a:pt x="103" y="135"/>
                  </a:lnTo>
                  <a:lnTo>
                    <a:pt x="55" y="31"/>
                  </a:lnTo>
                  <a:lnTo>
                    <a:pt x="34" y="0"/>
                  </a:lnTo>
                  <a:lnTo>
                    <a:pt x="0" y="21"/>
                  </a:lnTo>
                  <a:lnTo>
                    <a:pt x="0" y="45"/>
                  </a:lnTo>
                  <a:lnTo>
                    <a:pt x="24" y="86"/>
                  </a:lnTo>
                  <a:lnTo>
                    <a:pt x="61" y="169"/>
                  </a:lnTo>
                  <a:lnTo>
                    <a:pt x="92" y="231"/>
                  </a:lnTo>
                  <a:lnTo>
                    <a:pt x="96" y="289"/>
                  </a:lnTo>
                  <a:lnTo>
                    <a:pt x="106" y="382"/>
                  </a:lnTo>
                  <a:lnTo>
                    <a:pt x="137" y="402"/>
                  </a:lnTo>
                  <a:lnTo>
                    <a:pt x="168" y="375"/>
                  </a:lnTo>
                  <a:lnTo>
                    <a:pt x="154" y="34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71" name="Freeform 116">
              <a:extLst>
                <a:ext uri="{FF2B5EF4-FFF2-40B4-BE49-F238E27FC236}">
                  <a16:creationId xmlns:a16="http://schemas.microsoft.com/office/drawing/2014/main" id="{E70AF32F-4D60-4599-A90D-42C4DDAAFB18}"/>
                </a:ext>
              </a:extLst>
            </p:cNvPr>
            <p:cNvSpPr>
              <a:spLocks/>
            </p:cNvSpPr>
            <p:nvPr/>
          </p:nvSpPr>
          <p:spPr bwMode="auto">
            <a:xfrm>
              <a:off x="2090" y="1735"/>
              <a:ext cx="182" cy="92"/>
            </a:xfrm>
            <a:custGeom>
              <a:avLst/>
              <a:gdLst>
                <a:gd name="T0" fmla="*/ 182 w 182"/>
                <a:gd name="T1" fmla="*/ 85 h 92"/>
                <a:gd name="T2" fmla="*/ 171 w 182"/>
                <a:gd name="T3" fmla="*/ 61 h 92"/>
                <a:gd name="T4" fmla="*/ 113 w 182"/>
                <a:gd name="T5" fmla="*/ 24 h 92"/>
                <a:gd name="T6" fmla="*/ 51 w 182"/>
                <a:gd name="T7" fmla="*/ 0 h 92"/>
                <a:gd name="T8" fmla="*/ 17 w 182"/>
                <a:gd name="T9" fmla="*/ 0 h 92"/>
                <a:gd name="T10" fmla="*/ 0 w 182"/>
                <a:gd name="T11" fmla="*/ 20 h 92"/>
                <a:gd name="T12" fmla="*/ 10 w 182"/>
                <a:gd name="T13" fmla="*/ 51 h 92"/>
                <a:gd name="T14" fmla="*/ 68 w 182"/>
                <a:gd name="T15" fmla="*/ 71 h 92"/>
                <a:gd name="T16" fmla="*/ 151 w 182"/>
                <a:gd name="T17" fmla="*/ 92 h 92"/>
                <a:gd name="T18" fmla="*/ 182 w 182"/>
                <a:gd name="T19" fmla="*/ 85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2" h="92">
                  <a:moveTo>
                    <a:pt x="182" y="85"/>
                  </a:moveTo>
                  <a:lnTo>
                    <a:pt x="171" y="61"/>
                  </a:lnTo>
                  <a:lnTo>
                    <a:pt x="113" y="24"/>
                  </a:lnTo>
                  <a:lnTo>
                    <a:pt x="51" y="0"/>
                  </a:lnTo>
                  <a:lnTo>
                    <a:pt x="17" y="0"/>
                  </a:lnTo>
                  <a:lnTo>
                    <a:pt x="0" y="20"/>
                  </a:lnTo>
                  <a:lnTo>
                    <a:pt x="10" y="51"/>
                  </a:lnTo>
                  <a:lnTo>
                    <a:pt x="68" y="71"/>
                  </a:lnTo>
                  <a:lnTo>
                    <a:pt x="151" y="92"/>
                  </a:lnTo>
                  <a:lnTo>
                    <a:pt x="182" y="8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72" name="Freeform 117">
              <a:extLst>
                <a:ext uri="{FF2B5EF4-FFF2-40B4-BE49-F238E27FC236}">
                  <a16:creationId xmlns:a16="http://schemas.microsoft.com/office/drawing/2014/main" id="{A0D62B34-0585-4A7C-B728-149C43248052}"/>
                </a:ext>
              </a:extLst>
            </p:cNvPr>
            <p:cNvSpPr>
              <a:spLocks/>
            </p:cNvSpPr>
            <p:nvPr/>
          </p:nvSpPr>
          <p:spPr bwMode="auto">
            <a:xfrm>
              <a:off x="2047" y="1458"/>
              <a:ext cx="129" cy="168"/>
            </a:xfrm>
            <a:custGeom>
              <a:avLst/>
              <a:gdLst>
                <a:gd name="T0" fmla="*/ 123 w 129"/>
                <a:gd name="T1" fmla="*/ 0 h 168"/>
                <a:gd name="T2" fmla="*/ 129 w 129"/>
                <a:gd name="T3" fmla="*/ 24 h 168"/>
                <a:gd name="T4" fmla="*/ 92 w 129"/>
                <a:gd name="T5" fmla="*/ 106 h 168"/>
                <a:gd name="T6" fmla="*/ 62 w 129"/>
                <a:gd name="T7" fmla="*/ 147 h 168"/>
                <a:gd name="T8" fmla="*/ 38 w 129"/>
                <a:gd name="T9" fmla="*/ 168 h 168"/>
                <a:gd name="T10" fmla="*/ 11 w 129"/>
                <a:gd name="T11" fmla="*/ 168 h 168"/>
                <a:gd name="T12" fmla="*/ 0 w 129"/>
                <a:gd name="T13" fmla="*/ 147 h 168"/>
                <a:gd name="T14" fmla="*/ 7 w 129"/>
                <a:gd name="T15" fmla="*/ 116 h 168"/>
                <a:gd name="T16" fmla="*/ 79 w 129"/>
                <a:gd name="T17" fmla="*/ 44 h 168"/>
                <a:gd name="T18" fmla="*/ 123 w 129"/>
                <a:gd name="T19" fmla="*/ 0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9" h="168">
                  <a:moveTo>
                    <a:pt x="123" y="0"/>
                  </a:moveTo>
                  <a:lnTo>
                    <a:pt x="129" y="24"/>
                  </a:lnTo>
                  <a:lnTo>
                    <a:pt x="92" y="106"/>
                  </a:lnTo>
                  <a:lnTo>
                    <a:pt x="62" y="147"/>
                  </a:lnTo>
                  <a:lnTo>
                    <a:pt x="38" y="168"/>
                  </a:lnTo>
                  <a:lnTo>
                    <a:pt x="11" y="168"/>
                  </a:lnTo>
                  <a:lnTo>
                    <a:pt x="0" y="147"/>
                  </a:lnTo>
                  <a:lnTo>
                    <a:pt x="7" y="116"/>
                  </a:lnTo>
                  <a:lnTo>
                    <a:pt x="79" y="44"/>
                  </a:lnTo>
                  <a:lnTo>
                    <a:pt x="12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73" name="Freeform 118">
              <a:extLst>
                <a:ext uri="{FF2B5EF4-FFF2-40B4-BE49-F238E27FC236}">
                  <a16:creationId xmlns:a16="http://schemas.microsoft.com/office/drawing/2014/main" id="{BA86FC78-4809-4F36-992F-93E3D190F8AC}"/>
                </a:ext>
              </a:extLst>
            </p:cNvPr>
            <p:cNvSpPr>
              <a:spLocks/>
            </p:cNvSpPr>
            <p:nvPr/>
          </p:nvSpPr>
          <p:spPr bwMode="auto">
            <a:xfrm>
              <a:off x="1914" y="1385"/>
              <a:ext cx="69" cy="187"/>
            </a:xfrm>
            <a:custGeom>
              <a:avLst/>
              <a:gdLst>
                <a:gd name="T0" fmla="*/ 10 w 69"/>
                <a:gd name="T1" fmla="*/ 0 h 187"/>
                <a:gd name="T2" fmla="*/ 42 w 69"/>
                <a:gd name="T3" fmla="*/ 55 h 187"/>
                <a:gd name="T4" fmla="*/ 59 w 69"/>
                <a:gd name="T5" fmla="*/ 116 h 187"/>
                <a:gd name="T6" fmla="*/ 69 w 69"/>
                <a:gd name="T7" fmla="*/ 163 h 187"/>
                <a:gd name="T8" fmla="*/ 52 w 69"/>
                <a:gd name="T9" fmla="*/ 187 h 187"/>
                <a:gd name="T10" fmla="*/ 28 w 69"/>
                <a:gd name="T11" fmla="*/ 187 h 187"/>
                <a:gd name="T12" fmla="*/ 18 w 69"/>
                <a:gd name="T13" fmla="*/ 167 h 187"/>
                <a:gd name="T14" fmla="*/ 0 w 69"/>
                <a:gd name="T15" fmla="*/ 126 h 187"/>
                <a:gd name="T16" fmla="*/ 0 w 69"/>
                <a:gd name="T17" fmla="*/ 61 h 187"/>
                <a:gd name="T18" fmla="*/ 10 w 69"/>
                <a:gd name="T19" fmla="*/ 0 h 1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9" h="187">
                  <a:moveTo>
                    <a:pt x="10" y="0"/>
                  </a:moveTo>
                  <a:lnTo>
                    <a:pt x="42" y="55"/>
                  </a:lnTo>
                  <a:lnTo>
                    <a:pt x="59" y="116"/>
                  </a:lnTo>
                  <a:lnTo>
                    <a:pt x="69" y="163"/>
                  </a:lnTo>
                  <a:lnTo>
                    <a:pt x="52" y="187"/>
                  </a:lnTo>
                  <a:lnTo>
                    <a:pt x="28" y="187"/>
                  </a:lnTo>
                  <a:lnTo>
                    <a:pt x="18" y="167"/>
                  </a:lnTo>
                  <a:lnTo>
                    <a:pt x="0" y="126"/>
                  </a:lnTo>
                  <a:lnTo>
                    <a:pt x="0" y="61"/>
                  </a:lnTo>
                  <a:lnTo>
                    <a:pt x="1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74" name="Freeform 119">
              <a:extLst>
                <a:ext uri="{FF2B5EF4-FFF2-40B4-BE49-F238E27FC236}">
                  <a16:creationId xmlns:a16="http://schemas.microsoft.com/office/drawing/2014/main" id="{20F29656-0F59-4EED-8C88-78C52CEC184B}"/>
                </a:ext>
              </a:extLst>
            </p:cNvPr>
            <p:cNvSpPr>
              <a:spLocks/>
            </p:cNvSpPr>
            <p:nvPr/>
          </p:nvSpPr>
          <p:spPr bwMode="auto">
            <a:xfrm>
              <a:off x="1673" y="1538"/>
              <a:ext cx="185" cy="93"/>
            </a:xfrm>
            <a:custGeom>
              <a:avLst/>
              <a:gdLst>
                <a:gd name="T0" fmla="*/ 0 w 185"/>
                <a:gd name="T1" fmla="*/ 0 h 93"/>
                <a:gd name="T2" fmla="*/ 89 w 185"/>
                <a:gd name="T3" fmla="*/ 11 h 93"/>
                <a:gd name="T4" fmla="*/ 154 w 185"/>
                <a:gd name="T5" fmla="*/ 28 h 93"/>
                <a:gd name="T6" fmla="*/ 185 w 185"/>
                <a:gd name="T7" fmla="*/ 52 h 93"/>
                <a:gd name="T8" fmla="*/ 174 w 185"/>
                <a:gd name="T9" fmla="*/ 83 h 93"/>
                <a:gd name="T10" fmla="*/ 154 w 185"/>
                <a:gd name="T11" fmla="*/ 93 h 93"/>
                <a:gd name="T12" fmla="*/ 102 w 185"/>
                <a:gd name="T13" fmla="*/ 79 h 93"/>
                <a:gd name="T14" fmla="*/ 0 w 185"/>
                <a:gd name="T15" fmla="*/ 0 h 9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5" h="93">
                  <a:moveTo>
                    <a:pt x="0" y="0"/>
                  </a:moveTo>
                  <a:lnTo>
                    <a:pt x="89" y="11"/>
                  </a:lnTo>
                  <a:lnTo>
                    <a:pt x="154" y="28"/>
                  </a:lnTo>
                  <a:lnTo>
                    <a:pt x="185" y="52"/>
                  </a:lnTo>
                  <a:lnTo>
                    <a:pt x="174" y="83"/>
                  </a:lnTo>
                  <a:lnTo>
                    <a:pt x="154" y="93"/>
                  </a:lnTo>
                  <a:lnTo>
                    <a:pt x="102" y="79"/>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75" name="Freeform 120">
              <a:extLst>
                <a:ext uri="{FF2B5EF4-FFF2-40B4-BE49-F238E27FC236}">
                  <a16:creationId xmlns:a16="http://schemas.microsoft.com/office/drawing/2014/main" id="{FA089DD3-4263-410E-A3C7-32A1ECFDF5D1}"/>
                </a:ext>
              </a:extLst>
            </p:cNvPr>
            <p:cNvSpPr>
              <a:spLocks/>
            </p:cNvSpPr>
            <p:nvPr/>
          </p:nvSpPr>
          <p:spPr bwMode="auto">
            <a:xfrm>
              <a:off x="1652" y="1696"/>
              <a:ext cx="205" cy="143"/>
            </a:xfrm>
            <a:custGeom>
              <a:avLst/>
              <a:gdLst>
                <a:gd name="T0" fmla="*/ 11 w 205"/>
                <a:gd name="T1" fmla="*/ 102 h 143"/>
                <a:gd name="T2" fmla="*/ 52 w 205"/>
                <a:gd name="T3" fmla="*/ 57 h 143"/>
                <a:gd name="T4" fmla="*/ 117 w 205"/>
                <a:gd name="T5" fmla="*/ 17 h 143"/>
                <a:gd name="T6" fmla="*/ 175 w 205"/>
                <a:gd name="T7" fmla="*/ 0 h 143"/>
                <a:gd name="T8" fmla="*/ 199 w 205"/>
                <a:gd name="T9" fmla="*/ 0 h 143"/>
                <a:gd name="T10" fmla="*/ 205 w 205"/>
                <a:gd name="T11" fmla="*/ 30 h 143"/>
                <a:gd name="T12" fmla="*/ 188 w 205"/>
                <a:gd name="T13" fmla="*/ 51 h 143"/>
                <a:gd name="T14" fmla="*/ 144 w 205"/>
                <a:gd name="T15" fmla="*/ 61 h 143"/>
                <a:gd name="T16" fmla="*/ 103 w 205"/>
                <a:gd name="T17" fmla="*/ 61 h 143"/>
                <a:gd name="T18" fmla="*/ 55 w 205"/>
                <a:gd name="T19" fmla="*/ 91 h 143"/>
                <a:gd name="T20" fmla="*/ 14 w 205"/>
                <a:gd name="T21" fmla="*/ 129 h 143"/>
                <a:gd name="T22" fmla="*/ 0 w 205"/>
                <a:gd name="T23" fmla="*/ 143 h 143"/>
                <a:gd name="T24" fmla="*/ 11 w 205"/>
                <a:gd name="T25" fmla="*/ 102 h 1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5" h="143">
                  <a:moveTo>
                    <a:pt x="11" y="102"/>
                  </a:moveTo>
                  <a:lnTo>
                    <a:pt x="52" y="57"/>
                  </a:lnTo>
                  <a:lnTo>
                    <a:pt x="117" y="17"/>
                  </a:lnTo>
                  <a:lnTo>
                    <a:pt x="175" y="0"/>
                  </a:lnTo>
                  <a:lnTo>
                    <a:pt x="199" y="0"/>
                  </a:lnTo>
                  <a:lnTo>
                    <a:pt x="205" y="30"/>
                  </a:lnTo>
                  <a:lnTo>
                    <a:pt x="188" y="51"/>
                  </a:lnTo>
                  <a:lnTo>
                    <a:pt x="144" y="61"/>
                  </a:lnTo>
                  <a:lnTo>
                    <a:pt x="103" y="61"/>
                  </a:lnTo>
                  <a:lnTo>
                    <a:pt x="55" y="91"/>
                  </a:lnTo>
                  <a:lnTo>
                    <a:pt x="14" y="129"/>
                  </a:lnTo>
                  <a:lnTo>
                    <a:pt x="0" y="143"/>
                  </a:lnTo>
                  <a:lnTo>
                    <a:pt x="11" y="10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40976" name="Freeform 121">
              <a:extLst>
                <a:ext uri="{FF2B5EF4-FFF2-40B4-BE49-F238E27FC236}">
                  <a16:creationId xmlns:a16="http://schemas.microsoft.com/office/drawing/2014/main" id="{DA265657-BEB3-4FC1-A72D-2BC921D14BF5}"/>
                </a:ext>
              </a:extLst>
            </p:cNvPr>
            <p:cNvSpPr>
              <a:spLocks/>
            </p:cNvSpPr>
            <p:nvPr/>
          </p:nvSpPr>
          <p:spPr bwMode="auto">
            <a:xfrm>
              <a:off x="1874" y="1818"/>
              <a:ext cx="54" cy="104"/>
            </a:xfrm>
            <a:custGeom>
              <a:avLst/>
              <a:gdLst>
                <a:gd name="T0" fmla="*/ 25 w 54"/>
                <a:gd name="T1" fmla="*/ 104 h 104"/>
                <a:gd name="T2" fmla="*/ 0 w 54"/>
                <a:gd name="T3" fmla="*/ 60 h 104"/>
                <a:gd name="T4" fmla="*/ 0 w 54"/>
                <a:gd name="T5" fmla="*/ 18 h 104"/>
                <a:gd name="T6" fmla="*/ 30 w 54"/>
                <a:gd name="T7" fmla="*/ 0 h 104"/>
                <a:gd name="T8" fmla="*/ 54 w 54"/>
                <a:gd name="T9" fmla="*/ 21 h 104"/>
                <a:gd name="T10" fmla="*/ 40 w 54"/>
                <a:gd name="T11" fmla="*/ 63 h 104"/>
                <a:gd name="T12" fmla="*/ 25 w 54"/>
                <a:gd name="T13" fmla="*/ 104 h 10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 h="104">
                  <a:moveTo>
                    <a:pt x="25" y="104"/>
                  </a:moveTo>
                  <a:lnTo>
                    <a:pt x="0" y="60"/>
                  </a:lnTo>
                  <a:lnTo>
                    <a:pt x="0" y="18"/>
                  </a:lnTo>
                  <a:lnTo>
                    <a:pt x="30" y="0"/>
                  </a:lnTo>
                  <a:lnTo>
                    <a:pt x="54" y="21"/>
                  </a:lnTo>
                  <a:lnTo>
                    <a:pt x="40" y="63"/>
                  </a:lnTo>
                  <a:lnTo>
                    <a:pt x="25" y="104"/>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40" name="Group 8">
            <a:extLst>
              <a:ext uri="{FF2B5EF4-FFF2-40B4-BE49-F238E27FC236}">
                <a16:creationId xmlns:a16="http://schemas.microsoft.com/office/drawing/2014/main" id="{85E08346-446A-48DD-81A8-FD32506BC8CF}"/>
              </a:ext>
            </a:extLst>
          </p:cNvPr>
          <p:cNvGrpSpPr>
            <a:grpSpLocks/>
          </p:cNvGrpSpPr>
          <p:nvPr/>
        </p:nvGrpSpPr>
        <p:grpSpPr bwMode="auto">
          <a:xfrm>
            <a:off x="6067434" y="3465465"/>
            <a:ext cx="441325" cy="1066800"/>
            <a:chOff x="864" y="465"/>
            <a:chExt cx="1046" cy="2358"/>
          </a:xfrm>
        </p:grpSpPr>
        <p:grpSp>
          <p:nvGrpSpPr>
            <p:cNvPr id="41" name="Group 9">
              <a:extLst>
                <a:ext uri="{FF2B5EF4-FFF2-40B4-BE49-F238E27FC236}">
                  <a16:creationId xmlns:a16="http://schemas.microsoft.com/office/drawing/2014/main" id="{59589915-1FA1-4152-96E0-ED58D9B2270A}"/>
                </a:ext>
              </a:extLst>
            </p:cNvPr>
            <p:cNvGrpSpPr>
              <a:grpSpLocks/>
            </p:cNvGrpSpPr>
            <p:nvPr/>
          </p:nvGrpSpPr>
          <p:grpSpPr bwMode="auto">
            <a:xfrm>
              <a:off x="864" y="465"/>
              <a:ext cx="1008" cy="2319"/>
              <a:chOff x="587" y="528"/>
              <a:chExt cx="1008" cy="2319"/>
            </a:xfrm>
          </p:grpSpPr>
          <p:grpSp>
            <p:nvGrpSpPr>
              <p:cNvPr id="44" name="Group 10">
                <a:extLst>
                  <a:ext uri="{FF2B5EF4-FFF2-40B4-BE49-F238E27FC236}">
                    <a16:creationId xmlns:a16="http://schemas.microsoft.com/office/drawing/2014/main" id="{B9C692F6-3D70-445E-97A3-2A15CB437211}"/>
                  </a:ext>
                </a:extLst>
              </p:cNvPr>
              <p:cNvGrpSpPr>
                <a:grpSpLocks/>
              </p:cNvGrpSpPr>
              <p:nvPr/>
            </p:nvGrpSpPr>
            <p:grpSpPr bwMode="auto">
              <a:xfrm>
                <a:off x="587" y="528"/>
                <a:ext cx="1008" cy="2319"/>
                <a:chOff x="587" y="528"/>
                <a:chExt cx="1008" cy="2319"/>
              </a:xfrm>
            </p:grpSpPr>
            <p:grpSp>
              <p:nvGrpSpPr>
                <p:cNvPr id="46" name="Group 11">
                  <a:extLst>
                    <a:ext uri="{FF2B5EF4-FFF2-40B4-BE49-F238E27FC236}">
                      <a16:creationId xmlns:a16="http://schemas.microsoft.com/office/drawing/2014/main" id="{E17738AA-A32B-4A7C-A3F9-E296579006A7}"/>
                    </a:ext>
                  </a:extLst>
                </p:cNvPr>
                <p:cNvGrpSpPr>
                  <a:grpSpLocks/>
                </p:cNvGrpSpPr>
                <p:nvPr/>
              </p:nvGrpSpPr>
              <p:grpSpPr bwMode="auto">
                <a:xfrm>
                  <a:off x="587" y="528"/>
                  <a:ext cx="1008" cy="2319"/>
                  <a:chOff x="1151" y="1104"/>
                  <a:chExt cx="686" cy="1741"/>
                </a:xfrm>
              </p:grpSpPr>
              <p:sp>
                <p:nvSpPr>
                  <p:cNvPr id="53" name="Freeform 12">
                    <a:extLst>
                      <a:ext uri="{FF2B5EF4-FFF2-40B4-BE49-F238E27FC236}">
                        <a16:creationId xmlns:a16="http://schemas.microsoft.com/office/drawing/2014/main" id="{2D228A78-017C-4538-A2D5-286985C2A7DD}"/>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4" name="Freeform 13">
                    <a:extLst>
                      <a:ext uri="{FF2B5EF4-FFF2-40B4-BE49-F238E27FC236}">
                        <a16:creationId xmlns:a16="http://schemas.microsoft.com/office/drawing/2014/main" id="{5DF64099-A5A4-47DD-8717-3D3041678B09}"/>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5" name="Freeform 14">
                    <a:extLst>
                      <a:ext uri="{FF2B5EF4-FFF2-40B4-BE49-F238E27FC236}">
                        <a16:creationId xmlns:a16="http://schemas.microsoft.com/office/drawing/2014/main" id="{57F7F388-3B98-4A27-913F-88F1A7A44569}"/>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6" name="Freeform 15">
                    <a:extLst>
                      <a:ext uri="{FF2B5EF4-FFF2-40B4-BE49-F238E27FC236}">
                        <a16:creationId xmlns:a16="http://schemas.microsoft.com/office/drawing/2014/main" id="{7DD5ADB0-64F8-4D0B-890F-14F9FFDF6E07}"/>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7" name="Freeform 16">
                    <a:extLst>
                      <a:ext uri="{FF2B5EF4-FFF2-40B4-BE49-F238E27FC236}">
                        <a16:creationId xmlns:a16="http://schemas.microsoft.com/office/drawing/2014/main" id="{B9D8CD81-CEA8-4DCE-A2A6-F93CCE5B4FCE}"/>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58" name="Freeform 17">
                    <a:extLst>
                      <a:ext uri="{FF2B5EF4-FFF2-40B4-BE49-F238E27FC236}">
                        <a16:creationId xmlns:a16="http://schemas.microsoft.com/office/drawing/2014/main" id="{CF8BD11F-52CE-44DE-99D9-90D62D7B1C90}"/>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nvGrpSpPr>
                  <p:cNvPr id="59" name="Group 18">
                    <a:extLst>
                      <a:ext uri="{FF2B5EF4-FFF2-40B4-BE49-F238E27FC236}">
                        <a16:creationId xmlns:a16="http://schemas.microsoft.com/office/drawing/2014/main" id="{37333035-0C4F-41ED-8877-2F99466A3CCD}"/>
                      </a:ext>
                    </a:extLst>
                  </p:cNvPr>
                  <p:cNvGrpSpPr>
                    <a:grpSpLocks/>
                  </p:cNvGrpSpPr>
                  <p:nvPr/>
                </p:nvGrpSpPr>
                <p:grpSpPr bwMode="auto">
                  <a:xfrm flipH="1">
                    <a:off x="1212" y="1104"/>
                    <a:ext cx="277" cy="235"/>
                    <a:chOff x="1590" y="1104"/>
                    <a:chExt cx="277" cy="235"/>
                  </a:xfrm>
                </p:grpSpPr>
                <p:sp>
                  <p:nvSpPr>
                    <p:cNvPr id="60" name="Freeform 19">
                      <a:extLst>
                        <a:ext uri="{FF2B5EF4-FFF2-40B4-BE49-F238E27FC236}">
                          <a16:creationId xmlns:a16="http://schemas.microsoft.com/office/drawing/2014/main" id="{2444D427-8D47-403B-9B6C-97AE3C875336}"/>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1" name="Freeform 20">
                      <a:extLst>
                        <a:ext uri="{FF2B5EF4-FFF2-40B4-BE49-F238E27FC236}">
                          <a16:creationId xmlns:a16="http://schemas.microsoft.com/office/drawing/2014/main" id="{DC333A41-C844-4968-9912-894619A0472D}"/>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2" name="Freeform 21">
                      <a:extLst>
                        <a:ext uri="{FF2B5EF4-FFF2-40B4-BE49-F238E27FC236}">
                          <a16:creationId xmlns:a16="http://schemas.microsoft.com/office/drawing/2014/main" id="{C1594800-5E9D-47CB-B2FB-8B62694D48E9}"/>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63" name="Freeform 22">
                      <a:extLst>
                        <a:ext uri="{FF2B5EF4-FFF2-40B4-BE49-F238E27FC236}">
                          <a16:creationId xmlns:a16="http://schemas.microsoft.com/office/drawing/2014/main" id="{75DF2C42-FA94-4057-A89C-D08B78D0A738}"/>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grpSp>
            <p:grpSp>
              <p:nvGrpSpPr>
                <p:cNvPr id="47" name="Group 23">
                  <a:extLst>
                    <a:ext uri="{FF2B5EF4-FFF2-40B4-BE49-F238E27FC236}">
                      <a16:creationId xmlns:a16="http://schemas.microsoft.com/office/drawing/2014/main" id="{783FDE39-4970-4385-8FA5-D1E8C29227EC}"/>
                    </a:ext>
                  </a:extLst>
                </p:cNvPr>
                <p:cNvGrpSpPr>
                  <a:grpSpLocks/>
                </p:cNvGrpSpPr>
                <p:nvPr/>
              </p:nvGrpSpPr>
              <p:grpSpPr bwMode="auto">
                <a:xfrm rot="4286940" flipH="1">
                  <a:off x="1038" y="766"/>
                  <a:ext cx="141" cy="50"/>
                  <a:chOff x="4032" y="2817"/>
                  <a:chExt cx="417" cy="635"/>
                </a:xfrm>
              </p:grpSpPr>
              <p:sp>
                <p:nvSpPr>
                  <p:cNvPr id="51" name="Oval 24">
                    <a:extLst>
                      <a:ext uri="{FF2B5EF4-FFF2-40B4-BE49-F238E27FC236}">
                        <a16:creationId xmlns:a16="http://schemas.microsoft.com/office/drawing/2014/main" id="{18A939D1-3618-4261-941B-6A81121C4A9A}"/>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52" name="Oval 25">
                    <a:extLst>
                      <a:ext uri="{FF2B5EF4-FFF2-40B4-BE49-F238E27FC236}">
                        <a16:creationId xmlns:a16="http://schemas.microsoft.com/office/drawing/2014/main" id="{1C9F093F-6D10-4700-88E4-17D4FC637EF7}"/>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48" name="Group 26">
                  <a:extLst>
                    <a:ext uri="{FF2B5EF4-FFF2-40B4-BE49-F238E27FC236}">
                      <a16:creationId xmlns:a16="http://schemas.microsoft.com/office/drawing/2014/main" id="{33BB9C25-E5A4-4910-A77F-9251276C54FD}"/>
                    </a:ext>
                  </a:extLst>
                </p:cNvPr>
                <p:cNvGrpSpPr>
                  <a:grpSpLocks/>
                </p:cNvGrpSpPr>
                <p:nvPr/>
              </p:nvGrpSpPr>
              <p:grpSpPr bwMode="auto">
                <a:xfrm rot="4286940" flipH="1">
                  <a:off x="962" y="766"/>
                  <a:ext cx="141" cy="50"/>
                  <a:chOff x="4032" y="2817"/>
                  <a:chExt cx="417" cy="635"/>
                </a:xfrm>
              </p:grpSpPr>
              <p:sp>
                <p:nvSpPr>
                  <p:cNvPr id="49" name="Oval 27">
                    <a:extLst>
                      <a:ext uri="{FF2B5EF4-FFF2-40B4-BE49-F238E27FC236}">
                        <a16:creationId xmlns:a16="http://schemas.microsoft.com/office/drawing/2014/main" id="{16018866-BF1A-41C4-8AA3-48A18D99C0CE}"/>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50" name="Oval 28">
                    <a:extLst>
                      <a:ext uri="{FF2B5EF4-FFF2-40B4-BE49-F238E27FC236}">
                        <a16:creationId xmlns:a16="http://schemas.microsoft.com/office/drawing/2014/main" id="{A51C1B22-7D87-4091-BA1E-A13E97FF9C6F}"/>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sp>
            <p:nvSpPr>
              <p:cNvPr id="45" name="Oval 29">
                <a:extLst>
                  <a:ext uri="{FF2B5EF4-FFF2-40B4-BE49-F238E27FC236}">
                    <a16:creationId xmlns:a16="http://schemas.microsoft.com/office/drawing/2014/main" id="{B9A2E70B-0FC8-45D7-BCAD-65C25D16AD34}"/>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srgbClr val="FFFFFF"/>
                  </a:solidFill>
                  <a:effectLst/>
                  <a:uLnTx/>
                  <a:uFillTx/>
                  <a:latin typeface="Arial Rounded MT Bold" panose="020F0704030504030204" pitchFamily="34" charset="0"/>
                  <a:ea typeface="+mn-ea"/>
                  <a:cs typeface="+mn-cs"/>
                </a:endParaRPr>
              </a:p>
            </p:txBody>
          </p:sp>
        </p:grpSp>
        <p:sp>
          <p:nvSpPr>
            <p:cNvPr id="42" name="Freeform 30">
              <a:extLst>
                <a:ext uri="{FF2B5EF4-FFF2-40B4-BE49-F238E27FC236}">
                  <a16:creationId xmlns:a16="http://schemas.microsoft.com/office/drawing/2014/main" id="{BF6E31EC-A87A-41E4-9BA0-EDC40377FD08}"/>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43" name="Freeform 31">
              <a:extLst>
                <a:ext uri="{FF2B5EF4-FFF2-40B4-BE49-F238E27FC236}">
                  <a16:creationId xmlns:a16="http://schemas.microsoft.com/office/drawing/2014/main" id="{3A31D3D2-52AA-4781-8DA6-253CB8A33533}"/>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Times New Roman"/>
                <a:ea typeface="+mn-ea"/>
                <a:cs typeface="+mn-c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9F08BE-F971-4E6F-B527-184FCE1E4A9B}"/>
              </a:ext>
            </a:extLst>
          </p:cNvPr>
          <p:cNvPicPr>
            <a:picLocks noChangeAspect="1"/>
          </p:cNvPicPr>
          <p:nvPr/>
        </p:nvPicPr>
        <p:blipFill>
          <a:blip r:embed="rId2"/>
          <a:stretch>
            <a:fillRect/>
          </a:stretch>
        </p:blipFill>
        <p:spPr>
          <a:xfrm>
            <a:off x="250521" y="1018021"/>
            <a:ext cx="5565431" cy="4634120"/>
          </a:xfrm>
          <a:prstGeom prst="rect">
            <a:avLst/>
          </a:prstGeom>
        </p:spPr>
      </p:pic>
      <p:pic>
        <p:nvPicPr>
          <p:cNvPr id="7" name="Picture 6">
            <a:extLst>
              <a:ext uri="{FF2B5EF4-FFF2-40B4-BE49-F238E27FC236}">
                <a16:creationId xmlns:a16="http://schemas.microsoft.com/office/drawing/2014/main" id="{5785B878-0F0C-48ED-A4B2-7468EC55B021}"/>
              </a:ext>
            </a:extLst>
          </p:cNvPr>
          <p:cNvPicPr>
            <a:picLocks noChangeAspect="1"/>
          </p:cNvPicPr>
          <p:nvPr/>
        </p:nvPicPr>
        <p:blipFill>
          <a:blip r:embed="rId3"/>
          <a:stretch>
            <a:fillRect/>
          </a:stretch>
        </p:blipFill>
        <p:spPr>
          <a:xfrm>
            <a:off x="6376050" y="1018021"/>
            <a:ext cx="5334000" cy="4634120"/>
          </a:xfrm>
          <a:prstGeom prst="rect">
            <a:avLst/>
          </a:prstGeom>
        </p:spPr>
      </p:pic>
      <p:sp>
        <p:nvSpPr>
          <p:cNvPr id="8" name="Rectangle 7">
            <a:extLst>
              <a:ext uri="{FF2B5EF4-FFF2-40B4-BE49-F238E27FC236}">
                <a16:creationId xmlns:a16="http://schemas.microsoft.com/office/drawing/2014/main" id="{685AD9AB-1BE2-436C-AAD2-21B3818D9367}"/>
              </a:ext>
            </a:extLst>
          </p:cNvPr>
          <p:cNvSpPr/>
          <p:nvPr/>
        </p:nvSpPr>
        <p:spPr>
          <a:xfrm>
            <a:off x="2748683" y="188609"/>
            <a:ext cx="6331220"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srgbClr val="FFC000"/>
                </a:solidFill>
                <a:effectLst/>
                <a:uLnTx/>
                <a:uFillTx/>
                <a:latin typeface="Calibri" panose="020F0502020204030204"/>
                <a:ea typeface="+mn-ea"/>
                <a:cs typeface="+mn-cs"/>
              </a:rPr>
              <a:t>Recursive subdivision</a:t>
            </a:r>
          </a:p>
        </p:txBody>
      </p:sp>
      <p:sp>
        <p:nvSpPr>
          <p:cNvPr id="9" name="Rectangle 8">
            <a:extLst>
              <a:ext uri="{FF2B5EF4-FFF2-40B4-BE49-F238E27FC236}">
                <a16:creationId xmlns:a16="http://schemas.microsoft.com/office/drawing/2014/main" id="{CBB5F401-E986-4B1D-9A95-A0EDAAEB8CD3}"/>
              </a:ext>
            </a:extLst>
          </p:cNvPr>
          <p:cNvSpPr/>
          <p:nvPr/>
        </p:nvSpPr>
        <p:spPr>
          <a:xfrm>
            <a:off x="654199" y="5859946"/>
            <a:ext cx="9238427"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srgbClr val="FFC000"/>
                </a:solidFill>
                <a:effectLst/>
                <a:uLnTx/>
                <a:uFillTx/>
                <a:latin typeface="Calibri" panose="020F0502020204030204"/>
                <a:ea typeface="+mn-ea"/>
                <a:cs typeface="+mn-cs"/>
              </a:rPr>
              <a:t>Figure out how recursion works</a:t>
            </a:r>
          </a:p>
        </p:txBody>
      </p:sp>
    </p:spTree>
    <p:extLst>
      <p:ext uri="{BB962C8B-B14F-4D97-AF65-F5344CB8AC3E}">
        <p14:creationId xmlns:p14="http://schemas.microsoft.com/office/powerpoint/2010/main" val="2988925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108595CC-76EE-356B-0075-2D179C2CB2D5}"/>
              </a:ext>
            </a:extLst>
          </p:cNvPr>
          <p:cNvGrpSpPr/>
          <p:nvPr/>
        </p:nvGrpSpPr>
        <p:grpSpPr>
          <a:xfrm>
            <a:off x="44193" y="0"/>
            <a:ext cx="11871982" cy="6734063"/>
            <a:chOff x="44193" y="0"/>
            <a:chExt cx="11871982" cy="6734063"/>
          </a:xfrm>
        </p:grpSpPr>
        <p:sp>
          <p:nvSpPr>
            <p:cNvPr id="2" name="Isosceles Triangle 1">
              <a:extLst>
                <a:ext uri="{FF2B5EF4-FFF2-40B4-BE49-F238E27FC236}">
                  <a16:creationId xmlns:a16="http://schemas.microsoft.com/office/drawing/2014/main" id="{6C105BD0-F1E7-3B2F-66D1-4FEA6EF7C423}"/>
                </a:ext>
              </a:extLst>
            </p:cNvPr>
            <p:cNvSpPr/>
            <p:nvPr/>
          </p:nvSpPr>
          <p:spPr>
            <a:xfrm>
              <a:off x="58983" y="0"/>
              <a:ext cx="3293807" cy="328397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51D35EDA-DAE8-D0A5-752D-B722A072B802}"/>
                </a:ext>
              </a:extLst>
            </p:cNvPr>
            <p:cNvGrpSpPr/>
            <p:nvPr/>
          </p:nvGrpSpPr>
          <p:grpSpPr>
            <a:xfrm>
              <a:off x="4500915" y="0"/>
              <a:ext cx="3293807" cy="3283974"/>
              <a:chOff x="3623188" y="958645"/>
              <a:chExt cx="3293807" cy="3283974"/>
            </a:xfrm>
          </p:grpSpPr>
          <p:sp>
            <p:nvSpPr>
              <p:cNvPr id="5" name="Isosceles Triangle 4">
                <a:extLst>
                  <a:ext uri="{FF2B5EF4-FFF2-40B4-BE49-F238E27FC236}">
                    <a16:creationId xmlns:a16="http://schemas.microsoft.com/office/drawing/2014/main" id="{C92614AB-CE17-4EC3-A995-DCADEE6F9085}"/>
                  </a:ext>
                </a:extLst>
              </p:cNvPr>
              <p:cNvSpPr/>
              <p:nvPr/>
            </p:nvSpPr>
            <p:spPr>
              <a:xfrm>
                <a:off x="3623188" y="958645"/>
                <a:ext cx="3293807" cy="328397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Merge 2">
                <a:extLst>
                  <a:ext uri="{FF2B5EF4-FFF2-40B4-BE49-F238E27FC236}">
                    <a16:creationId xmlns:a16="http://schemas.microsoft.com/office/drawing/2014/main" id="{D55CCD00-4E4C-4CF9-4A8E-B0BC98F1A2BB}"/>
                  </a:ext>
                </a:extLst>
              </p:cNvPr>
              <p:cNvSpPr/>
              <p:nvPr/>
            </p:nvSpPr>
            <p:spPr>
              <a:xfrm>
                <a:off x="4468760" y="2600633"/>
                <a:ext cx="1627239" cy="164198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 name="Arrow: Right 3">
              <a:extLst>
                <a:ext uri="{FF2B5EF4-FFF2-40B4-BE49-F238E27FC236}">
                  <a16:creationId xmlns:a16="http://schemas.microsoft.com/office/drawing/2014/main" id="{E0B6F7BF-3A76-167D-200A-E46C8BBF4866}"/>
                </a:ext>
              </a:extLst>
            </p:cNvPr>
            <p:cNvSpPr/>
            <p:nvPr/>
          </p:nvSpPr>
          <p:spPr>
            <a:xfrm>
              <a:off x="2715025" y="1022045"/>
              <a:ext cx="776752" cy="4227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8912B2B8-B4CA-FF8F-F27A-A5BFF2CC8718}"/>
                </a:ext>
              </a:extLst>
            </p:cNvPr>
            <p:cNvSpPr/>
            <p:nvPr/>
          </p:nvSpPr>
          <p:spPr>
            <a:xfrm>
              <a:off x="7901754" y="1330916"/>
              <a:ext cx="776752" cy="4227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 name="Group 13">
              <a:extLst>
                <a:ext uri="{FF2B5EF4-FFF2-40B4-BE49-F238E27FC236}">
                  <a16:creationId xmlns:a16="http://schemas.microsoft.com/office/drawing/2014/main" id="{B3B69F12-8786-4AB7-ACE1-B0222356D936}"/>
                </a:ext>
              </a:extLst>
            </p:cNvPr>
            <p:cNvGrpSpPr/>
            <p:nvPr/>
          </p:nvGrpSpPr>
          <p:grpSpPr>
            <a:xfrm>
              <a:off x="8622368" y="9819"/>
              <a:ext cx="3293807" cy="3283974"/>
              <a:chOff x="7374191" y="973395"/>
              <a:chExt cx="3293807" cy="3283974"/>
            </a:xfrm>
          </p:grpSpPr>
          <p:grpSp>
            <p:nvGrpSpPr>
              <p:cNvPr id="8" name="Group 7">
                <a:extLst>
                  <a:ext uri="{FF2B5EF4-FFF2-40B4-BE49-F238E27FC236}">
                    <a16:creationId xmlns:a16="http://schemas.microsoft.com/office/drawing/2014/main" id="{11D2A254-7FA0-56FE-115D-1D405DFE2470}"/>
                  </a:ext>
                </a:extLst>
              </p:cNvPr>
              <p:cNvGrpSpPr/>
              <p:nvPr/>
            </p:nvGrpSpPr>
            <p:grpSpPr>
              <a:xfrm>
                <a:off x="7374191" y="973395"/>
                <a:ext cx="3293807" cy="3283974"/>
                <a:chOff x="3623188" y="958645"/>
                <a:chExt cx="3293807" cy="3283974"/>
              </a:xfrm>
            </p:grpSpPr>
            <p:sp>
              <p:nvSpPr>
                <p:cNvPr id="9" name="Isosceles Triangle 8">
                  <a:extLst>
                    <a:ext uri="{FF2B5EF4-FFF2-40B4-BE49-F238E27FC236}">
                      <a16:creationId xmlns:a16="http://schemas.microsoft.com/office/drawing/2014/main" id="{13BDF688-4175-14F6-1A56-A983FE560D58}"/>
                    </a:ext>
                  </a:extLst>
                </p:cNvPr>
                <p:cNvSpPr/>
                <p:nvPr/>
              </p:nvSpPr>
              <p:spPr>
                <a:xfrm>
                  <a:off x="3623188" y="958645"/>
                  <a:ext cx="3293807" cy="328397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Merge 9">
                  <a:extLst>
                    <a:ext uri="{FF2B5EF4-FFF2-40B4-BE49-F238E27FC236}">
                      <a16:creationId xmlns:a16="http://schemas.microsoft.com/office/drawing/2014/main" id="{6E6B1444-1135-62F6-A6F6-119EFDA4C686}"/>
                    </a:ext>
                  </a:extLst>
                </p:cNvPr>
                <p:cNvSpPr/>
                <p:nvPr/>
              </p:nvSpPr>
              <p:spPr>
                <a:xfrm>
                  <a:off x="4468760" y="2600633"/>
                  <a:ext cx="1627239" cy="164198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1" name="Flowchart: Merge 10">
                <a:extLst>
                  <a:ext uri="{FF2B5EF4-FFF2-40B4-BE49-F238E27FC236}">
                    <a16:creationId xmlns:a16="http://schemas.microsoft.com/office/drawing/2014/main" id="{22CF8DB0-9BAB-01A8-97ED-3E064E13864B}"/>
                  </a:ext>
                </a:extLst>
              </p:cNvPr>
              <p:cNvSpPr/>
              <p:nvPr/>
            </p:nvSpPr>
            <p:spPr>
              <a:xfrm>
                <a:off x="8608139" y="1787015"/>
                <a:ext cx="850493" cy="828368"/>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Flowchart: Merge 11">
                <a:extLst>
                  <a:ext uri="{FF2B5EF4-FFF2-40B4-BE49-F238E27FC236}">
                    <a16:creationId xmlns:a16="http://schemas.microsoft.com/office/drawing/2014/main" id="{C9752D50-67BB-214C-F6E0-7F6EF226EC70}"/>
                  </a:ext>
                </a:extLst>
              </p:cNvPr>
              <p:cNvSpPr/>
              <p:nvPr/>
            </p:nvSpPr>
            <p:spPr>
              <a:xfrm>
                <a:off x="7762568" y="3490451"/>
                <a:ext cx="882442" cy="766917"/>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Flowchart: Merge 12">
                <a:extLst>
                  <a:ext uri="{FF2B5EF4-FFF2-40B4-BE49-F238E27FC236}">
                    <a16:creationId xmlns:a16="http://schemas.microsoft.com/office/drawing/2014/main" id="{8E121B02-6C27-E05B-3AA2-32427D07660C}"/>
                  </a:ext>
                </a:extLst>
              </p:cNvPr>
              <p:cNvSpPr/>
              <p:nvPr/>
            </p:nvSpPr>
            <p:spPr>
              <a:xfrm>
                <a:off x="9421757" y="3436376"/>
                <a:ext cx="787368" cy="820993"/>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5" name="Group 14">
              <a:extLst>
                <a:ext uri="{FF2B5EF4-FFF2-40B4-BE49-F238E27FC236}">
                  <a16:creationId xmlns:a16="http://schemas.microsoft.com/office/drawing/2014/main" id="{835B125F-2260-F656-119C-A10F172E762A}"/>
                </a:ext>
              </a:extLst>
            </p:cNvPr>
            <p:cNvGrpSpPr/>
            <p:nvPr/>
          </p:nvGrpSpPr>
          <p:grpSpPr>
            <a:xfrm>
              <a:off x="5476218" y="3429000"/>
              <a:ext cx="3293807" cy="3283974"/>
              <a:chOff x="7374191" y="973395"/>
              <a:chExt cx="3293807" cy="3283974"/>
            </a:xfrm>
          </p:grpSpPr>
          <p:grpSp>
            <p:nvGrpSpPr>
              <p:cNvPr id="16" name="Group 15">
                <a:extLst>
                  <a:ext uri="{FF2B5EF4-FFF2-40B4-BE49-F238E27FC236}">
                    <a16:creationId xmlns:a16="http://schemas.microsoft.com/office/drawing/2014/main" id="{FA4CC223-CEDD-E8A7-60BD-71EB1C11A075}"/>
                  </a:ext>
                </a:extLst>
              </p:cNvPr>
              <p:cNvGrpSpPr/>
              <p:nvPr/>
            </p:nvGrpSpPr>
            <p:grpSpPr>
              <a:xfrm>
                <a:off x="7374191" y="973395"/>
                <a:ext cx="3293807" cy="3283974"/>
                <a:chOff x="3623188" y="958645"/>
                <a:chExt cx="3293807" cy="3283974"/>
              </a:xfrm>
            </p:grpSpPr>
            <p:sp>
              <p:nvSpPr>
                <p:cNvPr id="20" name="Isosceles Triangle 19">
                  <a:extLst>
                    <a:ext uri="{FF2B5EF4-FFF2-40B4-BE49-F238E27FC236}">
                      <a16:creationId xmlns:a16="http://schemas.microsoft.com/office/drawing/2014/main" id="{87AAB6BD-B1CE-C5D2-1DDD-C7B63E276E16}"/>
                    </a:ext>
                  </a:extLst>
                </p:cNvPr>
                <p:cNvSpPr/>
                <p:nvPr/>
              </p:nvSpPr>
              <p:spPr>
                <a:xfrm>
                  <a:off x="3623188" y="958645"/>
                  <a:ext cx="3293807" cy="328397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Merge 20">
                  <a:extLst>
                    <a:ext uri="{FF2B5EF4-FFF2-40B4-BE49-F238E27FC236}">
                      <a16:creationId xmlns:a16="http://schemas.microsoft.com/office/drawing/2014/main" id="{6B3C31A2-2399-6C69-C4C9-5A29685E24D9}"/>
                    </a:ext>
                  </a:extLst>
                </p:cNvPr>
                <p:cNvSpPr/>
                <p:nvPr/>
              </p:nvSpPr>
              <p:spPr>
                <a:xfrm>
                  <a:off x="4468760" y="2600633"/>
                  <a:ext cx="1627239" cy="164198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7" name="Flowchart: Merge 16">
                <a:extLst>
                  <a:ext uri="{FF2B5EF4-FFF2-40B4-BE49-F238E27FC236}">
                    <a16:creationId xmlns:a16="http://schemas.microsoft.com/office/drawing/2014/main" id="{20B82937-E9B9-9373-A312-E4A211D9B5A4}"/>
                  </a:ext>
                </a:extLst>
              </p:cNvPr>
              <p:cNvSpPr/>
              <p:nvPr/>
            </p:nvSpPr>
            <p:spPr>
              <a:xfrm>
                <a:off x="8608139" y="1787015"/>
                <a:ext cx="850493" cy="828368"/>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Flowchart: Merge 17">
                <a:extLst>
                  <a:ext uri="{FF2B5EF4-FFF2-40B4-BE49-F238E27FC236}">
                    <a16:creationId xmlns:a16="http://schemas.microsoft.com/office/drawing/2014/main" id="{15D745E3-F502-80FA-7684-66FCE53D268D}"/>
                  </a:ext>
                </a:extLst>
              </p:cNvPr>
              <p:cNvSpPr/>
              <p:nvPr/>
            </p:nvSpPr>
            <p:spPr>
              <a:xfrm>
                <a:off x="7762568" y="3490451"/>
                <a:ext cx="882442" cy="766917"/>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Flowchart: Merge 18">
                <a:extLst>
                  <a:ext uri="{FF2B5EF4-FFF2-40B4-BE49-F238E27FC236}">
                    <a16:creationId xmlns:a16="http://schemas.microsoft.com/office/drawing/2014/main" id="{B2609C0C-F16B-AC8D-97AF-CAA08EA57F12}"/>
                  </a:ext>
                </a:extLst>
              </p:cNvPr>
              <p:cNvSpPr/>
              <p:nvPr/>
            </p:nvSpPr>
            <p:spPr>
              <a:xfrm>
                <a:off x="9421757" y="3436376"/>
                <a:ext cx="787368" cy="820993"/>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3" name="Flowchart: Merge 22">
              <a:extLst>
                <a:ext uri="{FF2B5EF4-FFF2-40B4-BE49-F238E27FC236}">
                  <a16:creationId xmlns:a16="http://schemas.microsoft.com/office/drawing/2014/main" id="{EC9C56EB-9B4C-812C-A4D6-022EF49E2ED9}"/>
                </a:ext>
              </a:extLst>
            </p:cNvPr>
            <p:cNvSpPr/>
            <p:nvPr/>
          </p:nvSpPr>
          <p:spPr>
            <a:xfrm>
              <a:off x="5637191" y="6381213"/>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Flowchart: Merge 23">
              <a:extLst>
                <a:ext uri="{FF2B5EF4-FFF2-40B4-BE49-F238E27FC236}">
                  <a16:creationId xmlns:a16="http://schemas.microsoft.com/office/drawing/2014/main" id="{91C8A2C8-C638-2B04-DD9E-A891231BC138}"/>
                </a:ext>
              </a:extLst>
            </p:cNvPr>
            <p:cNvSpPr/>
            <p:nvPr/>
          </p:nvSpPr>
          <p:spPr>
            <a:xfrm>
              <a:off x="6446484" y="6410137"/>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Flowchart: Merge 24">
              <a:extLst>
                <a:ext uri="{FF2B5EF4-FFF2-40B4-BE49-F238E27FC236}">
                  <a16:creationId xmlns:a16="http://schemas.microsoft.com/office/drawing/2014/main" id="{F6642D22-FE3C-D4FD-2C00-FC5E93A845E9}"/>
                </a:ext>
              </a:extLst>
            </p:cNvPr>
            <p:cNvSpPr/>
            <p:nvPr/>
          </p:nvSpPr>
          <p:spPr>
            <a:xfrm>
              <a:off x="7261971" y="6359846"/>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Flowchart: Merge 25">
              <a:extLst>
                <a:ext uri="{FF2B5EF4-FFF2-40B4-BE49-F238E27FC236}">
                  <a16:creationId xmlns:a16="http://schemas.microsoft.com/office/drawing/2014/main" id="{DB360E56-D103-99C3-24E6-A0869425F5A5}"/>
                </a:ext>
              </a:extLst>
            </p:cNvPr>
            <p:cNvSpPr/>
            <p:nvPr/>
          </p:nvSpPr>
          <p:spPr>
            <a:xfrm>
              <a:off x="8098742" y="6356805"/>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Flowchart: Merge 26">
              <a:extLst>
                <a:ext uri="{FF2B5EF4-FFF2-40B4-BE49-F238E27FC236}">
                  <a16:creationId xmlns:a16="http://schemas.microsoft.com/office/drawing/2014/main" id="{C64C2590-F8D3-356D-92DD-8AADB2129356}"/>
                </a:ext>
              </a:extLst>
            </p:cNvPr>
            <p:cNvSpPr/>
            <p:nvPr/>
          </p:nvSpPr>
          <p:spPr>
            <a:xfrm>
              <a:off x="6038260" y="5605354"/>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Flowchart: Merge 27">
              <a:extLst>
                <a:ext uri="{FF2B5EF4-FFF2-40B4-BE49-F238E27FC236}">
                  <a16:creationId xmlns:a16="http://schemas.microsoft.com/office/drawing/2014/main" id="{DBB4057E-9870-2554-260A-137A381CA062}"/>
                </a:ext>
              </a:extLst>
            </p:cNvPr>
            <p:cNvSpPr/>
            <p:nvPr/>
          </p:nvSpPr>
          <p:spPr>
            <a:xfrm>
              <a:off x="7662641" y="5561977"/>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Flowchart: Merge 28">
              <a:extLst>
                <a:ext uri="{FF2B5EF4-FFF2-40B4-BE49-F238E27FC236}">
                  <a16:creationId xmlns:a16="http://schemas.microsoft.com/office/drawing/2014/main" id="{D8EA179C-B0F7-6647-E7EB-1A9B3B50D3C4}"/>
                </a:ext>
              </a:extLst>
            </p:cNvPr>
            <p:cNvSpPr/>
            <p:nvPr/>
          </p:nvSpPr>
          <p:spPr>
            <a:xfrm>
              <a:off x="6451418" y="4734906"/>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Flowchart: Merge 29">
              <a:extLst>
                <a:ext uri="{FF2B5EF4-FFF2-40B4-BE49-F238E27FC236}">
                  <a16:creationId xmlns:a16="http://schemas.microsoft.com/office/drawing/2014/main" id="{DF872573-13F0-4085-C791-FDD0459C3A7B}"/>
                </a:ext>
              </a:extLst>
            </p:cNvPr>
            <p:cNvSpPr/>
            <p:nvPr/>
          </p:nvSpPr>
          <p:spPr>
            <a:xfrm>
              <a:off x="7282716" y="4767149"/>
              <a:ext cx="523626"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Flowchart: Merge 30">
              <a:extLst>
                <a:ext uri="{FF2B5EF4-FFF2-40B4-BE49-F238E27FC236}">
                  <a16:creationId xmlns:a16="http://schemas.microsoft.com/office/drawing/2014/main" id="{DD8D7B30-8E86-6D3F-D80F-44932EA64131}"/>
                </a:ext>
              </a:extLst>
            </p:cNvPr>
            <p:cNvSpPr/>
            <p:nvPr/>
          </p:nvSpPr>
          <p:spPr>
            <a:xfrm>
              <a:off x="6882580" y="3876517"/>
              <a:ext cx="492465" cy="323926"/>
            </a:xfrm>
            <a:prstGeom prst="flowChartMer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Arrow: Bent 31">
              <a:extLst>
                <a:ext uri="{FF2B5EF4-FFF2-40B4-BE49-F238E27FC236}">
                  <a16:creationId xmlns:a16="http://schemas.microsoft.com/office/drawing/2014/main" id="{12708E36-05EE-5577-46EE-1EF6339AD583}"/>
                </a:ext>
              </a:extLst>
            </p:cNvPr>
            <p:cNvSpPr/>
            <p:nvPr/>
          </p:nvSpPr>
          <p:spPr>
            <a:xfrm rot="10800000">
              <a:off x="9010745" y="3962398"/>
              <a:ext cx="734480" cy="142567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3" name="TextBox 32">
              <a:extLst>
                <a:ext uri="{FF2B5EF4-FFF2-40B4-BE49-F238E27FC236}">
                  <a16:creationId xmlns:a16="http://schemas.microsoft.com/office/drawing/2014/main" id="{56C3B2F2-41C2-B1E7-D2B5-F177A7E438A4}"/>
                </a:ext>
              </a:extLst>
            </p:cNvPr>
            <p:cNvSpPr txBox="1"/>
            <p:nvPr/>
          </p:nvSpPr>
          <p:spPr>
            <a:xfrm>
              <a:off x="44193" y="3876517"/>
              <a:ext cx="6520952" cy="1384995"/>
            </a:xfrm>
            <a:prstGeom prst="rect">
              <a:avLst/>
            </a:prstGeom>
            <a:noFill/>
          </p:spPr>
          <p:txBody>
            <a:bodyPr wrap="none" rtlCol="0">
              <a:spAutoFit/>
            </a:bodyPr>
            <a:lstStyle/>
            <a:p>
              <a:r>
                <a:rPr lang="en-IN" sz="2800" dirty="0"/>
                <a:t>Join the midpoints of each side and remove</a:t>
              </a:r>
            </a:p>
            <a:p>
              <a:r>
                <a:rPr lang="en-IN" sz="2800" dirty="0"/>
                <a:t>     the resulting triangle</a:t>
              </a:r>
            </a:p>
            <a:p>
              <a:r>
                <a:rPr lang="en-IN" sz="2800" dirty="0"/>
                <a:t>Do the same for the resulting triangles</a:t>
              </a:r>
            </a:p>
          </p:txBody>
        </p:sp>
      </p:grpSp>
    </p:spTree>
    <p:extLst>
      <p:ext uri="{BB962C8B-B14F-4D97-AF65-F5344CB8AC3E}">
        <p14:creationId xmlns:p14="http://schemas.microsoft.com/office/powerpoint/2010/main" val="3499948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8212F0-92C9-4703-A29D-559AC634B48A}"/>
              </a:ext>
            </a:extLst>
          </p:cNvPr>
          <p:cNvSpPr txBox="1"/>
          <p:nvPr/>
        </p:nvSpPr>
        <p:spPr>
          <a:xfrm>
            <a:off x="92765" y="0"/>
            <a:ext cx="11767930" cy="6740307"/>
          </a:xfrm>
          <a:prstGeom prst="rect">
            <a:avLst/>
          </a:prstGeom>
          <a:solidFill>
            <a:schemeClr val="accent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x1=[0 0 20]’; y1=[0 10 0]’; L1=5;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%x1=[0 10 20]’; y1=[0 10 0]’; L1=5;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Sierpinsky</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(x1,y1,L1)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IN" sz="18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Sierpinsky</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r>
              <a:rPr kumimoji="0" lang="en-IN" sz="18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x,y,L</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C763D"/>
                </a:solidFill>
                <a:effectLst/>
                <a:uLnTx/>
                <a:uFillTx/>
                <a:latin typeface="Courier New" panose="02070309020205020404" pitchFamily="49" charset="0"/>
                <a:ea typeface="+mn-ea"/>
                <a:cs typeface="+mn-cs"/>
              </a:rPr>
              <a:t>% x and y are 3-vector 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C763D"/>
                </a:solidFill>
                <a:effectLst/>
                <a:uLnTx/>
                <a:uFillTx/>
                <a:latin typeface="Courier New" panose="02070309020205020404" pitchFamily="49" charset="0"/>
                <a:ea typeface="+mn-ea"/>
                <a:cs typeface="+mn-cs"/>
              </a:rPr>
              <a:t>% L represent levels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if</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fill(x,y,</a:t>
            </a:r>
            <a:r>
              <a:rPr kumimoji="0" lang="en-IN" sz="1800" b="0" i="0" u="none" strike="noStrike" kern="1200" cap="none" spc="0" normalizeH="0" baseline="0" noProof="0" dirty="0">
                <a:ln>
                  <a:noFill/>
                </a:ln>
                <a:solidFill>
                  <a:srgbClr val="A020F0"/>
                </a:solidFill>
                <a:effectLst/>
                <a:uLnTx/>
                <a:uFillTx/>
                <a:latin typeface="Courier New" panose="02070309020205020404" pitchFamily="49" charset="0"/>
                <a:ea typeface="+mn-ea"/>
                <a:cs typeface="+mn-cs"/>
              </a:rPr>
              <a:t>'w'</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r>
              <a:rPr kumimoji="0" lang="en-IN" sz="1800" b="0" i="0" u="none" strike="noStrike" kern="1200" cap="none" spc="0" normalizeH="0" baseline="0" noProof="0" dirty="0">
                <a:ln>
                  <a:noFill/>
                </a:ln>
                <a:solidFill>
                  <a:srgbClr val="A020F0"/>
                </a:solidFill>
                <a:effectLst/>
                <a:uLnTx/>
                <a:uFillTx/>
                <a:latin typeface="Courier New" panose="02070309020205020404" pitchFamily="49" charset="0"/>
                <a:ea typeface="+mn-ea"/>
                <a:cs typeface="+mn-cs"/>
              </a:rPr>
              <a:t>'linewidth'</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hold </a:t>
            </a:r>
            <a:r>
              <a:rPr kumimoji="0" lang="en-IN" sz="1800" b="0" i="0" u="none" strike="noStrike" kern="1200" cap="none" spc="0" normalizeH="0" baseline="0" noProof="0" dirty="0">
                <a:ln>
                  <a:noFill/>
                </a:ln>
                <a:solidFill>
                  <a:srgbClr val="A020F0"/>
                </a:solidFill>
                <a:effectLst/>
                <a:uLnTx/>
                <a:uFillTx/>
                <a:latin typeface="Courier New" panose="02070309020205020404" pitchFamily="49" charset="0"/>
                <a:ea typeface="+mn-ea"/>
                <a:cs typeface="+mn-cs"/>
              </a:rPr>
              <a: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else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IN" sz="1800" b="0" i="0" u="none" strike="noStrike" kern="1200" cap="none" spc="0" normalizeH="0" baseline="0" noProof="0" dirty="0">
                <a:ln>
                  <a:noFill/>
                </a:ln>
                <a:solidFill>
                  <a:srgbClr val="3C763D"/>
                </a:solidFill>
                <a:effectLst/>
                <a:uLnTx/>
                <a:uFillTx/>
                <a:latin typeface="Courier New" panose="02070309020205020404" pitchFamily="49" charset="0"/>
                <a:ea typeface="+mn-ea"/>
                <a:cs typeface="+mn-cs"/>
              </a:rPr>
              <a:t>% A subdivision is called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IN" sz="1800" b="0" i="0" u="none" strike="noStrike" kern="1200" cap="none" spc="0" normalizeH="0" baseline="0" noProof="0" dirty="0">
                <a:ln>
                  <a:noFill/>
                </a:ln>
                <a:solidFill>
                  <a:srgbClr val="3C763D"/>
                </a:solidFill>
                <a:effectLst/>
                <a:uLnTx/>
                <a:uFillTx/>
                <a:latin typeface="Courier New" panose="02070309020205020404" pitchFamily="49" charset="0"/>
                <a:ea typeface="+mn-ea"/>
                <a:cs typeface="+mn-cs"/>
              </a:rPr>
              <a:t>% Determine the side midpoints (a(1),b(1)), (a(2),b(2)), and (a(3),b(3))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 = [(x(1)+x(2))/2 (x(2)+x(3))/2 (x(3)+x(1))/2];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b = [(y(1)+y(2))/2 (y(2)+y(3))/2 (y(3)+y(1))/2];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IN" sz="1800" b="0" i="0" u="none" strike="noStrike" kern="1200" cap="none" spc="0" normalizeH="0" baseline="0" noProof="0" dirty="0">
                <a:ln>
                  <a:noFill/>
                </a:ln>
                <a:solidFill>
                  <a:srgbClr val="3C763D"/>
                </a:solidFill>
                <a:effectLst/>
                <a:uLnTx/>
                <a:uFillTx/>
                <a:latin typeface="Courier New" panose="02070309020205020404" pitchFamily="49" charset="0"/>
                <a:ea typeface="+mn-ea"/>
                <a:cs typeface="+mn-cs"/>
              </a:rPr>
              <a:t>% </a:t>
            </a:r>
            <a:r>
              <a:rPr kumimoji="0" lang="en-IN" sz="1800" b="0" i="0" u="none" strike="noStrike" kern="1200" cap="none" spc="0" normalizeH="0" baseline="0" noProof="0" dirty="0" err="1">
                <a:ln>
                  <a:noFill/>
                </a:ln>
                <a:solidFill>
                  <a:srgbClr val="3C763D"/>
                </a:solidFill>
                <a:effectLst/>
                <a:uLnTx/>
                <a:uFillTx/>
                <a:latin typeface="Courier New" panose="02070309020205020404" pitchFamily="49" charset="0"/>
                <a:ea typeface="+mn-ea"/>
                <a:cs typeface="+mn-cs"/>
              </a:rPr>
              <a:t>Color</a:t>
            </a:r>
            <a:r>
              <a:rPr kumimoji="0" lang="en-IN" sz="1800" b="0" i="0" u="none" strike="noStrike" kern="1200" cap="none" spc="0" normalizeH="0" baseline="0" noProof="0" dirty="0">
                <a:ln>
                  <a:noFill/>
                </a:ln>
                <a:solidFill>
                  <a:srgbClr val="3C763D"/>
                </a:solidFill>
                <a:effectLst/>
                <a:uLnTx/>
                <a:uFillTx/>
                <a:latin typeface="Courier New" panose="02070309020205020404" pitchFamily="49" charset="0"/>
                <a:ea typeface="+mn-ea"/>
                <a:cs typeface="+mn-cs"/>
              </a:rPr>
              <a:t> the interior triangle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fill(a,b,</a:t>
            </a:r>
            <a:r>
              <a:rPr kumimoji="0" lang="en-IN" sz="1800" b="0" i="0" u="none" strike="noStrike" kern="1200" cap="none" spc="0" normalizeH="0" baseline="0" noProof="0" dirty="0">
                <a:ln>
                  <a:noFill/>
                </a:ln>
                <a:solidFill>
                  <a:srgbClr val="A020F0"/>
                </a:solidFill>
                <a:effectLst/>
                <a:uLnTx/>
                <a:uFillTx/>
                <a:latin typeface="Courier New" panose="02070309020205020404" pitchFamily="49" charset="0"/>
                <a:ea typeface="+mn-ea"/>
                <a:cs typeface="+mn-cs"/>
              </a:rPr>
              <a:t>'b'</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t>
            </a:r>
            <a:r>
              <a:rPr kumimoji="0" lang="en-IN" sz="1800" b="0" i="0" u="none" strike="noStrike" kern="1200" cap="none" spc="0" normalizeH="0" baseline="0" noProof="0" dirty="0">
                <a:ln>
                  <a:noFill/>
                </a:ln>
                <a:solidFill>
                  <a:srgbClr val="A020F0"/>
                </a:solidFill>
                <a:effectLst/>
                <a:uLnTx/>
                <a:uFillTx/>
                <a:latin typeface="Courier New" panose="02070309020205020404" pitchFamily="49" charset="0"/>
                <a:ea typeface="+mn-ea"/>
                <a:cs typeface="+mn-cs"/>
              </a:rPr>
              <a:t>'linewidth'</a:t>
            </a: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hold </a:t>
            </a:r>
            <a:r>
              <a:rPr kumimoji="0" lang="en-IN" sz="1800" b="0" i="0" u="none" strike="noStrike" kern="1200" cap="none" spc="0" normalizeH="0" baseline="0" noProof="0" dirty="0">
                <a:ln>
                  <a:noFill/>
                </a:ln>
                <a:solidFill>
                  <a:srgbClr val="A020F0"/>
                </a:solidFill>
                <a:effectLst/>
                <a:uLnTx/>
                <a:uFillTx/>
                <a:latin typeface="Courier New" panose="02070309020205020404" pitchFamily="49" charset="0"/>
                <a:ea typeface="+mn-ea"/>
                <a:cs typeface="+mn-cs"/>
              </a:rPr>
              <a: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pause(0.5)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IN" sz="1800" b="0" i="0" u="none" strike="noStrike" kern="1200" cap="none" spc="0" normalizeH="0" baseline="0" noProof="0" dirty="0">
                <a:ln>
                  <a:noFill/>
                </a:ln>
                <a:solidFill>
                  <a:srgbClr val="3C763D"/>
                </a:solidFill>
                <a:effectLst/>
                <a:uLnTx/>
                <a:uFillTx/>
                <a:latin typeface="Courier New" panose="02070309020205020404" pitchFamily="49" charset="0"/>
                <a:ea typeface="+mn-ea"/>
                <a:cs typeface="+mn-cs"/>
              </a:rPr>
              <a:t>% Apply the process to the three "outer" triangles...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s-ES" sz="18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Sierpinsky</a:t>
            </a:r>
            <a:r>
              <a:rPr kumimoji="0" lang="es-E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([x(1) a(1) a(3)],[y(1) b(1) b(3)],L-1)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s-ES" sz="18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Sierpinsky</a:t>
            </a:r>
            <a:r>
              <a:rPr kumimoji="0" lang="es-E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([a(1) x(2) a(2)],[b(1) y(2) b(2)],L-1)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s-ES" sz="18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mn-cs"/>
              </a:rPr>
              <a:t>Sierpinsky</a:t>
            </a:r>
            <a:r>
              <a:rPr kumimoji="0" lang="es-E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([a(3) a(2) x(3)],[b(3) b(2) y(3)],L-1)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end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end</a:t>
            </a:r>
          </a:p>
        </p:txBody>
      </p:sp>
    </p:spTree>
    <p:extLst>
      <p:ext uri="{BB962C8B-B14F-4D97-AF65-F5344CB8AC3E}">
        <p14:creationId xmlns:p14="http://schemas.microsoft.com/office/powerpoint/2010/main" val="3669334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98BBC0-D415-3B0F-C5DC-C52067AE843F}"/>
              </a:ext>
            </a:extLst>
          </p:cNvPr>
          <p:cNvSpPr/>
          <p:nvPr/>
        </p:nvSpPr>
        <p:spPr>
          <a:xfrm>
            <a:off x="3622860" y="2379507"/>
            <a:ext cx="4442435"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Tower of Hanoi</a:t>
            </a:r>
          </a:p>
        </p:txBody>
      </p:sp>
    </p:spTree>
    <p:extLst>
      <p:ext uri="{BB962C8B-B14F-4D97-AF65-F5344CB8AC3E}">
        <p14:creationId xmlns:p14="http://schemas.microsoft.com/office/powerpoint/2010/main" val="2706891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A2A0A03-BCBC-4561-9F3F-32D38C892963}"/>
              </a:ext>
            </a:extLst>
          </p:cNvPr>
          <p:cNvSpPr>
            <a:spLocks noGrp="1" noChangeArrowheads="1"/>
          </p:cNvSpPr>
          <p:nvPr>
            <p:ph type="title"/>
          </p:nvPr>
        </p:nvSpPr>
        <p:spPr>
          <a:xfrm>
            <a:off x="2209800" y="76200"/>
            <a:ext cx="7772400" cy="1143000"/>
          </a:xfrm>
        </p:spPr>
        <p:txBody>
          <a:bodyPr/>
          <a:lstStyle/>
          <a:p>
            <a:pPr eaLnBrk="1" hangingPunct="1"/>
            <a:r>
              <a:rPr lang="en-US" altLang="zh-TW">
                <a:ea typeface="PMingLiU" panose="02020500000000000000" pitchFamily="18" charset="-120"/>
              </a:rPr>
              <a:t>Towers of Hanoi</a:t>
            </a:r>
          </a:p>
        </p:txBody>
      </p:sp>
      <p:pic>
        <p:nvPicPr>
          <p:cNvPr id="43011" name="Picture 4">
            <a:extLst>
              <a:ext uri="{FF2B5EF4-FFF2-40B4-BE49-F238E27FC236}">
                <a16:creationId xmlns:a16="http://schemas.microsoft.com/office/drawing/2014/main" id="{40763E42-7E7B-4E84-BB57-DE0AA8079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9439" y="1143000"/>
            <a:ext cx="59531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9801" name="Group 9">
            <a:extLst>
              <a:ext uri="{FF2B5EF4-FFF2-40B4-BE49-F238E27FC236}">
                <a16:creationId xmlns:a16="http://schemas.microsoft.com/office/drawing/2014/main" id="{7F9CE52B-E11F-4526-B97D-603FB67A650A}"/>
              </a:ext>
            </a:extLst>
          </p:cNvPr>
          <p:cNvGrpSpPr>
            <a:grpSpLocks/>
          </p:cNvGrpSpPr>
          <p:nvPr/>
        </p:nvGrpSpPr>
        <p:grpSpPr bwMode="auto">
          <a:xfrm>
            <a:off x="3152775" y="2600326"/>
            <a:ext cx="5862638" cy="2809875"/>
            <a:chOff x="1026" y="1638"/>
            <a:chExt cx="3693" cy="1770"/>
          </a:xfrm>
        </p:grpSpPr>
        <p:pic>
          <p:nvPicPr>
            <p:cNvPr id="43014" name="Picture 5">
              <a:extLst>
                <a:ext uri="{FF2B5EF4-FFF2-40B4-BE49-F238E27FC236}">
                  <a16:creationId xmlns:a16="http://schemas.microsoft.com/office/drawing/2014/main" id="{226E94FF-0652-46B9-93B6-291D55E313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6" y="1638"/>
              <a:ext cx="3678" cy="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5" name="Picture 6">
              <a:extLst>
                <a:ext uri="{FF2B5EF4-FFF2-40B4-BE49-F238E27FC236}">
                  <a16:creationId xmlns:a16="http://schemas.microsoft.com/office/drawing/2014/main" id="{8D696014-B79A-4245-8EBF-AB79164891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 y="2568"/>
              <a:ext cx="3678" cy="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013" name="Picture 7">
            <a:extLst>
              <a:ext uri="{FF2B5EF4-FFF2-40B4-BE49-F238E27FC236}">
                <a16:creationId xmlns:a16="http://schemas.microsoft.com/office/drawing/2014/main" id="{7AA587C1-7FAA-4038-8148-6E88AE1D7A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2300" y="5486400"/>
            <a:ext cx="5867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236481A3-F58F-4568-9C66-368312340FBA}"/>
              </a:ext>
            </a:extLst>
          </p:cNvPr>
          <p:cNvSpPr/>
          <p:nvPr/>
        </p:nvSpPr>
        <p:spPr>
          <a:xfrm>
            <a:off x="479903" y="943570"/>
            <a:ext cx="1717138"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50" normalizeH="0" baseline="0" noProof="0" dirty="0">
                <a:ln w="0"/>
                <a:solidFill>
                  <a:srgbClr val="FF0000"/>
                </a:solidFill>
                <a:effectLst>
                  <a:innerShdw blurRad="63500" dist="50800" dir="13500000">
                    <a:srgbClr val="000000">
                      <a:alpha val="50000"/>
                    </a:srgbClr>
                  </a:innerShdw>
                </a:effectLst>
                <a:uLnTx/>
                <a:uFillTx/>
                <a:latin typeface="Times New Roman"/>
                <a:ea typeface="+mn-ea"/>
                <a:cs typeface="+mn-cs"/>
              </a:rPr>
              <a:t>Start</a:t>
            </a:r>
          </a:p>
        </p:txBody>
      </p:sp>
      <p:sp>
        <p:nvSpPr>
          <p:cNvPr id="9" name="Rectangle 8">
            <a:extLst>
              <a:ext uri="{FF2B5EF4-FFF2-40B4-BE49-F238E27FC236}">
                <a16:creationId xmlns:a16="http://schemas.microsoft.com/office/drawing/2014/main" id="{5406BD42-5470-4BC6-8B20-F4204480BBB1}"/>
              </a:ext>
            </a:extLst>
          </p:cNvPr>
          <p:cNvSpPr/>
          <p:nvPr/>
        </p:nvSpPr>
        <p:spPr>
          <a:xfrm>
            <a:off x="870719" y="5085161"/>
            <a:ext cx="1116011" cy="70788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50" normalizeH="0" baseline="0" noProof="0" dirty="0">
                <a:ln w="0"/>
                <a:solidFill>
                  <a:srgbClr val="FF0000"/>
                </a:solidFill>
                <a:effectLst>
                  <a:innerShdw blurRad="63500" dist="50800" dir="13500000">
                    <a:srgbClr val="000000">
                      <a:alpha val="50000"/>
                    </a:srgbClr>
                  </a:innerShdw>
                </a:effectLst>
                <a:uLnTx/>
                <a:uFillTx/>
                <a:latin typeface="Times New Roman"/>
                <a:ea typeface="+mn-ea"/>
                <a:cs typeface="+mn-cs"/>
              </a:rPr>
              <a:t>End</a:t>
            </a:r>
          </a:p>
        </p:txBody>
      </p:sp>
      <p:sp>
        <p:nvSpPr>
          <p:cNvPr id="3" name="Rectangle 2">
            <a:extLst>
              <a:ext uri="{FF2B5EF4-FFF2-40B4-BE49-F238E27FC236}">
                <a16:creationId xmlns:a16="http://schemas.microsoft.com/office/drawing/2014/main" id="{C23DF0AA-ADE4-A359-B4B0-1B61EDF34988}"/>
              </a:ext>
            </a:extLst>
          </p:cNvPr>
          <p:cNvSpPr/>
          <p:nvPr/>
        </p:nvSpPr>
        <p:spPr>
          <a:xfrm>
            <a:off x="0" y="2998857"/>
            <a:ext cx="3113352" cy="70788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50" normalizeH="0" baseline="0" noProof="0" dirty="0">
                <a:ln w="0"/>
                <a:solidFill>
                  <a:srgbClr val="FF0000"/>
                </a:solidFill>
                <a:effectLst>
                  <a:innerShdw blurRad="63500" dist="50800" dir="13500000">
                    <a:srgbClr val="000000">
                      <a:alpha val="50000"/>
                    </a:srgbClr>
                  </a:innerShdw>
                </a:effectLst>
                <a:uLnTx/>
                <a:uFillTx/>
                <a:latin typeface="Times New Roman"/>
                <a:ea typeface="+mn-ea"/>
                <a:cs typeface="+mn-cs"/>
              </a:rPr>
              <a:t>Intermediate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89801"/>
                                        </p:tgtEl>
                                        <p:attrNameLst>
                                          <p:attrName>style.visibility</p:attrName>
                                        </p:attrNameLst>
                                      </p:cBhvr>
                                      <p:to>
                                        <p:strVal val="visible"/>
                                      </p:to>
                                    </p:set>
                                    <p:anim calcmode="lin" valueType="num">
                                      <p:cBhvr additive="base">
                                        <p:cTn id="7" dur="500" fill="hold"/>
                                        <p:tgtEl>
                                          <p:spTgt spid="289801"/>
                                        </p:tgtEl>
                                        <p:attrNameLst>
                                          <p:attrName>ppt_x</p:attrName>
                                        </p:attrNameLst>
                                      </p:cBhvr>
                                      <p:tavLst>
                                        <p:tav tm="0">
                                          <p:val>
                                            <p:strVal val="1+#ppt_w/2"/>
                                          </p:val>
                                        </p:tav>
                                        <p:tav tm="100000">
                                          <p:val>
                                            <p:strVal val="#ppt_x"/>
                                          </p:val>
                                        </p:tav>
                                      </p:tavLst>
                                    </p:anim>
                                    <p:anim calcmode="lin" valueType="num">
                                      <p:cBhvr additive="base">
                                        <p:cTn id="8" dur="500" fill="hold"/>
                                        <p:tgtEl>
                                          <p:spTgt spid="2898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4CA489-FB28-4D82-A320-5823CA910817}"/>
              </a:ext>
            </a:extLst>
          </p:cNvPr>
          <p:cNvSpPr txBox="1"/>
          <p:nvPr/>
        </p:nvSpPr>
        <p:spPr>
          <a:xfrm>
            <a:off x="10643" y="35095"/>
            <a:ext cx="4066737"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Times New Roman"/>
                <a:ea typeface="+mn-ea"/>
                <a:cs typeface="+mn-cs"/>
              </a:rPr>
              <a:t>move disk 1 from peg A to peg 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Times New Roman"/>
                <a:ea typeface="+mn-ea"/>
                <a:cs typeface="+mn-cs"/>
              </a:rPr>
              <a:t>move disk 2 from  peg A to peg 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Times New Roman"/>
                <a:ea typeface="+mn-ea"/>
                <a:cs typeface="+mn-cs"/>
              </a:rPr>
              <a:t>move disk 1 from peg C to peg 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Times New Roman"/>
                <a:ea typeface="+mn-ea"/>
                <a:cs typeface="+mn-cs"/>
              </a:rPr>
              <a:t>move disk 3 from  peg A to peg 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Times New Roman"/>
                <a:ea typeface="+mn-ea"/>
                <a:cs typeface="+mn-cs"/>
              </a:rPr>
              <a:t>move disk 1 from peg B to peg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Times New Roman"/>
                <a:ea typeface="+mn-ea"/>
                <a:cs typeface="+mn-cs"/>
              </a:rPr>
              <a:t>move disk 2 from  peg B to peg 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0000"/>
                </a:solidFill>
                <a:effectLst/>
                <a:uLnTx/>
                <a:uFillTx/>
                <a:latin typeface="Times New Roman"/>
                <a:ea typeface="+mn-ea"/>
                <a:cs typeface="+mn-cs"/>
              </a:rPr>
              <a:t>move disk 1 from peg A to peg C </a:t>
            </a:r>
            <a:endParaRPr kumimoji="0" lang="en-IN" sz="2400" b="0" i="0" u="none" strike="noStrike" kern="1200" cap="none" spc="0" normalizeH="0" baseline="0" noProof="0" dirty="0">
              <a:ln>
                <a:noFill/>
              </a:ln>
              <a:solidFill>
                <a:srgbClr val="FF0000"/>
              </a:solidFill>
              <a:effectLst/>
              <a:uLnTx/>
              <a:uFillTx/>
              <a:latin typeface="Times New Roman"/>
              <a:ea typeface="+mn-ea"/>
              <a:cs typeface="+mn-cs"/>
            </a:endParaRPr>
          </a:p>
        </p:txBody>
      </p:sp>
      <p:grpSp>
        <p:nvGrpSpPr>
          <p:cNvPr id="4" name="Group 3">
            <a:extLst>
              <a:ext uri="{FF2B5EF4-FFF2-40B4-BE49-F238E27FC236}">
                <a16:creationId xmlns:a16="http://schemas.microsoft.com/office/drawing/2014/main" id="{0B792FE3-8E40-4522-A63E-137B28EB32DD}"/>
              </a:ext>
            </a:extLst>
          </p:cNvPr>
          <p:cNvGrpSpPr/>
          <p:nvPr/>
        </p:nvGrpSpPr>
        <p:grpSpPr>
          <a:xfrm>
            <a:off x="6299543" y="276833"/>
            <a:ext cx="5528265" cy="1518479"/>
            <a:chOff x="6034589" y="400053"/>
            <a:chExt cx="5528265" cy="1518479"/>
          </a:xfrm>
        </p:grpSpPr>
        <p:grpSp>
          <p:nvGrpSpPr>
            <p:cNvPr id="5" name="Group 4">
              <a:extLst>
                <a:ext uri="{FF2B5EF4-FFF2-40B4-BE49-F238E27FC236}">
                  <a16:creationId xmlns:a16="http://schemas.microsoft.com/office/drawing/2014/main" id="{396CB6AD-F083-4BB8-9910-BDB642DD5F4A}"/>
                </a:ext>
              </a:extLst>
            </p:cNvPr>
            <p:cNvGrpSpPr/>
            <p:nvPr/>
          </p:nvGrpSpPr>
          <p:grpSpPr>
            <a:xfrm>
              <a:off x="6034589" y="1208112"/>
              <a:ext cx="815926" cy="624220"/>
              <a:chOff x="9748912" y="1489467"/>
              <a:chExt cx="815926" cy="624220"/>
            </a:xfrm>
          </p:grpSpPr>
          <p:sp>
            <p:nvSpPr>
              <p:cNvPr id="27" name="Rectangle 26">
                <a:extLst>
                  <a:ext uri="{FF2B5EF4-FFF2-40B4-BE49-F238E27FC236}">
                    <a16:creationId xmlns:a16="http://schemas.microsoft.com/office/drawing/2014/main" id="{B1EADD88-76E6-4E11-847D-05C31D467DAD}"/>
                  </a:ext>
                </a:extLst>
              </p:cNvPr>
              <p:cNvSpPr/>
              <p:nvPr/>
            </p:nvSpPr>
            <p:spPr bwMode="auto">
              <a:xfrm>
                <a:off x="9748912" y="1930807"/>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8" name="Rectangle 27">
                <a:extLst>
                  <a:ext uri="{FF2B5EF4-FFF2-40B4-BE49-F238E27FC236}">
                    <a16:creationId xmlns:a16="http://schemas.microsoft.com/office/drawing/2014/main" id="{B9006B27-3A2D-4DB4-B4D6-7F61CB1B3D58}"/>
                  </a:ext>
                </a:extLst>
              </p:cNvPr>
              <p:cNvSpPr/>
              <p:nvPr/>
            </p:nvSpPr>
            <p:spPr bwMode="auto">
              <a:xfrm>
                <a:off x="9825112" y="1722438"/>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9" name="Rectangle 28">
                <a:extLst>
                  <a:ext uri="{FF2B5EF4-FFF2-40B4-BE49-F238E27FC236}">
                    <a16:creationId xmlns:a16="http://schemas.microsoft.com/office/drawing/2014/main" id="{4E8E8EA3-FFB9-4DF3-A9BD-D0B670729E5E}"/>
                  </a:ext>
                </a:extLst>
              </p:cNvPr>
              <p:cNvSpPr/>
              <p:nvPr/>
            </p:nvSpPr>
            <p:spPr bwMode="auto">
              <a:xfrm>
                <a:off x="9917725" y="1489467"/>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6" name="Group 5">
              <a:extLst>
                <a:ext uri="{FF2B5EF4-FFF2-40B4-BE49-F238E27FC236}">
                  <a16:creationId xmlns:a16="http://schemas.microsoft.com/office/drawing/2014/main" id="{5824222D-CA61-4B3B-894B-23DFE81EC42B}"/>
                </a:ext>
              </a:extLst>
            </p:cNvPr>
            <p:cNvGrpSpPr/>
            <p:nvPr/>
          </p:nvGrpSpPr>
          <p:grpSpPr>
            <a:xfrm>
              <a:off x="6238456" y="400053"/>
              <a:ext cx="1836964" cy="1413825"/>
              <a:chOff x="7799971" y="705149"/>
              <a:chExt cx="1836964" cy="1413825"/>
            </a:xfrm>
          </p:grpSpPr>
          <p:sp>
            <p:nvSpPr>
              <p:cNvPr id="20" name="TextBox 19">
                <a:extLst>
                  <a:ext uri="{FF2B5EF4-FFF2-40B4-BE49-F238E27FC236}">
                    <a16:creationId xmlns:a16="http://schemas.microsoft.com/office/drawing/2014/main" id="{0A367BF2-55E4-4A33-B772-1A90D98CA735}"/>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21" name="Group 20">
                <a:extLst>
                  <a:ext uri="{FF2B5EF4-FFF2-40B4-BE49-F238E27FC236}">
                    <a16:creationId xmlns:a16="http://schemas.microsoft.com/office/drawing/2014/main" id="{E5D76BE7-12E4-4D81-B6D0-D80A8A2BD05D}"/>
                  </a:ext>
                </a:extLst>
              </p:cNvPr>
              <p:cNvGrpSpPr/>
              <p:nvPr/>
            </p:nvGrpSpPr>
            <p:grpSpPr>
              <a:xfrm>
                <a:off x="7799971" y="756127"/>
                <a:ext cx="1836964" cy="1362847"/>
                <a:chOff x="7849658" y="15788"/>
                <a:chExt cx="1836964" cy="1362847"/>
              </a:xfrm>
            </p:grpSpPr>
            <p:sp>
              <p:nvSpPr>
                <p:cNvPr id="22" name="Rectangle 21">
                  <a:extLst>
                    <a:ext uri="{FF2B5EF4-FFF2-40B4-BE49-F238E27FC236}">
                      <a16:creationId xmlns:a16="http://schemas.microsoft.com/office/drawing/2014/main" id="{0316C1AD-8EB3-4160-B97A-CCDA5BB7D055}"/>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3" name="Rectangle 22">
                  <a:extLst>
                    <a:ext uri="{FF2B5EF4-FFF2-40B4-BE49-F238E27FC236}">
                      <a16:creationId xmlns:a16="http://schemas.microsoft.com/office/drawing/2014/main" id="{26BAFD4C-C588-44E0-8415-452A49D4A8C5}"/>
                    </a:ext>
                  </a:extLst>
                </p:cNvPr>
                <p:cNvSpPr/>
                <p:nvPr/>
              </p:nvSpPr>
              <p:spPr bwMode="auto">
                <a:xfrm>
                  <a:off x="866335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 name="Rectangle 23">
                  <a:extLst>
                    <a:ext uri="{FF2B5EF4-FFF2-40B4-BE49-F238E27FC236}">
                      <a16:creationId xmlns:a16="http://schemas.microsoft.com/office/drawing/2014/main" id="{1889E9D9-0BD5-484D-9711-128694176B50}"/>
                    </a:ext>
                  </a:extLst>
                </p:cNvPr>
                <p:cNvSpPr/>
                <p:nvPr/>
              </p:nvSpPr>
              <p:spPr bwMode="auto">
                <a:xfrm>
                  <a:off x="9419493"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5" name="TextBox 24">
                  <a:extLst>
                    <a:ext uri="{FF2B5EF4-FFF2-40B4-BE49-F238E27FC236}">
                      <a16:creationId xmlns:a16="http://schemas.microsoft.com/office/drawing/2014/main" id="{FA73AAAF-DD6D-4033-8F39-6F4210045D3C}"/>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26" name="TextBox 25">
                  <a:extLst>
                    <a:ext uri="{FF2B5EF4-FFF2-40B4-BE49-F238E27FC236}">
                      <a16:creationId xmlns:a16="http://schemas.microsoft.com/office/drawing/2014/main" id="{726EDE55-9AEE-434B-A668-8E9DF2DE88C5}"/>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grpSp>
          <p:nvGrpSpPr>
            <p:cNvPr id="7" name="Group 6">
              <a:extLst>
                <a:ext uri="{FF2B5EF4-FFF2-40B4-BE49-F238E27FC236}">
                  <a16:creationId xmlns:a16="http://schemas.microsoft.com/office/drawing/2014/main" id="{3406EF06-8BEF-4FAF-B061-C4C1D10102A6}"/>
                </a:ext>
              </a:extLst>
            </p:cNvPr>
            <p:cNvGrpSpPr/>
            <p:nvPr/>
          </p:nvGrpSpPr>
          <p:grpSpPr>
            <a:xfrm>
              <a:off x="9484353" y="1490620"/>
              <a:ext cx="2078501" cy="427912"/>
              <a:chOff x="8317523" y="1680535"/>
              <a:chExt cx="2078501" cy="427912"/>
            </a:xfrm>
          </p:grpSpPr>
          <p:sp>
            <p:nvSpPr>
              <p:cNvPr id="17" name="Rectangle 16">
                <a:extLst>
                  <a:ext uri="{FF2B5EF4-FFF2-40B4-BE49-F238E27FC236}">
                    <a16:creationId xmlns:a16="http://schemas.microsoft.com/office/drawing/2014/main" id="{81690F5B-C9CD-407B-BB2F-AC533F143E7E}"/>
                  </a:ext>
                </a:extLst>
              </p:cNvPr>
              <p:cNvSpPr/>
              <p:nvPr/>
            </p:nvSpPr>
            <p:spPr bwMode="auto">
              <a:xfrm>
                <a:off x="8317523" y="1863415"/>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8" name="Rectangle 17">
                <a:extLst>
                  <a:ext uri="{FF2B5EF4-FFF2-40B4-BE49-F238E27FC236}">
                    <a16:creationId xmlns:a16="http://schemas.microsoft.com/office/drawing/2014/main" id="{86F754A5-9F78-45D9-B7A3-78B1D205CD6F}"/>
                  </a:ext>
                </a:extLst>
              </p:cNvPr>
              <p:cNvSpPr/>
              <p:nvPr/>
            </p:nvSpPr>
            <p:spPr bwMode="auto">
              <a:xfrm>
                <a:off x="8404939" y="1680535"/>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9" name="Rectangle 18">
                <a:extLst>
                  <a:ext uri="{FF2B5EF4-FFF2-40B4-BE49-F238E27FC236}">
                    <a16:creationId xmlns:a16="http://schemas.microsoft.com/office/drawing/2014/main" id="{557BC535-B58F-439F-A649-B0241A6FA7FE}"/>
                  </a:ext>
                </a:extLst>
              </p:cNvPr>
              <p:cNvSpPr/>
              <p:nvPr/>
            </p:nvSpPr>
            <p:spPr bwMode="auto">
              <a:xfrm>
                <a:off x="9917725" y="1925567"/>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8" name="Group 7">
              <a:extLst>
                <a:ext uri="{FF2B5EF4-FFF2-40B4-BE49-F238E27FC236}">
                  <a16:creationId xmlns:a16="http://schemas.microsoft.com/office/drawing/2014/main" id="{A30A8138-DE6E-48AF-A644-473F2FC29FEE}"/>
                </a:ext>
              </a:extLst>
            </p:cNvPr>
            <p:cNvGrpSpPr/>
            <p:nvPr/>
          </p:nvGrpSpPr>
          <p:grpSpPr>
            <a:xfrm>
              <a:off x="9662430" y="451896"/>
              <a:ext cx="1836964" cy="1413825"/>
              <a:chOff x="7799971" y="705149"/>
              <a:chExt cx="1836964" cy="1413825"/>
            </a:xfrm>
          </p:grpSpPr>
          <p:sp>
            <p:nvSpPr>
              <p:cNvPr id="10" name="TextBox 9">
                <a:extLst>
                  <a:ext uri="{FF2B5EF4-FFF2-40B4-BE49-F238E27FC236}">
                    <a16:creationId xmlns:a16="http://schemas.microsoft.com/office/drawing/2014/main" id="{25295C21-9023-4D2E-8423-9D223AC5CF8E}"/>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11" name="Group 10">
                <a:extLst>
                  <a:ext uri="{FF2B5EF4-FFF2-40B4-BE49-F238E27FC236}">
                    <a16:creationId xmlns:a16="http://schemas.microsoft.com/office/drawing/2014/main" id="{868665D9-A40D-4FB0-B08B-3315A54648CB}"/>
                  </a:ext>
                </a:extLst>
              </p:cNvPr>
              <p:cNvGrpSpPr/>
              <p:nvPr/>
            </p:nvGrpSpPr>
            <p:grpSpPr>
              <a:xfrm>
                <a:off x="7799971" y="756127"/>
                <a:ext cx="1836964" cy="1362847"/>
                <a:chOff x="7849658" y="15788"/>
                <a:chExt cx="1836964" cy="1362847"/>
              </a:xfrm>
            </p:grpSpPr>
            <p:sp>
              <p:nvSpPr>
                <p:cNvPr id="12" name="Rectangle 11">
                  <a:extLst>
                    <a:ext uri="{FF2B5EF4-FFF2-40B4-BE49-F238E27FC236}">
                      <a16:creationId xmlns:a16="http://schemas.microsoft.com/office/drawing/2014/main" id="{4D5DF928-7860-44EC-9484-494C1119C941}"/>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3" name="Rectangle 12">
                  <a:extLst>
                    <a:ext uri="{FF2B5EF4-FFF2-40B4-BE49-F238E27FC236}">
                      <a16:creationId xmlns:a16="http://schemas.microsoft.com/office/drawing/2014/main" id="{1403849D-D162-47F8-A6AE-BE23C580CCDD}"/>
                    </a:ext>
                  </a:extLst>
                </p:cNvPr>
                <p:cNvSpPr/>
                <p:nvPr/>
              </p:nvSpPr>
              <p:spPr bwMode="auto">
                <a:xfrm>
                  <a:off x="866335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 name="Rectangle 13">
                  <a:extLst>
                    <a:ext uri="{FF2B5EF4-FFF2-40B4-BE49-F238E27FC236}">
                      <a16:creationId xmlns:a16="http://schemas.microsoft.com/office/drawing/2014/main" id="{D017FCA7-9552-48E4-8B0F-AB4746B5E024}"/>
                    </a:ext>
                  </a:extLst>
                </p:cNvPr>
                <p:cNvSpPr/>
                <p:nvPr/>
              </p:nvSpPr>
              <p:spPr bwMode="auto">
                <a:xfrm>
                  <a:off x="9419493"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5" name="TextBox 14">
                  <a:extLst>
                    <a:ext uri="{FF2B5EF4-FFF2-40B4-BE49-F238E27FC236}">
                      <a16:creationId xmlns:a16="http://schemas.microsoft.com/office/drawing/2014/main" id="{70C94259-4C32-4770-A824-147E3C226E15}"/>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16" name="TextBox 15">
                  <a:extLst>
                    <a:ext uri="{FF2B5EF4-FFF2-40B4-BE49-F238E27FC236}">
                      <a16:creationId xmlns:a16="http://schemas.microsoft.com/office/drawing/2014/main" id="{2B9F2313-C1B8-42FD-844A-6CCD73B92F38}"/>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9" name="Arrow: Right 8">
              <a:extLst>
                <a:ext uri="{FF2B5EF4-FFF2-40B4-BE49-F238E27FC236}">
                  <a16:creationId xmlns:a16="http://schemas.microsoft.com/office/drawing/2014/main" id="{E08C76AE-0660-42E0-9292-3C9AF7BD4F6C}"/>
                </a:ext>
              </a:extLst>
            </p:cNvPr>
            <p:cNvSpPr/>
            <p:nvPr/>
          </p:nvSpPr>
          <p:spPr bwMode="auto">
            <a:xfrm>
              <a:off x="8482818" y="1097280"/>
              <a:ext cx="774108" cy="526683"/>
            </a:xfrm>
            <a:prstGeom prst="rightArrow">
              <a:avLst/>
            </a:prstGeom>
            <a:noFill/>
            <a:ln w="38100" cap="flat" cmpd="sng" algn="ctr">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1</a:t>
              </a:r>
            </a:p>
          </p:txBody>
        </p:sp>
      </p:grpSp>
      <p:grpSp>
        <p:nvGrpSpPr>
          <p:cNvPr id="108" name="Group 107">
            <a:extLst>
              <a:ext uri="{FF2B5EF4-FFF2-40B4-BE49-F238E27FC236}">
                <a16:creationId xmlns:a16="http://schemas.microsoft.com/office/drawing/2014/main" id="{01549D7F-DF77-4AEF-9390-876091EC1609}"/>
              </a:ext>
            </a:extLst>
          </p:cNvPr>
          <p:cNvGrpSpPr/>
          <p:nvPr/>
        </p:nvGrpSpPr>
        <p:grpSpPr>
          <a:xfrm>
            <a:off x="8804078" y="1733639"/>
            <a:ext cx="3055561" cy="1413825"/>
            <a:chOff x="8482818" y="451896"/>
            <a:chExt cx="3080036" cy="1413825"/>
          </a:xfrm>
        </p:grpSpPr>
        <p:grpSp>
          <p:nvGrpSpPr>
            <p:cNvPr id="111" name="Group 110">
              <a:extLst>
                <a:ext uri="{FF2B5EF4-FFF2-40B4-BE49-F238E27FC236}">
                  <a16:creationId xmlns:a16="http://schemas.microsoft.com/office/drawing/2014/main" id="{324563DF-ABE5-4EC1-A295-0B0935E4E380}"/>
                </a:ext>
              </a:extLst>
            </p:cNvPr>
            <p:cNvGrpSpPr/>
            <p:nvPr/>
          </p:nvGrpSpPr>
          <p:grpSpPr>
            <a:xfrm>
              <a:off x="9443909" y="1665312"/>
              <a:ext cx="2118945" cy="191068"/>
              <a:chOff x="8277079" y="1855227"/>
              <a:chExt cx="2118945" cy="191068"/>
            </a:xfrm>
          </p:grpSpPr>
          <p:sp>
            <p:nvSpPr>
              <p:cNvPr id="121" name="Rectangle 120">
                <a:extLst>
                  <a:ext uri="{FF2B5EF4-FFF2-40B4-BE49-F238E27FC236}">
                    <a16:creationId xmlns:a16="http://schemas.microsoft.com/office/drawing/2014/main" id="{5B874C1B-5052-4DE3-B9CC-5E9173D6050C}"/>
                  </a:ext>
                </a:extLst>
              </p:cNvPr>
              <p:cNvSpPr/>
              <p:nvPr/>
            </p:nvSpPr>
            <p:spPr bwMode="auto">
              <a:xfrm>
                <a:off x="8277079" y="1863415"/>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2" name="Rectangle 121">
                <a:extLst>
                  <a:ext uri="{FF2B5EF4-FFF2-40B4-BE49-F238E27FC236}">
                    <a16:creationId xmlns:a16="http://schemas.microsoft.com/office/drawing/2014/main" id="{DAD77133-9D1E-4731-B444-3698B3B70869}"/>
                  </a:ext>
                </a:extLst>
              </p:cNvPr>
              <p:cNvSpPr/>
              <p:nvPr/>
            </p:nvSpPr>
            <p:spPr bwMode="auto">
              <a:xfrm>
                <a:off x="9143999" y="1863415"/>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23" name="Rectangle 122">
                <a:extLst>
                  <a:ext uri="{FF2B5EF4-FFF2-40B4-BE49-F238E27FC236}">
                    <a16:creationId xmlns:a16="http://schemas.microsoft.com/office/drawing/2014/main" id="{CFB6C4B5-A7EA-4527-B92F-101CCD6F1A0B}"/>
                  </a:ext>
                </a:extLst>
              </p:cNvPr>
              <p:cNvSpPr/>
              <p:nvPr/>
            </p:nvSpPr>
            <p:spPr bwMode="auto">
              <a:xfrm>
                <a:off x="9917725" y="1855227"/>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12" name="Group 111">
              <a:extLst>
                <a:ext uri="{FF2B5EF4-FFF2-40B4-BE49-F238E27FC236}">
                  <a16:creationId xmlns:a16="http://schemas.microsoft.com/office/drawing/2014/main" id="{2FA10C7D-0477-4FCF-A76A-932DD4105749}"/>
                </a:ext>
              </a:extLst>
            </p:cNvPr>
            <p:cNvGrpSpPr/>
            <p:nvPr/>
          </p:nvGrpSpPr>
          <p:grpSpPr>
            <a:xfrm>
              <a:off x="9662430" y="451896"/>
              <a:ext cx="1836964" cy="1413825"/>
              <a:chOff x="7799971" y="705149"/>
              <a:chExt cx="1836964" cy="1413825"/>
            </a:xfrm>
          </p:grpSpPr>
          <p:sp>
            <p:nvSpPr>
              <p:cNvPr id="114" name="TextBox 113">
                <a:extLst>
                  <a:ext uri="{FF2B5EF4-FFF2-40B4-BE49-F238E27FC236}">
                    <a16:creationId xmlns:a16="http://schemas.microsoft.com/office/drawing/2014/main" id="{AC505A7E-6449-470B-A1A0-E1E5F23561E9}"/>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115" name="Group 114">
                <a:extLst>
                  <a:ext uri="{FF2B5EF4-FFF2-40B4-BE49-F238E27FC236}">
                    <a16:creationId xmlns:a16="http://schemas.microsoft.com/office/drawing/2014/main" id="{FAB4B47C-6A1C-413A-925D-D21DE1AB9241}"/>
                  </a:ext>
                </a:extLst>
              </p:cNvPr>
              <p:cNvGrpSpPr/>
              <p:nvPr/>
            </p:nvGrpSpPr>
            <p:grpSpPr>
              <a:xfrm>
                <a:off x="7799971" y="756127"/>
                <a:ext cx="1836964" cy="1362847"/>
                <a:chOff x="7849658" y="15788"/>
                <a:chExt cx="1836964" cy="1362847"/>
              </a:xfrm>
            </p:grpSpPr>
            <p:sp>
              <p:nvSpPr>
                <p:cNvPr id="116" name="Rectangle 115">
                  <a:extLst>
                    <a:ext uri="{FF2B5EF4-FFF2-40B4-BE49-F238E27FC236}">
                      <a16:creationId xmlns:a16="http://schemas.microsoft.com/office/drawing/2014/main" id="{C859D0C9-1E71-42C4-B9AA-916402A5EA4E}"/>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7" name="Rectangle 116">
                  <a:extLst>
                    <a:ext uri="{FF2B5EF4-FFF2-40B4-BE49-F238E27FC236}">
                      <a16:creationId xmlns:a16="http://schemas.microsoft.com/office/drawing/2014/main" id="{33E1CB01-566B-4621-A298-BF3BCD3253B7}"/>
                    </a:ext>
                  </a:extLst>
                </p:cNvPr>
                <p:cNvSpPr/>
                <p:nvPr/>
              </p:nvSpPr>
              <p:spPr bwMode="auto">
                <a:xfrm>
                  <a:off x="866335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8" name="Rectangle 117">
                  <a:extLst>
                    <a:ext uri="{FF2B5EF4-FFF2-40B4-BE49-F238E27FC236}">
                      <a16:creationId xmlns:a16="http://schemas.microsoft.com/office/drawing/2014/main" id="{B228B2DB-D586-4A23-95FB-CD6D7DBAD96F}"/>
                    </a:ext>
                  </a:extLst>
                </p:cNvPr>
                <p:cNvSpPr/>
                <p:nvPr/>
              </p:nvSpPr>
              <p:spPr bwMode="auto">
                <a:xfrm>
                  <a:off x="9419493"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19" name="TextBox 118">
                  <a:extLst>
                    <a:ext uri="{FF2B5EF4-FFF2-40B4-BE49-F238E27FC236}">
                      <a16:creationId xmlns:a16="http://schemas.microsoft.com/office/drawing/2014/main" id="{5BA6D591-F822-451C-9B1E-59B6CBF212A4}"/>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120" name="TextBox 119">
                  <a:extLst>
                    <a:ext uri="{FF2B5EF4-FFF2-40B4-BE49-F238E27FC236}">
                      <a16:creationId xmlns:a16="http://schemas.microsoft.com/office/drawing/2014/main" id="{9E5E0A17-12B0-4632-AE84-4EADFF757608}"/>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113" name="Arrow: Right 112">
              <a:extLst>
                <a:ext uri="{FF2B5EF4-FFF2-40B4-BE49-F238E27FC236}">
                  <a16:creationId xmlns:a16="http://schemas.microsoft.com/office/drawing/2014/main" id="{7524E50D-1C0B-45AA-BE3F-263D93DB3359}"/>
                </a:ext>
              </a:extLst>
            </p:cNvPr>
            <p:cNvSpPr/>
            <p:nvPr/>
          </p:nvSpPr>
          <p:spPr bwMode="auto">
            <a:xfrm>
              <a:off x="8482818" y="1097280"/>
              <a:ext cx="774108" cy="526683"/>
            </a:xfrm>
            <a:prstGeom prst="right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2</a:t>
              </a:r>
            </a:p>
          </p:txBody>
        </p:sp>
      </p:grpSp>
      <p:grpSp>
        <p:nvGrpSpPr>
          <p:cNvPr id="134" name="Group 133">
            <a:extLst>
              <a:ext uri="{FF2B5EF4-FFF2-40B4-BE49-F238E27FC236}">
                <a16:creationId xmlns:a16="http://schemas.microsoft.com/office/drawing/2014/main" id="{364F71F7-03AD-4400-901B-F4F8E19A07DD}"/>
              </a:ext>
            </a:extLst>
          </p:cNvPr>
          <p:cNvGrpSpPr/>
          <p:nvPr/>
        </p:nvGrpSpPr>
        <p:grpSpPr>
          <a:xfrm>
            <a:off x="8815187" y="3434947"/>
            <a:ext cx="3044450" cy="1413825"/>
            <a:chOff x="8482818" y="451896"/>
            <a:chExt cx="3016576" cy="1413825"/>
          </a:xfrm>
        </p:grpSpPr>
        <p:grpSp>
          <p:nvGrpSpPr>
            <p:cNvPr id="137" name="Group 136">
              <a:extLst>
                <a:ext uri="{FF2B5EF4-FFF2-40B4-BE49-F238E27FC236}">
                  <a16:creationId xmlns:a16="http://schemas.microsoft.com/office/drawing/2014/main" id="{FB29ABCB-8568-4EB5-8890-897C168B2DDC}"/>
                </a:ext>
              </a:extLst>
            </p:cNvPr>
            <p:cNvGrpSpPr/>
            <p:nvPr/>
          </p:nvGrpSpPr>
          <p:grpSpPr>
            <a:xfrm>
              <a:off x="9443909" y="1451034"/>
              <a:ext cx="1530446" cy="405346"/>
              <a:chOff x="8277079" y="1640949"/>
              <a:chExt cx="1530446" cy="405346"/>
            </a:xfrm>
          </p:grpSpPr>
          <p:sp>
            <p:nvSpPr>
              <p:cNvPr id="147" name="Rectangle 146">
                <a:extLst>
                  <a:ext uri="{FF2B5EF4-FFF2-40B4-BE49-F238E27FC236}">
                    <a16:creationId xmlns:a16="http://schemas.microsoft.com/office/drawing/2014/main" id="{FD610E89-5D4D-4ADB-9085-1D2F35DECB82}"/>
                  </a:ext>
                </a:extLst>
              </p:cNvPr>
              <p:cNvSpPr/>
              <p:nvPr/>
            </p:nvSpPr>
            <p:spPr bwMode="auto">
              <a:xfrm>
                <a:off x="8277079" y="1863415"/>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8" name="Rectangle 147">
                <a:extLst>
                  <a:ext uri="{FF2B5EF4-FFF2-40B4-BE49-F238E27FC236}">
                    <a16:creationId xmlns:a16="http://schemas.microsoft.com/office/drawing/2014/main" id="{936856F0-B8F8-41CA-A5F7-91B29F530EBE}"/>
                  </a:ext>
                </a:extLst>
              </p:cNvPr>
              <p:cNvSpPr/>
              <p:nvPr/>
            </p:nvSpPr>
            <p:spPr bwMode="auto">
              <a:xfrm>
                <a:off x="9143999" y="1863415"/>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9" name="Rectangle 148">
                <a:extLst>
                  <a:ext uri="{FF2B5EF4-FFF2-40B4-BE49-F238E27FC236}">
                    <a16:creationId xmlns:a16="http://schemas.microsoft.com/office/drawing/2014/main" id="{B568040F-267D-4794-940A-33A86F71DB4A}"/>
                  </a:ext>
                </a:extLst>
              </p:cNvPr>
              <p:cNvSpPr/>
              <p:nvPr/>
            </p:nvSpPr>
            <p:spPr bwMode="auto">
              <a:xfrm>
                <a:off x="9191346" y="1640949"/>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38" name="Group 137">
              <a:extLst>
                <a:ext uri="{FF2B5EF4-FFF2-40B4-BE49-F238E27FC236}">
                  <a16:creationId xmlns:a16="http://schemas.microsoft.com/office/drawing/2014/main" id="{4A597424-50D1-4729-9283-C04AEF918F9E}"/>
                </a:ext>
              </a:extLst>
            </p:cNvPr>
            <p:cNvGrpSpPr/>
            <p:nvPr/>
          </p:nvGrpSpPr>
          <p:grpSpPr>
            <a:xfrm>
              <a:off x="9662430" y="451896"/>
              <a:ext cx="1836964" cy="1413825"/>
              <a:chOff x="7799971" y="705149"/>
              <a:chExt cx="1836964" cy="1413825"/>
            </a:xfrm>
          </p:grpSpPr>
          <p:sp>
            <p:nvSpPr>
              <p:cNvPr id="140" name="TextBox 139">
                <a:extLst>
                  <a:ext uri="{FF2B5EF4-FFF2-40B4-BE49-F238E27FC236}">
                    <a16:creationId xmlns:a16="http://schemas.microsoft.com/office/drawing/2014/main" id="{71FC02C8-823A-4DAD-919C-66227DB441E1}"/>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141" name="Group 140">
                <a:extLst>
                  <a:ext uri="{FF2B5EF4-FFF2-40B4-BE49-F238E27FC236}">
                    <a16:creationId xmlns:a16="http://schemas.microsoft.com/office/drawing/2014/main" id="{FC17543D-41B2-4229-98C1-64CBE6154BA1}"/>
                  </a:ext>
                </a:extLst>
              </p:cNvPr>
              <p:cNvGrpSpPr/>
              <p:nvPr/>
            </p:nvGrpSpPr>
            <p:grpSpPr>
              <a:xfrm>
                <a:off x="7799971" y="756127"/>
                <a:ext cx="1836964" cy="1362847"/>
                <a:chOff x="7849658" y="15788"/>
                <a:chExt cx="1836964" cy="1362847"/>
              </a:xfrm>
            </p:grpSpPr>
            <p:sp>
              <p:nvSpPr>
                <p:cNvPr id="142" name="Rectangle 141">
                  <a:extLst>
                    <a:ext uri="{FF2B5EF4-FFF2-40B4-BE49-F238E27FC236}">
                      <a16:creationId xmlns:a16="http://schemas.microsoft.com/office/drawing/2014/main" id="{C9AE57DE-C7F9-4FEA-9383-F8A4F63F7DE7}"/>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3" name="Rectangle 142">
                  <a:extLst>
                    <a:ext uri="{FF2B5EF4-FFF2-40B4-BE49-F238E27FC236}">
                      <a16:creationId xmlns:a16="http://schemas.microsoft.com/office/drawing/2014/main" id="{94D0688E-3E8B-4A01-9BA8-D54FAB7574C0}"/>
                    </a:ext>
                  </a:extLst>
                </p:cNvPr>
                <p:cNvSpPr/>
                <p:nvPr/>
              </p:nvSpPr>
              <p:spPr bwMode="auto">
                <a:xfrm>
                  <a:off x="866335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4" name="Rectangle 143">
                  <a:extLst>
                    <a:ext uri="{FF2B5EF4-FFF2-40B4-BE49-F238E27FC236}">
                      <a16:creationId xmlns:a16="http://schemas.microsoft.com/office/drawing/2014/main" id="{DDBC81D8-4D4E-4141-AD0D-FF470FBBE5B5}"/>
                    </a:ext>
                  </a:extLst>
                </p:cNvPr>
                <p:cNvSpPr/>
                <p:nvPr/>
              </p:nvSpPr>
              <p:spPr bwMode="auto">
                <a:xfrm>
                  <a:off x="9419493"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5" name="TextBox 144">
                  <a:extLst>
                    <a:ext uri="{FF2B5EF4-FFF2-40B4-BE49-F238E27FC236}">
                      <a16:creationId xmlns:a16="http://schemas.microsoft.com/office/drawing/2014/main" id="{AE8EA745-FE1E-40BA-A075-486AE88A9E36}"/>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146" name="TextBox 145">
                  <a:extLst>
                    <a:ext uri="{FF2B5EF4-FFF2-40B4-BE49-F238E27FC236}">
                      <a16:creationId xmlns:a16="http://schemas.microsoft.com/office/drawing/2014/main" id="{63C53076-E883-4D19-A2F2-7DDC2E2635EF}"/>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139" name="Arrow: Right 138">
              <a:extLst>
                <a:ext uri="{FF2B5EF4-FFF2-40B4-BE49-F238E27FC236}">
                  <a16:creationId xmlns:a16="http://schemas.microsoft.com/office/drawing/2014/main" id="{66779063-B3EA-44A1-8317-0E7C27F6DEC4}"/>
                </a:ext>
              </a:extLst>
            </p:cNvPr>
            <p:cNvSpPr/>
            <p:nvPr/>
          </p:nvSpPr>
          <p:spPr bwMode="auto">
            <a:xfrm>
              <a:off x="8482818" y="1097280"/>
              <a:ext cx="774108" cy="526683"/>
            </a:xfrm>
            <a:prstGeom prst="right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3</a:t>
              </a:r>
            </a:p>
          </p:txBody>
        </p:sp>
      </p:grpSp>
      <p:grpSp>
        <p:nvGrpSpPr>
          <p:cNvPr id="160" name="Group 159">
            <a:extLst>
              <a:ext uri="{FF2B5EF4-FFF2-40B4-BE49-F238E27FC236}">
                <a16:creationId xmlns:a16="http://schemas.microsoft.com/office/drawing/2014/main" id="{A659716A-8224-4FE2-9E8C-A99745B85622}"/>
              </a:ext>
            </a:extLst>
          </p:cNvPr>
          <p:cNvGrpSpPr/>
          <p:nvPr/>
        </p:nvGrpSpPr>
        <p:grpSpPr>
          <a:xfrm>
            <a:off x="8678051" y="5038141"/>
            <a:ext cx="3361779" cy="1413825"/>
            <a:chOff x="8482818" y="451896"/>
            <a:chExt cx="3361779" cy="1413825"/>
          </a:xfrm>
        </p:grpSpPr>
        <p:grpSp>
          <p:nvGrpSpPr>
            <p:cNvPr id="163" name="Group 162">
              <a:extLst>
                <a:ext uri="{FF2B5EF4-FFF2-40B4-BE49-F238E27FC236}">
                  <a16:creationId xmlns:a16="http://schemas.microsoft.com/office/drawing/2014/main" id="{A18DFF9C-7999-4D74-9D43-1887281B52C5}"/>
                </a:ext>
              </a:extLst>
            </p:cNvPr>
            <p:cNvGrpSpPr/>
            <p:nvPr/>
          </p:nvGrpSpPr>
          <p:grpSpPr>
            <a:xfrm>
              <a:off x="10282693" y="1451034"/>
              <a:ext cx="1561904" cy="405346"/>
              <a:chOff x="9115863" y="1640949"/>
              <a:chExt cx="1561904" cy="405346"/>
            </a:xfrm>
          </p:grpSpPr>
          <p:sp>
            <p:nvSpPr>
              <p:cNvPr id="173" name="Rectangle 172">
                <a:extLst>
                  <a:ext uri="{FF2B5EF4-FFF2-40B4-BE49-F238E27FC236}">
                    <a16:creationId xmlns:a16="http://schemas.microsoft.com/office/drawing/2014/main" id="{D3B228D8-2ED9-4C20-AB63-670C8D869691}"/>
                  </a:ext>
                </a:extLst>
              </p:cNvPr>
              <p:cNvSpPr/>
              <p:nvPr/>
            </p:nvSpPr>
            <p:spPr bwMode="auto">
              <a:xfrm>
                <a:off x="9861841" y="1863415"/>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4" name="Rectangle 173">
                <a:extLst>
                  <a:ext uri="{FF2B5EF4-FFF2-40B4-BE49-F238E27FC236}">
                    <a16:creationId xmlns:a16="http://schemas.microsoft.com/office/drawing/2014/main" id="{37B9AA06-D32F-4430-8F04-79D00BA1FA5B}"/>
                  </a:ext>
                </a:extLst>
              </p:cNvPr>
              <p:cNvSpPr/>
              <p:nvPr/>
            </p:nvSpPr>
            <p:spPr bwMode="auto">
              <a:xfrm>
                <a:off x="9115863" y="1863415"/>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5" name="Rectangle 174">
                <a:extLst>
                  <a:ext uri="{FF2B5EF4-FFF2-40B4-BE49-F238E27FC236}">
                    <a16:creationId xmlns:a16="http://schemas.microsoft.com/office/drawing/2014/main" id="{A0A11760-2595-464C-9858-37C8EAA4AD6B}"/>
                  </a:ext>
                </a:extLst>
              </p:cNvPr>
              <p:cNvSpPr/>
              <p:nvPr/>
            </p:nvSpPr>
            <p:spPr bwMode="auto">
              <a:xfrm>
                <a:off x="9191346" y="1640949"/>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64" name="Group 163">
              <a:extLst>
                <a:ext uri="{FF2B5EF4-FFF2-40B4-BE49-F238E27FC236}">
                  <a16:creationId xmlns:a16="http://schemas.microsoft.com/office/drawing/2014/main" id="{A86BAADE-2509-4DE4-944D-86F94EFE43BA}"/>
                </a:ext>
              </a:extLst>
            </p:cNvPr>
            <p:cNvGrpSpPr/>
            <p:nvPr/>
          </p:nvGrpSpPr>
          <p:grpSpPr>
            <a:xfrm>
              <a:off x="9662430" y="451896"/>
              <a:ext cx="1836964" cy="1413825"/>
              <a:chOff x="7799971" y="705149"/>
              <a:chExt cx="1836964" cy="1413825"/>
            </a:xfrm>
          </p:grpSpPr>
          <p:sp>
            <p:nvSpPr>
              <p:cNvPr id="166" name="TextBox 165">
                <a:extLst>
                  <a:ext uri="{FF2B5EF4-FFF2-40B4-BE49-F238E27FC236}">
                    <a16:creationId xmlns:a16="http://schemas.microsoft.com/office/drawing/2014/main" id="{D9EC4B09-6A7C-489B-83FA-DF5C747F289A}"/>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167" name="Group 166">
                <a:extLst>
                  <a:ext uri="{FF2B5EF4-FFF2-40B4-BE49-F238E27FC236}">
                    <a16:creationId xmlns:a16="http://schemas.microsoft.com/office/drawing/2014/main" id="{5C5B8AC4-FE7D-4F14-B7FB-EC9094114833}"/>
                  </a:ext>
                </a:extLst>
              </p:cNvPr>
              <p:cNvGrpSpPr/>
              <p:nvPr/>
            </p:nvGrpSpPr>
            <p:grpSpPr>
              <a:xfrm>
                <a:off x="7799971" y="756127"/>
                <a:ext cx="1836964" cy="1362847"/>
                <a:chOff x="7849658" y="15788"/>
                <a:chExt cx="1836964" cy="1362847"/>
              </a:xfrm>
            </p:grpSpPr>
            <p:sp>
              <p:nvSpPr>
                <p:cNvPr id="168" name="Rectangle 167">
                  <a:extLst>
                    <a:ext uri="{FF2B5EF4-FFF2-40B4-BE49-F238E27FC236}">
                      <a16:creationId xmlns:a16="http://schemas.microsoft.com/office/drawing/2014/main" id="{99838BD9-BEAF-4B6A-9E65-8DFD674076A2}"/>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69" name="Rectangle 168">
                  <a:extLst>
                    <a:ext uri="{FF2B5EF4-FFF2-40B4-BE49-F238E27FC236}">
                      <a16:creationId xmlns:a16="http://schemas.microsoft.com/office/drawing/2014/main" id="{94DF57FB-4029-47CF-BC9A-39006A7350DF}"/>
                    </a:ext>
                  </a:extLst>
                </p:cNvPr>
                <p:cNvSpPr/>
                <p:nvPr/>
              </p:nvSpPr>
              <p:spPr bwMode="auto">
                <a:xfrm>
                  <a:off x="8719196" y="339894"/>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0" name="Rectangle 169">
                  <a:extLst>
                    <a:ext uri="{FF2B5EF4-FFF2-40B4-BE49-F238E27FC236}">
                      <a16:creationId xmlns:a16="http://schemas.microsoft.com/office/drawing/2014/main" id="{77B42E35-3B06-4F6C-AD09-8163FAACAAB4}"/>
                    </a:ext>
                  </a:extLst>
                </p:cNvPr>
                <p:cNvSpPr/>
                <p:nvPr/>
              </p:nvSpPr>
              <p:spPr bwMode="auto">
                <a:xfrm>
                  <a:off x="9503742"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71" name="TextBox 170">
                  <a:extLst>
                    <a:ext uri="{FF2B5EF4-FFF2-40B4-BE49-F238E27FC236}">
                      <a16:creationId xmlns:a16="http://schemas.microsoft.com/office/drawing/2014/main" id="{88AF9807-6347-4EA6-A2F3-FC5490D12605}"/>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172" name="TextBox 171">
                  <a:extLst>
                    <a:ext uri="{FF2B5EF4-FFF2-40B4-BE49-F238E27FC236}">
                      <a16:creationId xmlns:a16="http://schemas.microsoft.com/office/drawing/2014/main" id="{2A2D9D98-8FA3-462C-ACDF-8B41DB1B5C4B}"/>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165" name="Arrow: Right 164">
              <a:extLst>
                <a:ext uri="{FF2B5EF4-FFF2-40B4-BE49-F238E27FC236}">
                  <a16:creationId xmlns:a16="http://schemas.microsoft.com/office/drawing/2014/main" id="{1EA97F30-8A6F-498B-8989-0DB5F803036B}"/>
                </a:ext>
              </a:extLst>
            </p:cNvPr>
            <p:cNvSpPr/>
            <p:nvPr/>
          </p:nvSpPr>
          <p:spPr bwMode="auto">
            <a:xfrm>
              <a:off x="8482818" y="1097280"/>
              <a:ext cx="774108" cy="526683"/>
            </a:xfrm>
            <a:prstGeom prst="right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4</a:t>
              </a:r>
            </a:p>
          </p:txBody>
        </p:sp>
      </p:grpSp>
      <p:grpSp>
        <p:nvGrpSpPr>
          <p:cNvPr id="186" name="Group 185">
            <a:extLst>
              <a:ext uri="{FF2B5EF4-FFF2-40B4-BE49-F238E27FC236}">
                <a16:creationId xmlns:a16="http://schemas.microsoft.com/office/drawing/2014/main" id="{E8E3B781-3C2D-4271-893A-AB5090167604}"/>
              </a:ext>
            </a:extLst>
          </p:cNvPr>
          <p:cNvGrpSpPr/>
          <p:nvPr/>
        </p:nvGrpSpPr>
        <p:grpSpPr>
          <a:xfrm>
            <a:off x="2597877" y="2412674"/>
            <a:ext cx="3361779" cy="1453422"/>
            <a:chOff x="8482818" y="451896"/>
            <a:chExt cx="3361779" cy="1453422"/>
          </a:xfrm>
        </p:grpSpPr>
        <p:grpSp>
          <p:nvGrpSpPr>
            <p:cNvPr id="189" name="Group 188">
              <a:extLst>
                <a:ext uri="{FF2B5EF4-FFF2-40B4-BE49-F238E27FC236}">
                  <a16:creationId xmlns:a16="http://schemas.microsoft.com/office/drawing/2014/main" id="{C6FCA4EF-B5F9-4BA3-AFC9-3D973BF65105}"/>
                </a:ext>
              </a:extLst>
            </p:cNvPr>
            <p:cNvGrpSpPr/>
            <p:nvPr/>
          </p:nvGrpSpPr>
          <p:grpSpPr>
            <a:xfrm>
              <a:off x="9626925" y="1673500"/>
              <a:ext cx="2217672" cy="231818"/>
              <a:chOff x="8460095" y="1863415"/>
              <a:chExt cx="2217672" cy="231818"/>
            </a:xfrm>
          </p:grpSpPr>
          <p:sp>
            <p:nvSpPr>
              <p:cNvPr id="199" name="Rectangle 198">
                <a:extLst>
                  <a:ext uri="{FF2B5EF4-FFF2-40B4-BE49-F238E27FC236}">
                    <a16:creationId xmlns:a16="http://schemas.microsoft.com/office/drawing/2014/main" id="{383328C3-D7C1-4DB0-864A-1D64E7202046}"/>
                  </a:ext>
                </a:extLst>
              </p:cNvPr>
              <p:cNvSpPr/>
              <p:nvPr/>
            </p:nvSpPr>
            <p:spPr bwMode="auto">
              <a:xfrm>
                <a:off x="9861841" y="1863415"/>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0" name="Rectangle 199">
                <a:extLst>
                  <a:ext uri="{FF2B5EF4-FFF2-40B4-BE49-F238E27FC236}">
                    <a16:creationId xmlns:a16="http://schemas.microsoft.com/office/drawing/2014/main" id="{E63B4B12-E13E-4911-81BF-DA04766D07C4}"/>
                  </a:ext>
                </a:extLst>
              </p:cNvPr>
              <p:cNvSpPr/>
              <p:nvPr/>
            </p:nvSpPr>
            <p:spPr bwMode="auto">
              <a:xfrm>
                <a:off x="9115863" y="1863415"/>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1" name="Rectangle 200">
                <a:extLst>
                  <a:ext uri="{FF2B5EF4-FFF2-40B4-BE49-F238E27FC236}">
                    <a16:creationId xmlns:a16="http://schemas.microsoft.com/office/drawing/2014/main" id="{A16AC28D-3BCC-44EC-B187-0C7B4FFC6CD8}"/>
                  </a:ext>
                </a:extLst>
              </p:cNvPr>
              <p:cNvSpPr/>
              <p:nvPr/>
            </p:nvSpPr>
            <p:spPr bwMode="auto">
              <a:xfrm>
                <a:off x="8460095" y="1912353"/>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90" name="Group 189">
              <a:extLst>
                <a:ext uri="{FF2B5EF4-FFF2-40B4-BE49-F238E27FC236}">
                  <a16:creationId xmlns:a16="http://schemas.microsoft.com/office/drawing/2014/main" id="{9C54A8DB-6FA5-4F6B-A658-5C652A4F39C7}"/>
                </a:ext>
              </a:extLst>
            </p:cNvPr>
            <p:cNvGrpSpPr/>
            <p:nvPr/>
          </p:nvGrpSpPr>
          <p:grpSpPr>
            <a:xfrm>
              <a:off x="9662430" y="451896"/>
              <a:ext cx="1836964" cy="1413825"/>
              <a:chOff x="7799971" y="705149"/>
              <a:chExt cx="1836964" cy="1413825"/>
            </a:xfrm>
          </p:grpSpPr>
          <p:sp>
            <p:nvSpPr>
              <p:cNvPr id="192" name="TextBox 191">
                <a:extLst>
                  <a:ext uri="{FF2B5EF4-FFF2-40B4-BE49-F238E27FC236}">
                    <a16:creationId xmlns:a16="http://schemas.microsoft.com/office/drawing/2014/main" id="{75B8D85D-D7E4-437C-87F2-127EACC8516F}"/>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193" name="Group 192">
                <a:extLst>
                  <a:ext uri="{FF2B5EF4-FFF2-40B4-BE49-F238E27FC236}">
                    <a16:creationId xmlns:a16="http://schemas.microsoft.com/office/drawing/2014/main" id="{0C164D5B-A319-44D7-AA6F-9DF5BFB51831}"/>
                  </a:ext>
                </a:extLst>
              </p:cNvPr>
              <p:cNvGrpSpPr/>
              <p:nvPr/>
            </p:nvGrpSpPr>
            <p:grpSpPr>
              <a:xfrm>
                <a:off x="7799971" y="756127"/>
                <a:ext cx="1836964" cy="1362847"/>
                <a:chOff x="7849658" y="15788"/>
                <a:chExt cx="1836964" cy="1362847"/>
              </a:xfrm>
            </p:grpSpPr>
            <p:sp>
              <p:nvSpPr>
                <p:cNvPr id="194" name="Rectangle 193">
                  <a:extLst>
                    <a:ext uri="{FF2B5EF4-FFF2-40B4-BE49-F238E27FC236}">
                      <a16:creationId xmlns:a16="http://schemas.microsoft.com/office/drawing/2014/main" id="{5AEDF382-792A-4882-BF26-4B9009557A7B}"/>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95" name="Rectangle 194">
                  <a:extLst>
                    <a:ext uri="{FF2B5EF4-FFF2-40B4-BE49-F238E27FC236}">
                      <a16:creationId xmlns:a16="http://schemas.microsoft.com/office/drawing/2014/main" id="{A4868338-7932-4834-A5ED-45BD3844B229}"/>
                    </a:ext>
                  </a:extLst>
                </p:cNvPr>
                <p:cNvSpPr/>
                <p:nvPr/>
              </p:nvSpPr>
              <p:spPr bwMode="auto">
                <a:xfrm>
                  <a:off x="8719196" y="339894"/>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96" name="Rectangle 195">
                  <a:extLst>
                    <a:ext uri="{FF2B5EF4-FFF2-40B4-BE49-F238E27FC236}">
                      <a16:creationId xmlns:a16="http://schemas.microsoft.com/office/drawing/2014/main" id="{F51A14E2-CD42-48F8-9C6B-C786755BC6CC}"/>
                    </a:ext>
                  </a:extLst>
                </p:cNvPr>
                <p:cNvSpPr/>
                <p:nvPr/>
              </p:nvSpPr>
              <p:spPr bwMode="auto">
                <a:xfrm>
                  <a:off x="9503742"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97" name="TextBox 196">
                  <a:extLst>
                    <a:ext uri="{FF2B5EF4-FFF2-40B4-BE49-F238E27FC236}">
                      <a16:creationId xmlns:a16="http://schemas.microsoft.com/office/drawing/2014/main" id="{5DF139C6-E0EC-4D96-A15E-EFA0E11E361D}"/>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198" name="TextBox 197">
                  <a:extLst>
                    <a:ext uri="{FF2B5EF4-FFF2-40B4-BE49-F238E27FC236}">
                      <a16:creationId xmlns:a16="http://schemas.microsoft.com/office/drawing/2014/main" id="{A53E116E-B254-49A1-AFB3-3E8090629035}"/>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191" name="Arrow: Right 190">
              <a:extLst>
                <a:ext uri="{FF2B5EF4-FFF2-40B4-BE49-F238E27FC236}">
                  <a16:creationId xmlns:a16="http://schemas.microsoft.com/office/drawing/2014/main" id="{8BF71196-69E2-4EA1-855C-BC289D2A66CE}"/>
                </a:ext>
              </a:extLst>
            </p:cNvPr>
            <p:cNvSpPr/>
            <p:nvPr/>
          </p:nvSpPr>
          <p:spPr bwMode="auto">
            <a:xfrm>
              <a:off x="8482818" y="1097280"/>
              <a:ext cx="774108" cy="526683"/>
            </a:xfrm>
            <a:prstGeom prst="right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5</a:t>
              </a:r>
            </a:p>
          </p:txBody>
        </p:sp>
      </p:grpSp>
      <p:grpSp>
        <p:nvGrpSpPr>
          <p:cNvPr id="212" name="Group 211">
            <a:extLst>
              <a:ext uri="{FF2B5EF4-FFF2-40B4-BE49-F238E27FC236}">
                <a16:creationId xmlns:a16="http://schemas.microsoft.com/office/drawing/2014/main" id="{652A9A02-BFF7-4E7E-A096-A2D8D0171CD4}"/>
              </a:ext>
            </a:extLst>
          </p:cNvPr>
          <p:cNvGrpSpPr/>
          <p:nvPr/>
        </p:nvGrpSpPr>
        <p:grpSpPr>
          <a:xfrm>
            <a:off x="2556070" y="3938840"/>
            <a:ext cx="3361779" cy="1453422"/>
            <a:chOff x="8482818" y="451896"/>
            <a:chExt cx="3361779" cy="1453422"/>
          </a:xfrm>
        </p:grpSpPr>
        <p:grpSp>
          <p:nvGrpSpPr>
            <p:cNvPr id="215" name="Group 214">
              <a:extLst>
                <a:ext uri="{FF2B5EF4-FFF2-40B4-BE49-F238E27FC236}">
                  <a16:creationId xmlns:a16="http://schemas.microsoft.com/office/drawing/2014/main" id="{EC22A87D-C271-4AB0-8FEC-7618D9DAA2CC}"/>
                </a:ext>
              </a:extLst>
            </p:cNvPr>
            <p:cNvGrpSpPr/>
            <p:nvPr/>
          </p:nvGrpSpPr>
          <p:grpSpPr>
            <a:xfrm>
              <a:off x="9626925" y="1458892"/>
              <a:ext cx="2217672" cy="446426"/>
              <a:chOff x="8460095" y="1648807"/>
              <a:chExt cx="2217672" cy="446426"/>
            </a:xfrm>
          </p:grpSpPr>
          <p:sp>
            <p:nvSpPr>
              <p:cNvPr id="225" name="Rectangle 224">
                <a:extLst>
                  <a:ext uri="{FF2B5EF4-FFF2-40B4-BE49-F238E27FC236}">
                    <a16:creationId xmlns:a16="http://schemas.microsoft.com/office/drawing/2014/main" id="{9DC77197-E411-4ECF-9442-4D11A116E089}"/>
                  </a:ext>
                </a:extLst>
              </p:cNvPr>
              <p:cNvSpPr/>
              <p:nvPr/>
            </p:nvSpPr>
            <p:spPr bwMode="auto">
              <a:xfrm>
                <a:off x="9861841" y="1863415"/>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6" name="Rectangle 225">
                <a:extLst>
                  <a:ext uri="{FF2B5EF4-FFF2-40B4-BE49-F238E27FC236}">
                    <a16:creationId xmlns:a16="http://schemas.microsoft.com/office/drawing/2014/main" id="{E8D63059-6E2E-4B71-B2B7-701ACA7F62D0}"/>
                  </a:ext>
                </a:extLst>
              </p:cNvPr>
              <p:cNvSpPr/>
              <p:nvPr/>
            </p:nvSpPr>
            <p:spPr bwMode="auto">
              <a:xfrm>
                <a:off x="9930272" y="1648807"/>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7" name="Rectangle 226">
                <a:extLst>
                  <a:ext uri="{FF2B5EF4-FFF2-40B4-BE49-F238E27FC236}">
                    <a16:creationId xmlns:a16="http://schemas.microsoft.com/office/drawing/2014/main" id="{D7027AE6-2D87-481E-A4B7-F4105A99F83A}"/>
                  </a:ext>
                </a:extLst>
              </p:cNvPr>
              <p:cNvSpPr/>
              <p:nvPr/>
            </p:nvSpPr>
            <p:spPr bwMode="auto">
              <a:xfrm>
                <a:off x="8460095" y="1912353"/>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16" name="Group 215">
              <a:extLst>
                <a:ext uri="{FF2B5EF4-FFF2-40B4-BE49-F238E27FC236}">
                  <a16:creationId xmlns:a16="http://schemas.microsoft.com/office/drawing/2014/main" id="{57ED8624-AAAA-45D0-B1C4-4700EFAB2ECF}"/>
                </a:ext>
              </a:extLst>
            </p:cNvPr>
            <p:cNvGrpSpPr/>
            <p:nvPr/>
          </p:nvGrpSpPr>
          <p:grpSpPr>
            <a:xfrm>
              <a:off x="9662430" y="451896"/>
              <a:ext cx="1836964" cy="1413825"/>
              <a:chOff x="7799971" y="705149"/>
              <a:chExt cx="1836964" cy="1413825"/>
            </a:xfrm>
          </p:grpSpPr>
          <p:sp>
            <p:nvSpPr>
              <p:cNvPr id="218" name="TextBox 217">
                <a:extLst>
                  <a:ext uri="{FF2B5EF4-FFF2-40B4-BE49-F238E27FC236}">
                    <a16:creationId xmlns:a16="http://schemas.microsoft.com/office/drawing/2014/main" id="{4B854E2F-2F03-448F-87FD-071974F5D2EC}"/>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219" name="Group 218">
                <a:extLst>
                  <a:ext uri="{FF2B5EF4-FFF2-40B4-BE49-F238E27FC236}">
                    <a16:creationId xmlns:a16="http://schemas.microsoft.com/office/drawing/2014/main" id="{31E2AB88-E225-4221-AD86-EAE842DE83B0}"/>
                  </a:ext>
                </a:extLst>
              </p:cNvPr>
              <p:cNvGrpSpPr/>
              <p:nvPr/>
            </p:nvGrpSpPr>
            <p:grpSpPr>
              <a:xfrm>
                <a:off x="7799971" y="756127"/>
                <a:ext cx="1836964" cy="1362847"/>
                <a:chOff x="7849658" y="15788"/>
                <a:chExt cx="1836964" cy="1362847"/>
              </a:xfrm>
            </p:grpSpPr>
            <p:sp>
              <p:nvSpPr>
                <p:cNvPr id="220" name="Rectangle 219">
                  <a:extLst>
                    <a:ext uri="{FF2B5EF4-FFF2-40B4-BE49-F238E27FC236}">
                      <a16:creationId xmlns:a16="http://schemas.microsoft.com/office/drawing/2014/main" id="{F108697F-2D80-4756-A578-5DFF2EA57E21}"/>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1" name="Rectangle 220">
                  <a:extLst>
                    <a:ext uri="{FF2B5EF4-FFF2-40B4-BE49-F238E27FC236}">
                      <a16:creationId xmlns:a16="http://schemas.microsoft.com/office/drawing/2014/main" id="{9E18DDE7-7214-478E-8AA0-ED512EB0AA2C}"/>
                    </a:ext>
                  </a:extLst>
                </p:cNvPr>
                <p:cNvSpPr/>
                <p:nvPr/>
              </p:nvSpPr>
              <p:spPr bwMode="auto">
                <a:xfrm>
                  <a:off x="8719196" y="339894"/>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2" name="Rectangle 221">
                  <a:extLst>
                    <a:ext uri="{FF2B5EF4-FFF2-40B4-BE49-F238E27FC236}">
                      <a16:creationId xmlns:a16="http://schemas.microsoft.com/office/drawing/2014/main" id="{6B29E088-87AD-472A-8FAE-76F46640E7FF}"/>
                    </a:ext>
                  </a:extLst>
                </p:cNvPr>
                <p:cNvSpPr/>
                <p:nvPr/>
              </p:nvSpPr>
              <p:spPr bwMode="auto">
                <a:xfrm>
                  <a:off x="9503742"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23" name="TextBox 222">
                  <a:extLst>
                    <a:ext uri="{FF2B5EF4-FFF2-40B4-BE49-F238E27FC236}">
                      <a16:creationId xmlns:a16="http://schemas.microsoft.com/office/drawing/2014/main" id="{6CA01866-1CFB-495E-9A7B-96A5679B8FEE}"/>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224" name="TextBox 223">
                  <a:extLst>
                    <a:ext uri="{FF2B5EF4-FFF2-40B4-BE49-F238E27FC236}">
                      <a16:creationId xmlns:a16="http://schemas.microsoft.com/office/drawing/2014/main" id="{2DC49834-7DFD-4A7C-9F82-91053A8028BA}"/>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217" name="Arrow: Right 216">
              <a:extLst>
                <a:ext uri="{FF2B5EF4-FFF2-40B4-BE49-F238E27FC236}">
                  <a16:creationId xmlns:a16="http://schemas.microsoft.com/office/drawing/2014/main" id="{3E996594-E424-4645-A964-0B9885877C20}"/>
                </a:ext>
              </a:extLst>
            </p:cNvPr>
            <p:cNvSpPr/>
            <p:nvPr/>
          </p:nvSpPr>
          <p:spPr bwMode="auto">
            <a:xfrm>
              <a:off x="8482818" y="1097280"/>
              <a:ext cx="774108" cy="526683"/>
            </a:xfrm>
            <a:prstGeom prst="right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6</a:t>
              </a:r>
            </a:p>
          </p:txBody>
        </p:sp>
      </p:grpSp>
      <p:grpSp>
        <p:nvGrpSpPr>
          <p:cNvPr id="238" name="Group 237">
            <a:extLst>
              <a:ext uri="{FF2B5EF4-FFF2-40B4-BE49-F238E27FC236}">
                <a16:creationId xmlns:a16="http://schemas.microsoft.com/office/drawing/2014/main" id="{F32DFE76-FE3C-439F-B7A2-86D2FA0647DB}"/>
              </a:ext>
            </a:extLst>
          </p:cNvPr>
          <p:cNvGrpSpPr/>
          <p:nvPr/>
        </p:nvGrpSpPr>
        <p:grpSpPr>
          <a:xfrm>
            <a:off x="2469752" y="5382468"/>
            <a:ext cx="3361779" cy="1440437"/>
            <a:chOff x="8482818" y="451896"/>
            <a:chExt cx="3361779" cy="1440437"/>
          </a:xfrm>
        </p:grpSpPr>
        <p:grpSp>
          <p:nvGrpSpPr>
            <p:cNvPr id="241" name="Group 240">
              <a:extLst>
                <a:ext uri="{FF2B5EF4-FFF2-40B4-BE49-F238E27FC236}">
                  <a16:creationId xmlns:a16="http://schemas.microsoft.com/office/drawing/2014/main" id="{905D3711-5747-4F0B-B959-35B018EC1BEE}"/>
                </a:ext>
              </a:extLst>
            </p:cNvPr>
            <p:cNvGrpSpPr/>
            <p:nvPr/>
          </p:nvGrpSpPr>
          <p:grpSpPr>
            <a:xfrm>
              <a:off x="11028671" y="1287203"/>
              <a:ext cx="815926" cy="569177"/>
              <a:chOff x="9861841" y="1477118"/>
              <a:chExt cx="815926" cy="569177"/>
            </a:xfrm>
          </p:grpSpPr>
          <p:sp>
            <p:nvSpPr>
              <p:cNvPr id="251" name="Rectangle 250">
                <a:extLst>
                  <a:ext uri="{FF2B5EF4-FFF2-40B4-BE49-F238E27FC236}">
                    <a16:creationId xmlns:a16="http://schemas.microsoft.com/office/drawing/2014/main" id="{4E2836E2-6E11-4582-A796-F30A40C42949}"/>
                  </a:ext>
                </a:extLst>
              </p:cNvPr>
              <p:cNvSpPr/>
              <p:nvPr/>
            </p:nvSpPr>
            <p:spPr bwMode="auto">
              <a:xfrm>
                <a:off x="9861841" y="1863415"/>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52" name="Rectangle 251">
                <a:extLst>
                  <a:ext uri="{FF2B5EF4-FFF2-40B4-BE49-F238E27FC236}">
                    <a16:creationId xmlns:a16="http://schemas.microsoft.com/office/drawing/2014/main" id="{5F42409F-4959-4066-B571-1ECCF06E430A}"/>
                  </a:ext>
                </a:extLst>
              </p:cNvPr>
              <p:cNvSpPr/>
              <p:nvPr/>
            </p:nvSpPr>
            <p:spPr bwMode="auto">
              <a:xfrm>
                <a:off x="9930272" y="1648807"/>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53" name="Rectangle 252">
                <a:extLst>
                  <a:ext uri="{FF2B5EF4-FFF2-40B4-BE49-F238E27FC236}">
                    <a16:creationId xmlns:a16="http://schemas.microsoft.com/office/drawing/2014/main" id="{845F6391-0620-43E6-BFCE-2787DBC5E61D}"/>
                  </a:ext>
                </a:extLst>
              </p:cNvPr>
              <p:cNvSpPr/>
              <p:nvPr/>
            </p:nvSpPr>
            <p:spPr bwMode="auto">
              <a:xfrm>
                <a:off x="10005353" y="1477118"/>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42" name="Group 241">
              <a:extLst>
                <a:ext uri="{FF2B5EF4-FFF2-40B4-BE49-F238E27FC236}">
                  <a16:creationId xmlns:a16="http://schemas.microsoft.com/office/drawing/2014/main" id="{7435668D-6E89-4E97-82C6-1C3595B6666B}"/>
                </a:ext>
              </a:extLst>
            </p:cNvPr>
            <p:cNvGrpSpPr/>
            <p:nvPr/>
          </p:nvGrpSpPr>
          <p:grpSpPr>
            <a:xfrm>
              <a:off x="9662430" y="451896"/>
              <a:ext cx="1836964" cy="1440437"/>
              <a:chOff x="7799971" y="705149"/>
              <a:chExt cx="1836964" cy="1440437"/>
            </a:xfrm>
          </p:grpSpPr>
          <p:sp>
            <p:nvSpPr>
              <p:cNvPr id="244" name="TextBox 243">
                <a:extLst>
                  <a:ext uri="{FF2B5EF4-FFF2-40B4-BE49-F238E27FC236}">
                    <a16:creationId xmlns:a16="http://schemas.microsoft.com/office/drawing/2014/main" id="{BD4E7F49-D927-427B-8E55-131CA617ECCB}"/>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245" name="Group 244">
                <a:extLst>
                  <a:ext uri="{FF2B5EF4-FFF2-40B4-BE49-F238E27FC236}">
                    <a16:creationId xmlns:a16="http://schemas.microsoft.com/office/drawing/2014/main" id="{DF521DC0-1B81-4625-A85E-1C5797017B9C}"/>
                  </a:ext>
                </a:extLst>
              </p:cNvPr>
              <p:cNvGrpSpPr/>
              <p:nvPr/>
            </p:nvGrpSpPr>
            <p:grpSpPr>
              <a:xfrm>
                <a:off x="7799971" y="756127"/>
                <a:ext cx="1836964" cy="1389459"/>
                <a:chOff x="7849658" y="15788"/>
                <a:chExt cx="1836964" cy="1389459"/>
              </a:xfrm>
            </p:grpSpPr>
            <p:sp>
              <p:nvSpPr>
                <p:cNvPr id="246" name="Rectangle 245">
                  <a:extLst>
                    <a:ext uri="{FF2B5EF4-FFF2-40B4-BE49-F238E27FC236}">
                      <a16:creationId xmlns:a16="http://schemas.microsoft.com/office/drawing/2014/main" id="{F6D8A1FF-BAAB-4ADF-A98E-7F41533E04A4}"/>
                    </a:ext>
                  </a:extLst>
                </p:cNvPr>
                <p:cNvSpPr/>
                <p:nvPr/>
              </p:nvSpPr>
              <p:spPr bwMode="auto">
                <a:xfrm>
                  <a:off x="7973933" y="378305"/>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7" name="Rectangle 246">
                  <a:extLst>
                    <a:ext uri="{FF2B5EF4-FFF2-40B4-BE49-F238E27FC236}">
                      <a16:creationId xmlns:a16="http://schemas.microsoft.com/office/drawing/2014/main" id="{5AB423FE-10DD-4F41-AE14-6E62ED803C98}"/>
                    </a:ext>
                  </a:extLst>
                </p:cNvPr>
                <p:cNvSpPr/>
                <p:nvPr/>
              </p:nvSpPr>
              <p:spPr bwMode="auto">
                <a:xfrm>
                  <a:off x="8719196" y="339894"/>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8" name="Rectangle 247">
                  <a:extLst>
                    <a:ext uri="{FF2B5EF4-FFF2-40B4-BE49-F238E27FC236}">
                      <a16:creationId xmlns:a16="http://schemas.microsoft.com/office/drawing/2014/main" id="{80B09DED-E43C-4903-B466-2E581E29E5E4}"/>
                    </a:ext>
                  </a:extLst>
                </p:cNvPr>
                <p:cNvSpPr/>
                <p:nvPr/>
              </p:nvSpPr>
              <p:spPr bwMode="auto">
                <a:xfrm>
                  <a:off x="9503742"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49" name="TextBox 248">
                  <a:extLst>
                    <a:ext uri="{FF2B5EF4-FFF2-40B4-BE49-F238E27FC236}">
                      <a16:creationId xmlns:a16="http://schemas.microsoft.com/office/drawing/2014/main" id="{EE0024FE-D787-4D1A-8AB2-3A3479770D7A}"/>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250" name="TextBox 249">
                  <a:extLst>
                    <a:ext uri="{FF2B5EF4-FFF2-40B4-BE49-F238E27FC236}">
                      <a16:creationId xmlns:a16="http://schemas.microsoft.com/office/drawing/2014/main" id="{90F06FA0-F3D3-4261-83F0-995521D85040}"/>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243" name="Arrow: Right 242">
              <a:extLst>
                <a:ext uri="{FF2B5EF4-FFF2-40B4-BE49-F238E27FC236}">
                  <a16:creationId xmlns:a16="http://schemas.microsoft.com/office/drawing/2014/main" id="{231E8906-ACB3-4E8E-A224-4664B6934A5B}"/>
                </a:ext>
              </a:extLst>
            </p:cNvPr>
            <p:cNvSpPr/>
            <p:nvPr/>
          </p:nvSpPr>
          <p:spPr bwMode="auto">
            <a:xfrm>
              <a:off x="8482818" y="1097280"/>
              <a:ext cx="774108" cy="526683"/>
            </a:xfrm>
            <a:prstGeom prst="right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7</a:t>
              </a:r>
            </a:p>
          </p:txBody>
        </p:sp>
      </p:grpSp>
    </p:spTree>
    <p:extLst>
      <p:ext uri="{BB962C8B-B14F-4D97-AF65-F5344CB8AC3E}">
        <p14:creationId xmlns:p14="http://schemas.microsoft.com/office/powerpoint/2010/main" val="32850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F7866BE-C8AC-4063-9B04-0CF9A8D43A8E}"/>
              </a:ext>
            </a:extLst>
          </p:cNvPr>
          <p:cNvSpPr>
            <a:spLocks noGrp="1" noChangeArrowheads="1"/>
          </p:cNvSpPr>
          <p:nvPr>
            <p:ph type="title"/>
          </p:nvPr>
        </p:nvSpPr>
        <p:spPr>
          <a:xfrm>
            <a:off x="2209800" y="76200"/>
            <a:ext cx="7772400" cy="609600"/>
          </a:xfrm>
        </p:spPr>
        <p:txBody>
          <a:bodyPr/>
          <a:lstStyle/>
          <a:p>
            <a:pPr eaLnBrk="1" hangingPunct="1"/>
            <a:r>
              <a:rPr lang="en-US" altLang="zh-TW" sz="4000">
                <a:ea typeface="PMingLiU" panose="02020500000000000000" pitchFamily="18" charset="-120"/>
              </a:rPr>
              <a:t>Towers of Hanoi</a:t>
            </a:r>
          </a:p>
        </p:txBody>
      </p:sp>
      <p:pic>
        <p:nvPicPr>
          <p:cNvPr id="49155" name="Picture 3">
            <a:extLst>
              <a:ext uri="{FF2B5EF4-FFF2-40B4-BE49-F238E27FC236}">
                <a16:creationId xmlns:a16="http://schemas.microsoft.com/office/drawing/2014/main" id="{09E5CDBD-92DA-4129-B4C6-2D37CC7FD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838201"/>
            <a:ext cx="826770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156" name="Group 6">
            <a:extLst>
              <a:ext uri="{FF2B5EF4-FFF2-40B4-BE49-F238E27FC236}">
                <a16:creationId xmlns:a16="http://schemas.microsoft.com/office/drawing/2014/main" id="{F8F0A929-4F63-4D28-B35C-B7837E10A9A6}"/>
              </a:ext>
            </a:extLst>
          </p:cNvPr>
          <p:cNvGrpSpPr>
            <a:grpSpLocks/>
          </p:cNvGrpSpPr>
          <p:nvPr/>
        </p:nvGrpSpPr>
        <p:grpSpPr bwMode="auto">
          <a:xfrm>
            <a:off x="2743200" y="5486400"/>
            <a:ext cx="7094538" cy="630238"/>
            <a:chOff x="230" y="3484"/>
            <a:chExt cx="4469" cy="397"/>
          </a:xfrm>
        </p:grpSpPr>
        <p:sp>
          <p:nvSpPr>
            <p:cNvPr id="49158" name="Text Box 4">
              <a:extLst>
                <a:ext uri="{FF2B5EF4-FFF2-40B4-BE49-F238E27FC236}">
                  <a16:creationId xmlns:a16="http://schemas.microsoft.com/office/drawing/2014/main" id="{FFE803B7-602D-4519-9946-2396DFC352A4}"/>
                </a:ext>
              </a:extLst>
            </p:cNvPr>
            <p:cNvSpPr txBox="1">
              <a:spLocks noChangeArrowheads="1"/>
            </p:cNvSpPr>
            <p:nvPr/>
          </p:nvSpPr>
          <p:spPr bwMode="auto">
            <a:xfrm>
              <a:off x="230" y="3516"/>
              <a:ext cx="383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32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Time: T(1)=1, T(n) = 2T(n-1) + 1 = </a:t>
              </a:r>
            </a:p>
          </p:txBody>
        </p:sp>
        <p:sp>
          <p:nvSpPr>
            <p:cNvPr id="49159" name="Text Box 5">
              <a:extLst>
                <a:ext uri="{FF2B5EF4-FFF2-40B4-BE49-F238E27FC236}">
                  <a16:creationId xmlns:a16="http://schemas.microsoft.com/office/drawing/2014/main" id="{558452AB-0E9E-4DBE-9E7E-47DF9164B1AA}"/>
                </a:ext>
              </a:extLst>
            </p:cNvPr>
            <p:cNvSpPr txBox="1">
              <a:spLocks noChangeArrowheads="1"/>
            </p:cNvSpPr>
            <p:nvPr/>
          </p:nvSpPr>
          <p:spPr bwMode="auto">
            <a:xfrm>
              <a:off x="4004" y="3484"/>
              <a:ext cx="69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3200" b="0" i="0" u="none" strike="noStrike" kern="1200" cap="none" spc="0" normalizeH="0" baseline="0" noProof="0">
                  <a:ln>
                    <a:noFill/>
                  </a:ln>
                  <a:solidFill>
                    <a:srgbClr val="FFFFFF"/>
                  </a:solidFill>
                  <a:effectLst/>
                  <a:uLnTx/>
                  <a:uFillTx/>
                  <a:latin typeface="Symbol" panose="05050102010706020507" pitchFamily="18" charset="2"/>
                  <a:ea typeface="PMingLiU" panose="02020500000000000000" pitchFamily="18" charset="-120"/>
                  <a:cs typeface="+mn-cs"/>
                  <a:sym typeface="Symbol" panose="05050102010706020507" pitchFamily="18" charset="2"/>
                </a:rPr>
                <a:t></a:t>
              </a:r>
              <a:r>
                <a:rPr kumimoji="0" lang="en-US" altLang="zh-TW" sz="32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(2</a:t>
              </a:r>
              <a:r>
                <a:rPr kumimoji="0" lang="en-US" altLang="zh-TW" sz="3200" b="0" i="0" u="none" strike="noStrike" kern="1200" cap="none" spc="0" normalizeH="0" baseline="30000" noProof="0">
                  <a:ln>
                    <a:noFill/>
                  </a:ln>
                  <a:solidFill>
                    <a:srgbClr val="FFFFFF"/>
                  </a:solidFill>
                  <a:effectLst/>
                  <a:uLnTx/>
                  <a:uFillTx/>
                  <a:latin typeface="Times New Roman" panose="02020603050405020304" pitchFamily="18" charset="0"/>
                  <a:ea typeface="PMingLiU" panose="02020500000000000000" pitchFamily="18" charset="-120"/>
                  <a:cs typeface="+mn-cs"/>
                </a:rPr>
                <a:t>n</a:t>
              </a:r>
              <a:r>
                <a:rPr kumimoji="0" lang="en-US" altLang="zh-TW" sz="3200" b="0" i="0" u="none" strike="noStrike" kern="1200" cap="none" spc="0" normalizeH="0" baseline="0" noProof="0">
                  <a:ln>
                    <a:noFill/>
                  </a:ln>
                  <a:solidFill>
                    <a:srgbClr val="FFFFFF"/>
                  </a:solidFill>
                  <a:effectLst/>
                  <a:uLnTx/>
                  <a:uFillTx/>
                  <a:latin typeface="Times New Roman" panose="02020603050405020304" pitchFamily="18" charset="0"/>
                  <a:ea typeface="PMingLiU" panose="02020500000000000000" pitchFamily="18" charset="-120"/>
                  <a:cs typeface="+mn-cs"/>
                </a:rPr>
                <a:t>)</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 name="Group 367">
            <a:extLst>
              <a:ext uri="{FF2B5EF4-FFF2-40B4-BE49-F238E27FC236}">
                <a16:creationId xmlns:a16="http://schemas.microsoft.com/office/drawing/2014/main" id="{BE1BF151-A9B8-4E30-AC3B-C3A26D449893}"/>
              </a:ext>
            </a:extLst>
          </p:cNvPr>
          <p:cNvGrpSpPr/>
          <p:nvPr/>
        </p:nvGrpSpPr>
        <p:grpSpPr>
          <a:xfrm>
            <a:off x="655943" y="146615"/>
            <a:ext cx="6441276" cy="6564769"/>
            <a:chOff x="2639488" y="11853"/>
            <a:chExt cx="6441276" cy="6564769"/>
          </a:xfrm>
        </p:grpSpPr>
        <p:grpSp>
          <p:nvGrpSpPr>
            <p:cNvPr id="244" name="Group 243">
              <a:extLst>
                <a:ext uri="{FF2B5EF4-FFF2-40B4-BE49-F238E27FC236}">
                  <a16:creationId xmlns:a16="http://schemas.microsoft.com/office/drawing/2014/main" id="{0FA1AE75-A0B2-4C50-ADB1-C77AC7E44E4A}"/>
                </a:ext>
              </a:extLst>
            </p:cNvPr>
            <p:cNvGrpSpPr/>
            <p:nvPr/>
          </p:nvGrpSpPr>
          <p:grpSpPr>
            <a:xfrm>
              <a:off x="2639488" y="309883"/>
              <a:ext cx="6441276" cy="5440846"/>
              <a:chOff x="1672625" y="276843"/>
              <a:chExt cx="7357106" cy="6528569"/>
            </a:xfrm>
          </p:grpSpPr>
          <p:sp>
            <p:nvSpPr>
              <p:cNvPr id="2" name="Isosceles Triangle 1">
                <a:extLst>
                  <a:ext uri="{FF2B5EF4-FFF2-40B4-BE49-F238E27FC236}">
                    <a16:creationId xmlns:a16="http://schemas.microsoft.com/office/drawing/2014/main" id="{C15A84E6-445D-4E2C-BDC4-348253D08BE7}"/>
                  </a:ext>
                </a:extLst>
              </p:cNvPr>
              <p:cNvSpPr/>
              <p:nvPr/>
            </p:nvSpPr>
            <p:spPr>
              <a:xfrm>
                <a:off x="4180896" y="276843"/>
                <a:ext cx="2215662" cy="233523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sosceles Triangle 2">
                <a:extLst>
                  <a:ext uri="{FF2B5EF4-FFF2-40B4-BE49-F238E27FC236}">
                    <a16:creationId xmlns:a16="http://schemas.microsoft.com/office/drawing/2014/main" id="{A3CFB4CB-DD45-4AB6-8462-A47ADB76E937}"/>
                  </a:ext>
                </a:extLst>
              </p:cNvPr>
              <p:cNvSpPr/>
              <p:nvPr/>
            </p:nvSpPr>
            <p:spPr>
              <a:xfrm>
                <a:off x="2489980" y="3547403"/>
                <a:ext cx="1516966" cy="186865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 name="Group 8">
                <a:extLst>
                  <a:ext uri="{FF2B5EF4-FFF2-40B4-BE49-F238E27FC236}">
                    <a16:creationId xmlns:a16="http://schemas.microsoft.com/office/drawing/2014/main" id="{10496E96-DF44-4C76-B7BE-CCD1E8656955}"/>
                  </a:ext>
                </a:extLst>
              </p:cNvPr>
              <p:cNvGrpSpPr>
                <a:grpSpLocks/>
              </p:cNvGrpSpPr>
              <p:nvPr/>
            </p:nvGrpSpPr>
            <p:grpSpPr bwMode="auto">
              <a:xfrm>
                <a:off x="3027800" y="2078681"/>
                <a:ext cx="441325" cy="1066800"/>
                <a:chOff x="864" y="465"/>
                <a:chExt cx="1046" cy="2358"/>
              </a:xfrm>
            </p:grpSpPr>
            <p:grpSp>
              <p:nvGrpSpPr>
                <p:cNvPr id="6" name="Group 9">
                  <a:extLst>
                    <a:ext uri="{FF2B5EF4-FFF2-40B4-BE49-F238E27FC236}">
                      <a16:creationId xmlns:a16="http://schemas.microsoft.com/office/drawing/2014/main" id="{7CAC9070-471B-41FC-8A1F-DA2320287672}"/>
                    </a:ext>
                  </a:extLst>
                </p:cNvPr>
                <p:cNvGrpSpPr>
                  <a:grpSpLocks/>
                </p:cNvGrpSpPr>
                <p:nvPr/>
              </p:nvGrpSpPr>
              <p:grpSpPr bwMode="auto">
                <a:xfrm>
                  <a:off x="864" y="465"/>
                  <a:ext cx="1008" cy="2319"/>
                  <a:chOff x="587" y="528"/>
                  <a:chExt cx="1008" cy="2319"/>
                </a:xfrm>
              </p:grpSpPr>
              <p:grpSp>
                <p:nvGrpSpPr>
                  <p:cNvPr id="9" name="Group 10">
                    <a:extLst>
                      <a:ext uri="{FF2B5EF4-FFF2-40B4-BE49-F238E27FC236}">
                        <a16:creationId xmlns:a16="http://schemas.microsoft.com/office/drawing/2014/main" id="{EDB40CF2-61A4-4442-8F3B-0661107BA0CB}"/>
                      </a:ext>
                    </a:extLst>
                  </p:cNvPr>
                  <p:cNvGrpSpPr>
                    <a:grpSpLocks/>
                  </p:cNvGrpSpPr>
                  <p:nvPr/>
                </p:nvGrpSpPr>
                <p:grpSpPr bwMode="auto">
                  <a:xfrm>
                    <a:off x="587" y="528"/>
                    <a:ext cx="1008" cy="2319"/>
                    <a:chOff x="587" y="528"/>
                    <a:chExt cx="1008" cy="2319"/>
                  </a:xfrm>
                </p:grpSpPr>
                <p:grpSp>
                  <p:nvGrpSpPr>
                    <p:cNvPr id="11" name="Group 11">
                      <a:extLst>
                        <a:ext uri="{FF2B5EF4-FFF2-40B4-BE49-F238E27FC236}">
                          <a16:creationId xmlns:a16="http://schemas.microsoft.com/office/drawing/2014/main" id="{74C17F91-402B-4718-9196-0B52D5462A89}"/>
                        </a:ext>
                      </a:extLst>
                    </p:cNvPr>
                    <p:cNvGrpSpPr>
                      <a:grpSpLocks/>
                    </p:cNvGrpSpPr>
                    <p:nvPr/>
                  </p:nvGrpSpPr>
                  <p:grpSpPr bwMode="auto">
                    <a:xfrm>
                      <a:off x="587" y="528"/>
                      <a:ext cx="1008" cy="2319"/>
                      <a:chOff x="1151" y="1104"/>
                      <a:chExt cx="686" cy="1741"/>
                    </a:xfrm>
                  </p:grpSpPr>
                  <p:sp>
                    <p:nvSpPr>
                      <p:cNvPr id="18" name="Freeform 12">
                        <a:extLst>
                          <a:ext uri="{FF2B5EF4-FFF2-40B4-BE49-F238E27FC236}">
                            <a16:creationId xmlns:a16="http://schemas.microsoft.com/office/drawing/2014/main" id="{B447D7C7-4D58-40E4-B7E2-512AD28AA1F3}"/>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13">
                        <a:extLst>
                          <a:ext uri="{FF2B5EF4-FFF2-40B4-BE49-F238E27FC236}">
                            <a16:creationId xmlns:a16="http://schemas.microsoft.com/office/drawing/2014/main" id="{E6F71B1C-3CBD-4B1C-8D79-5154EA0FA1E5}"/>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14">
                        <a:extLst>
                          <a:ext uri="{FF2B5EF4-FFF2-40B4-BE49-F238E27FC236}">
                            <a16:creationId xmlns:a16="http://schemas.microsoft.com/office/drawing/2014/main" id="{BC2F567B-2E1C-4D1A-81FF-D7C1EB3893C9}"/>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15">
                        <a:extLst>
                          <a:ext uri="{FF2B5EF4-FFF2-40B4-BE49-F238E27FC236}">
                            <a16:creationId xmlns:a16="http://schemas.microsoft.com/office/drawing/2014/main" id="{21DFE9BE-87C2-43DD-9C38-4D31CA4189AF}"/>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16">
                        <a:extLst>
                          <a:ext uri="{FF2B5EF4-FFF2-40B4-BE49-F238E27FC236}">
                            <a16:creationId xmlns:a16="http://schemas.microsoft.com/office/drawing/2014/main" id="{DC7C29DA-B280-4284-9646-1A52F72D9FC0}"/>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17">
                        <a:extLst>
                          <a:ext uri="{FF2B5EF4-FFF2-40B4-BE49-F238E27FC236}">
                            <a16:creationId xmlns:a16="http://schemas.microsoft.com/office/drawing/2014/main" id="{D831AABA-470F-4FB8-923E-2535D45C3474}"/>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18">
                        <a:extLst>
                          <a:ext uri="{FF2B5EF4-FFF2-40B4-BE49-F238E27FC236}">
                            <a16:creationId xmlns:a16="http://schemas.microsoft.com/office/drawing/2014/main" id="{A95FEB37-4545-466B-ADBB-38F116089022}"/>
                          </a:ext>
                        </a:extLst>
                      </p:cNvPr>
                      <p:cNvGrpSpPr>
                        <a:grpSpLocks/>
                      </p:cNvGrpSpPr>
                      <p:nvPr/>
                    </p:nvGrpSpPr>
                    <p:grpSpPr bwMode="auto">
                      <a:xfrm flipH="1">
                        <a:off x="1212" y="1104"/>
                        <a:ext cx="277" cy="235"/>
                        <a:chOff x="1590" y="1104"/>
                        <a:chExt cx="277" cy="235"/>
                      </a:xfrm>
                    </p:grpSpPr>
                    <p:sp>
                      <p:nvSpPr>
                        <p:cNvPr id="25" name="Freeform 19">
                          <a:extLst>
                            <a:ext uri="{FF2B5EF4-FFF2-40B4-BE49-F238E27FC236}">
                              <a16:creationId xmlns:a16="http://schemas.microsoft.com/office/drawing/2014/main" id="{4195F5EA-7D3F-45B0-B19A-73729A0A17B1}"/>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20">
                          <a:extLst>
                            <a:ext uri="{FF2B5EF4-FFF2-40B4-BE49-F238E27FC236}">
                              <a16:creationId xmlns:a16="http://schemas.microsoft.com/office/drawing/2014/main" id="{7748899A-4B3A-4704-A0F0-F1E020A7D28A}"/>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Freeform 21">
                          <a:extLst>
                            <a:ext uri="{FF2B5EF4-FFF2-40B4-BE49-F238E27FC236}">
                              <a16:creationId xmlns:a16="http://schemas.microsoft.com/office/drawing/2014/main" id="{C356C71E-49CC-46BE-81CB-2722E284054D}"/>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Freeform 22">
                          <a:extLst>
                            <a:ext uri="{FF2B5EF4-FFF2-40B4-BE49-F238E27FC236}">
                              <a16:creationId xmlns:a16="http://schemas.microsoft.com/office/drawing/2014/main" id="{29563AE7-3865-4CB5-9CAE-42A77C84D80C}"/>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12" name="Group 23">
                      <a:extLst>
                        <a:ext uri="{FF2B5EF4-FFF2-40B4-BE49-F238E27FC236}">
                          <a16:creationId xmlns:a16="http://schemas.microsoft.com/office/drawing/2014/main" id="{EF715BB8-3E71-41BB-B604-E3EBEB5B14FC}"/>
                        </a:ext>
                      </a:extLst>
                    </p:cNvPr>
                    <p:cNvGrpSpPr>
                      <a:grpSpLocks/>
                    </p:cNvGrpSpPr>
                    <p:nvPr/>
                  </p:nvGrpSpPr>
                  <p:grpSpPr bwMode="auto">
                    <a:xfrm rot="4286940" flipH="1">
                      <a:off x="1038" y="766"/>
                      <a:ext cx="141" cy="50"/>
                      <a:chOff x="4032" y="2817"/>
                      <a:chExt cx="417" cy="635"/>
                    </a:xfrm>
                  </p:grpSpPr>
                  <p:sp>
                    <p:nvSpPr>
                      <p:cNvPr id="16" name="Oval 24">
                        <a:extLst>
                          <a:ext uri="{FF2B5EF4-FFF2-40B4-BE49-F238E27FC236}">
                            <a16:creationId xmlns:a16="http://schemas.microsoft.com/office/drawing/2014/main" id="{43D012B1-47E4-4340-92D6-5E64692BA40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7" name="Oval 25">
                        <a:extLst>
                          <a:ext uri="{FF2B5EF4-FFF2-40B4-BE49-F238E27FC236}">
                            <a16:creationId xmlns:a16="http://schemas.microsoft.com/office/drawing/2014/main" id="{77B43114-41CF-4941-99D5-E22B42747098}"/>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13" name="Group 26">
                      <a:extLst>
                        <a:ext uri="{FF2B5EF4-FFF2-40B4-BE49-F238E27FC236}">
                          <a16:creationId xmlns:a16="http://schemas.microsoft.com/office/drawing/2014/main" id="{03B4BAB5-BA4D-476F-9CDF-249F3F77E993}"/>
                        </a:ext>
                      </a:extLst>
                    </p:cNvPr>
                    <p:cNvGrpSpPr>
                      <a:grpSpLocks/>
                    </p:cNvGrpSpPr>
                    <p:nvPr/>
                  </p:nvGrpSpPr>
                  <p:grpSpPr bwMode="auto">
                    <a:xfrm rot="4286940" flipH="1">
                      <a:off x="962" y="766"/>
                      <a:ext cx="141" cy="50"/>
                      <a:chOff x="4032" y="2817"/>
                      <a:chExt cx="417" cy="635"/>
                    </a:xfrm>
                  </p:grpSpPr>
                  <p:sp>
                    <p:nvSpPr>
                      <p:cNvPr id="14" name="Oval 27">
                        <a:extLst>
                          <a:ext uri="{FF2B5EF4-FFF2-40B4-BE49-F238E27FC236}">
                            <a16:creationId xmlns:a16="http://schemas.microsoft.com/office/drawing/2014/main" id="{57797184-0C41-44F8-A1CF-FE071CD16BD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5" name="Oval 28">
                        <a:extLst>
                          <a:ext uri="{FF2B5EF4-FFF2-40B4-BE49-F238E27FC236}">
                            <a16:creationId xmlns:a16="http://schemas.microsoft.com/office/drawing/2014/main" id="{C9B84979-864E-4DA6-BD42-ECECC3662BE7}"/>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10" name="Oval 29">
                    <a:extLst>
                      <a:ext uri="{FF2B5EF4-FFF2-40B4-BE49-F238E27FC236}">
                        <a16:creationId xmlns:a16="http://schemas.microsoft.com/office/drawing/2014/main" id="{175C682D-4BB2-477A-B866-21916C665D02}"/>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7" name="Freeform 30">
                  <a:extLst>
                    <a:ext uri="{FF2B5EF4-FFF2-40B4-BE49-F238E27FC236}">
                      <a16:creationId xmlns:a16="http://schemas.microsoft.com/office/drawing/2014/main" id="{AE5EBCCF-C4E9-43DE-AD12-D1A8C0D9B6DE}"/>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31">
                  <a:extLst>
                    <a:ext uri="{FF2B5EF4-FFF2-40B4-BE49-F238E27FC236}">
                      <a16:creationId xmlns:a16="http://schemas.microsoft.com/office/drawing/2014/main" id="{79A3DC0C-CF7F-47AE-A284-6647C0DE1A12}"/>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 name="Rectangle 28">
                <a:extLst>
                  <a:ext uri="{FF2B5EF4-FFF2-40B4-BE49-F238E27FC236}">
                    <a16:creationId xmlns:a16="http://schemas.microsoft.com/office/drawing/2014/main" id="{1DE31108-FBB4-43A1-86EC-635FCEEA9EB3}"/>
                  </a:ext>
                </a:extLst>
              </p:cNvPr>
              <p:cNvSpPr/>
              <p:nvPr/>
            </p:nvSpPr>
            <p:spPr>
              <a:xfrm>
                <a:off x="4481455" y="2010634"/>
                <a:ext cx="1614545" cy="584775"/>
              </a:xfrm>
              <a:prstGeom prst="rect">
                <a:avLst/>
              </a:prstGeom>
              <a:solidFill>
                <a:schemeClr val="accent1">
                  <a:lumMod val="40000"/>
                  <a:lumOff val="60000"/>
                </a:schemeClr>
              </a:solid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FF0000"/>
                    </a:solidFill>
                    <a:effectLst/>
                    <a:uLnTx/>
                    <a:uFillTx/>
                    <a:latin typeface="Calibri" panose="020F0502020204030204"/>
                    <a:ea typeface="+mn-ea"/>
                    <a:cs typeface="+mn-cs"/>
                  </a:rPr>
                  <a:t>3,A, C,B </a:t>
                </a:r>
              </a:p>
            </p:txBody>
          </p:sp>
          <p:sp>
            <p:nvSpPr>
              <p:cNvPr id="31" name="Rectangle 30">
                <a:extLst>
                  <a:ext uri="{FF2B5EF4-FFF2-40B4-BE49-F238E27FC236}">
                    <a16:creationId xmlns:a16="http://schemas.microsoft.com/office/drawing/2014/main" id="{B20654CD-783B-4D43-9920-CCE8DA63F97F}"/>
                  </a:ext>
                </a:extLst>
              </p:cNvPr>
              <p:cNvSpPr/>
              <p:nvPr/>
            </p:nvSpPr>
            <p:spPr>
              <a:xfrm>
                <a:off x="2646679" y="4954396"/>
                <a:ext cx="1248290" cy="461665"/>
              </a:xfrm>
              <a:prstGeom prst="rect">
                <a:avLst/>
              </a:prstGeom>
              <a:solidFill>
                <a:schemeClr val="accent1">
                  <a:lumMod val="40000"/>
                  <a:lumOff val="60000"/>
                </a:schemeClr>
              </a:solid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solidFill>
                      <a:srgbClr val="FF0000"/>
                    </a:solidFill>
                    <a:effectLst/>
                    <a:uLnTx/>
                    <a:uFillTx/>
                    <a:latin typeface="Calibri" panose="020F0502020204030204"/>
                    <a:ea typeface="+mn-ea"/>
                    <a:cs typeface="+mn-cs"/>
                  </a:rPr>
                  <a:t>2,A, B,C </a:t>
                </a:r>
              </a:p>
            </p:txBody>
          </p:sp>
          <p:cxnSp>
            <p:nvCxnSpPr>
              <p:cNvPr id="33" name="Straight Arrow Connector 32">
                <a:extLst>
                  <a:ext uri="{FF2B5EF4-FFF2-40B4-BE49-F238E27FC236}">
                    <a16:creationId xmlns:a16="http://schemas.microsoft.com/office/drawing/2014/main" id="{EF7BC0B1-83C9-4DE2-BD8D-5E53C1F55DCD}"/>
                  </a:ext>
                </a:extLst>
              </p:cNvPr>
              <p:cNvCxnSpPr>
                <a:cxnSpLocks/>
                <a:stCxn id="29" idx="2"/>
              </p:cNvCxnSpPr>
              <p:nvPr/>
            </p:nvCxnSpPr>
            <p:spPr>
              <a:xfrm flipH="1">
                <a:off x="3387377" y="2595409"/>
                <a:ext cx="1901351" cy="942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F52EB40-B70C-4E41-8BC1-2A029901EE3D}"/>
                  </a:ext>
                </a:extLst>
              </p:cNvPr>
              <p:cNvSpPr txBox="1"/>
              <p:nvPr/>
            </p:nvSpPr>
            <p:spPr>
              <a:xfrm>
                <a:off x="3547240" y="3042099"/>
                <a:ext cx="165487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Get it done first</a:t>
                </a:r>
              </a:p>
            </p:txBody>
          </p:sp>
          <p:grpSp>
            <p:nvGrpSpPr>
              <p:cNvPr id="36" name="Group 8">
                <a:extLst>
                  <a:ext uri="{FF2B5EF4-FFF2-40B4-BE49-F238E27FC236}">
                    <a16:creationId xmlns:a16="http://schemas.microsoft.com/office/drawing/2014/main" id="{0AD9A2B9-26FC-4BA7-9E98-4386FA87E30B}"/>
                  </a:ext>
                </a:extLst>
              </p:cNvPr>
              <p:cNvGrpSpPr>
                <a:grpSpLocks/>
              </p:cNvGrpSpPr>
              <p:nvPr/>
            </p:nvGrpSpPr>
            <p:grpSpPr bwMode="auto">
              <a:xfrm>
                <a:off x="5026901" y="3538074"/>
                <a:ext cx="441325" cy="1066800"/>
                <a:chOff x="864" y="465"/>
                <a:chExt cx="1046" cy="2358"/>
              </a:xfrm>
            </p:grpSpPr>
            <p:grpSp>
              <p:nvGrpSpPr>
                <p:cNvPr id="37" name="Group 9">
                  <a:extLst>
                    <a:ext uri="{FF2B5EF4-FFF2-40B4-BE49-F238E27FC236}">
                      <a16:creationId xmlns:a16="http://schemas.microsoft.com/office/drawing/2014/main" id="{DEEDDD67-8DFC-47EB-B560-D07D585E11D5}"/>
                    </a:ext>
                  </a:extLst>
                </p:cNvPr>
                <p:cNvGrpSpPr>
                  <a:grpSpLocks/>
                </p:cNvGrpSpPr>
                <p:nvPr/>
              </p:nvGrpSpPr>
              <p:grpSpPr bwMode="auto">
                <a:xfrm>
                  <a:off x="864" y="465"/>
                  <a:ext cx="1008" cy="2319"/>
                  <a:chOff x="587" y="528"/>
                  <a:chExt cx="1008" cy="2319"/>
                </a:xfrm>
              </p:grpSpPr>
              <p:grpSp>
                <p:nvGrpSpPr>
                  <p:cNvPr id="40" name="Group 10">
                    <a:extLst>
                      <a:ext uri="{FF2B5EF4-FFF2-40B4-BE49-F238E27FC236}">
                        <a16:creationId xmlns:a16="http://schemas.microsoft.com/office/drawing/2014/main" id="{841AAB7A-34C8-4F5B-9421-232B92CA7BED}"/>
                      </a:ext>
                    </a:extLst>
                  </p:cNvPr>
                  <p:cNvGrpSpPr>
                    <a:grpSpLocks/>
                  </p:cNvGrpSpPr>
                  <p:nvPr/>
                </p:nvGrpSpPr>
                <p:grpSpPr bwMode="auto">
                  <a:xfrm>
                    <a:off x="587" y="528"/>
                    <a:ext cx="1008" cy="2319"/>
                    <a:chOff x="587" y="528"/>
                    <a:chExt cx="1008" cy="2319"/>
                  </a:xfrm>
                </p:grpSpPr>
                <p:grpSp>
                  <p:nvGrpSpPr>
                    <p:cNvPr id="42" name="Group 11">
                      <a:extLst>
                        <a:ext uri="{FF2B5EF4-FFF2-40B4-BE49-F238E27FC236}">
                          <a16:creationId xmlns:a16="http://schemas.microsoft.com/office/drawing/2014/main" id="{C33FCB05-2721-40DD-AA66-7070BA0B22F0}"/>
                        </a:ext>
                      </a:extLst>
                    </p:cNvPr>
                    <p:cNvGrpSpPr>
                      <a:grpSpLocks/>
                    </p:cNvGrpSpPr>
                    <p:nvPr/>
                  </p:nvGrpSpPr>
                  <p:grpSpPr bwMode="auto">
                    <a:xfrm>
                      <a:off x="587" y="528"/>
                      <a:ext cx="1008" cy="2319"/>
                      <a:chOff x="1151" y="1104"/>
                      <a:chExt cx="686" cy="1741"/>
                    </a:xfrm>
                  </p:grpSpPr>
                  <p:sp>
                    <p:nvSpPr>
                      <p:cNvPr id="49" name="Freeform 12">
                        <a:extLst>
                          <a:ext uri="{FF2B5EF4-FFF2-40B4-BE49-F238E27FC236}">
                            <a16:creationId xmlns:a16="http://schemas.microsoft.com/office/drawing/2014/main" id="{77AC1004-5F04-47FD-B946-3DF973857DB4}"/>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13">
                        <a:extLst>
                          <a:ext uri="{FF2B5EF4-FFF2-40B4-BE49-F238E27FC236}">
                            <a16:creationId xmlns:a16="http://schemas.microsoft.com/office/drawing/2014/main" id="{A6FB26C1-CF56-4F17-910D-1536412D6ABA}"/>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Freeform 14">
                        <a:extLst>
                          <a:ext uri="{FF2B5EF4-FFF2-40B4-BE49-F238E27FC236}">
                            <a16:creationId xmlns:a16="http://schemas.microsoft.com/office/drawing/2014/main" id="{BA9B29E8-7E5E-4D57-931D-2CBE4C1F3EE9}"/>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15">
                        <a:extLst>
                          <a:ext uri="{FF2B5EF4-FFF2-40B4-BE49-F238E27FC236}">
                            <a16:creationId xmlns:a16="http://schemas.microsoft.com/office/drawing/2014/main" id="{E968ACBB-B2F9-4722-919C-538CAAAE5953}"/>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Freeform 16">
                        <a:extLst>
                          <a:ext uri="{FF2B5EF4-FFF2-40B4-BE49-F238E27FC236}">
                            <a16:creationId xmlns:a16="http://schemas.microsoft.com/office/drawing/2014/main" id="{12EFE33B-4973-4002-B562-3A63985E1F69}"/>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Freeform 17">
                        <a:extLst>
                          <a:ext uri="{FF2B5EF4-FFF2-40B4-BE49-F238E27FC236}">
                            <a16:creationId xmlns:a16="http://schemas.microsoft.com/office/drawing/2014/main" id="{C06CF19A-45C1-4FA7-9F98-BF6EDD734B18}"/>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5" name="Group 18">
                        <a:extLst>
                          <a:ext uri="{FF2B5EF4-FFF2-40B4-BE49-F238E27FC236}">
                            <a16:creationId xmlns:a16="http://schemas.microsoft.com/office/drawing/2014/main" id="{AF87747F-E9B9-47BC-9970-0FE8795DEE6F}"/>
                          </a:ext>
                        </a:extLst>
                      </p:cNvPr>
                      <p:cNvGrpSpPr>
                        <a:grpSpLocks/>
                      </p:cNvGrpSpPr>
                      <p:nvPr/>
                    </p:nvGrpSpPr>
                    <p:grpSpPr bwMode="auto">
                      <a:xfrm flipH="1">
                        <a:off x="1212" y="1104"/>
                        <a:ext cx="277" cy="235"/>
                        <a:chOff x="1590" y="1104"/>
                        <a:chExt cx="277" cy="235"/>
                      </a:xfrm>
                    </p:grpSpPr>
                    <p:sp>
                      <p:nvSpPr>
                        <p:cNvPr id="56" name="Freeform 19">
                          <a:extLst>
                            <a:ext uri="{FF2B5EF4-FFF2-40B4-BE49-F238E27FC236}">
                              <a16:creationId xmlns:a16="http://schemas.microsoft.com/office/drawing/2014/main" id="{83CC5435-3D4F-43C6-8877-2C632CA860A3}"/>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Freeform 20">
                          <a:extLst>
                            <a:ext uri="{FF2B5EF4-FFF2-40B4-BE49-F238E27FC236}">
                              <a16:creationId xmlns:a16="http://schemas.microsoft.com/office/drawing/2014/main" id="{75BCD40B-64CE-45C4-94BF-A2678918DDC0}"/>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21">
                          <a:extLst>
                            <a:ext uri="{FF2B5EF4-FFF2-40B4-BE49-F238E27FC236}">
                              <a16:creationId xmlns:a16="http://schemas.microsoft.com/office/drawing/2014/main" id="{6FC580F0-A27E-49E1-A934-2DA343C5BDAE}"/>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Freeform 22">
                          <a:extLst>
                            <a:ext uri="{FF2B5EF4-FFF2-40B4-BE49-F238E27FC236}">
                              <a16:creationId xmlns:a16="http://schemas.microsoft.com/office/drawing/2014/main" id="{609BD02D-F07E-4044-93E3-3E1DC9F57441}"/>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43" name="Group 23">
                      <a:extLst>
                        <a:ext uri="{FF2B5EF4-FFF2-40B4-BE49-F238E27FC236}">
                          <a16:creationId xmlns:a16="http://schemas.microsoft.com/office/drawing/2014/main" id="{FD92749A-E3A3-4374-8CAB-E1770F32A0BA}"/>
                        </a:ext>
                      </a:extLst>
                    </p:cNvPr>
                    <p:cNvGrpSpPr>
                      <a:grpSpLocks/>
                    </p:cNvGrpSpPr>
                    <p:nvPr/>
                  </p:nvGrpSpPr>
                  <p:grpSpPr bwMode="auto">
                    <a:xfrm rot="4286940" flipH="1">
                      <a:off x="1038" y="766"/>
                      <a:ext cx="141" cy="50"/>
                      <a:chOff x="4032" y="2817"/>
                      <a:chExt cx="417" cy="635"/>
                    </a:xfrm>
                  </p:grpSpPr>
                  <p:sp>
                    <p:nvSpPr>
                      <p:cNvPr id="47" name="Oval 24">
                        <a:extLst>
                          <a:ext uri="{FF2B5EF4-FFF2-40B4-BE49-F238E27FC236}">
                            <a16:creationId xmlns:a16="http://schemas.microsoft.com/office/drawing/2014/main" id="{845E09B1-F2B8-43C8-A8DD-8F1A9ABF59B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48" name="Oval 25">
                        <a:extLst>
                          <a:ext uri="{FF2B5EF4-FFF2-40B4-BE49-F238E27FC236}">
                            <a16:creationId xmlns:a16="http://schemas.microsoft.com/office/drawing/2014/main" id="{72D710C2-D1F9-41F5-B53D-FCFED25FD546}"/>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44" name="Group 26">
                      <a:extLst>
                        <a:ext uri="{FF2B5EF4-FFF2-40B4-BE49-F238E27FC236}">
                          <a16:creationId xmlns:a16="http://schemas.microsoft.com/office/drawing/2014/main" id="{87B16DF4-FC67-441A-8051-A9E8F3EE62FE}"/>
                        </a:ext>
                      </a:extLst>
                    </p:cNvPr>
                    <p:cNvGrpSpPr>
                      <a:grpSpLocks/>
                    </p:cNvGrpSpPr>
                    <p:nvPr/>
                  </p:nvGrpSpPr>
                  <p:grpSpPr bwMode="auto">
                    <a:xfrm rot="4286940" flipH="1">
                      <a:off x="962" y="766"/>
                      <a:ext cx="141" cy="50"/>
                      <a:chOff x="4032" y="2817"/>
                      <a:chExt cx="417" cy="635"/>
                    </a:xfrm>
                  </p:grpSpPr>
                  <p:sp>
                    <p:nvSpPr>
                      <p:cNvPr id="45" name="Oval 27">
                        <a:extLst>
                          <a:ext uri="{FF2B5EF4-FFF2-40B4-BE49-F238E27FC236}">
                            <a16:creationId xmlns:a16="http://schemas.microsoft.com/office/drawing/2014/main" id="{E10B05D7-804E-475C-A807-2CE4A6D5C3BD}"/>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46" name="Oval 28">
                        <a:extLst>
                          <a:ext uri="{FF2B5EF4-FFF2-40B4-BE49-F238E27FC236}">
                            <a16:creationId xmlns:a16="http://schemas.microsoft.com/office/drawing/2014/main" id="{86ACAA2C-5086-435B-9614-53E3B5DE42B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41" name="Oval 29">
                    <a:extLst>
                      <a:ext uri="{FF2B5EF4-FFF2-40B4-BE49-F238E27FC236}">
                        <a16:creationId xmlns:a16="http://schemas.microsoft.com/office/drawing/2014/main" id="{C9D3B84D-E6FB-4560-851C-446B16FA9100}"/>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38" name="Freeform 30">
                  <a:extLst>
                    <a:ext uri="{FF2B5EF4-FFF2-40B4-BE49-F238E27FC236}">
                      <a16:creationId xmlns:a16="http://schemas.microsoft.com/office/drawing/2014/main" id="{CB0704C5-A16F-4304-B6EC-59BF2CE993E7}"/>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31">
                  <a:extLst>
                    <a:ext uri="{FF2B5EF4-FFF2-40B4-BE49-F238E27FC236}">
                      <a16:creationId xmlns:a16="http://schemas.microsoft.com/office/drawing/2014/main" id="{A8A5F853-2A99-4B94-AE91-AA423710D200}"/>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61" name="Straight Arrow Connector 60">
                <a:extLst>
                  <a:ext uri="{FF2B5EF4-FFF2-40B4-BE49-F238E27FC236}">
                    <a16:creationId xmlns:a16="http://schemas.microsoft.com/office/drawing/2014/main" id="{B233FB60-3CEB-409A-832C-41104880EC74}"/>
                  </a:ext>
                </a:extLst>
              </p:cNvPr>
              <p:cNvCxnSpPr>
                <a:stCxn id="2" idx="3"/>
                <a:endCxn id="45" idx="6"/>
              </p:cNvCxnSpPr>
              <p:nvPr/>
            </p:nvCxnSpPr>
            <p:spPr>
              <a:xfrm flipH="1">
                <a:off x="5204717" y="2612081"/>
                <a:ext cx="84010" cy="1014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Isosceles Triangle 61">
                <a:extLst>
                  <a:ext uri="{FF2B5EF4-FFF2-40B4-BE49-F238E27FC236}">
                    <a16:creationId xmlns:a16="http://schemas.microsoft.com/office/drawing/2014/main" id="{0F631B75-4213-441D-87BA-FDAE2C0B5CC4}"/>
                  </a:ext>
                </a:extLst>
              </p:cNvPr>
              <p:cNvSpPr/>
              <p:nvPr/>
            </p:nvSpPr>
            <p:spPr>
              <a:xfrm>
                <a:off x="6511050" y="3425033"/>
                <a:ext cx="1516966" cy="186865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18A69781-3579-4008-AB8F-83C22A99E24D}"/>
                  </a:ext>
                </a:extLst>
              </p:cNvPr>
              <p:cNvSpPr/>
              <p:nvPr/>
            </p:nvSpPr>
            <p:spPr>
              <a:xfrm>
                <a:off x="6645388" y="4832026"/>
                <a:ext cx="1248290" cy="461665"/>
              </a:xfrm>
              <a:prstGeom prst="rect">
                <a:avLst/>
              </a:prstGeom>
              <a:solidFill>
                <a:schemeClr val="accent1">
                  <a:lumMod val="40000"/>
                  <a:lumOff val="60000"/>
                </a:schemeClr>
              </a:solid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solidFill>
                      <a:srgbClr val="FF0000"/>
                    </a:solidFill>
                    <a:effectLst/>
                    <a:uLnTx/>
                    <a:uFillTx/>
                    <a:latin typeface="Calibri" panose="020F0502020204030204"/>
                    <a:ea typeface="+mn-ea"/>
                    <a:cs typeface="+mn-cs"/>
                  </a:rPr>
                  <a:t>2,B, C,A </a:t>
                </a:r>
              </a:p>
            </p:txBody>
          </p:sp>
          <p:cxnSp>
            <p:nvCxnSpPr>
              <p:cNvPr id="65" name="Straight Arrow Connector 64">
                <a:extLst>
                  <a:ext uri="{FF2B5EF4-FFF2-40B4-BE49-F238E27FC236}">
                    <a16:creationId xmlns:a16="http://schemas.microsoft.com/office/drawing/2014/main" id="{38FE0D3D-8274-4AB7-AC44-CFB27B974430}"/>
                  </a:ext>
                </a:extLst>
              </p:cNvPr>
              <p:cNvCxnSpPr/>
              <p:nvPr/>
            </p:nvCxnSpPr>
            <p:spPr>
              <a:xfrm flipV="1">
                <a:off x="3469125" y="2836773"/>
                <a:ext cx="1595594" cy="823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E192D7C-9596-4AF6-8194-25EF8A81CCE9}"/>
                  </a:ext>
                </a:extLst>
              </p:cNvPr>
              <p:cNvSpPr txBox="1"/>
              <p:nvPr/>
            </p:nvSpPr>
            <p:spPr>
              <a:xfrm>
                <a:off x="4328360" y="2597253"/>
                <a:ext cx="301686" cy="369332"/>
              </a:xfrm>
              <a:prstGeom prst="rect">
                <a:avLst/>
              </a:prstGeom>
              <a:solidFill>
                <a:schemeClr val="accent2">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cxnSp>
            <p:nvCxnSpPr>
              <p:cNvPr id="68" name="Straight Arrow Connector 67">
                <a:extLst>
                  <a:ext uri="{FF2B5EF4-FFF2-40B4-BE49-F238E27FC236}">
                    <a16:creationId xmlns:a16="http://schemas.microsoft.com/office/drawing/2014/main" id="{CCD167E2-E9C5-497D-8C01-D3E6F8016D26}"/>
                  </a:ext>
                </a:extLst>
              </p:cNvPr>
              <p:cNvCxnSpPr>
                <a:stCxn id="29" idx="2"/>
              </p:cNvCxnSpPr>
              <p:nvPr/>
            </p:nvCxnSpPr>
            <p:spPr>
              <a:xfrm>
                <a:off x="5288728" y="2595409"/>
                <a:ext cx="1548170" cy="942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ABE240C9-4F9E-40AE-BA28-3DB5203CCC10}"/>
                  </a:ext>
                </a:extLst>
              </p:cNvPr>
              <p:cNvSpPr txBox="1"/>
              <p:nvPr/>
            </p:nvSpPr>
            <p:spPr>
              <a:xfrm>
                <a:off x="5338438" y="2874738"/>
                <a:ext cx="301686" cy="369332"/>
              </a:xfrm>
              <a:prstGeom prst="rect">
                <a:avLst/>
              </a:prstGeom>
              <a:solidFill>
                <a:schemeClr val="accent2">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70" name="TextBox 69">
                <a:extLst>
                  <a:ext uri="{FF2B5EF4-FFF2-40B4-BE49-F238E27FC236}">
                    <a16:creationId xmlns:a16="http://schemas.microsoft.com/office/drawing/2014/main" id="{C5C464E8-9149-42C0-9A7E-4FA65A7E6942}"/>
                  </a:ext>
                </a:extLst>
              </p:cNvPr>
              <p:cNvSpPr txBox="1"/>
              <p:nvPr/>
            </p:nvSpPr>
            <p:spPr>
              <a:xfrm>
                <a:off x="6397908" y="2874738"/>
                <a:ext cx="301686" cy="369332"/>
              </a:xfrm>
              <a:prstGeom prst="rect">
                <a:avLst/>
              </a:prstGeom>
              <a:solidFill>
                <a:schemeClr val="accent2">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nvGrpSpPr>
              <p:cNvPr id="71" name="Group 8">
                <a:extLst>
                  <a:ext uri="{FF2B5EF4-FFF2-40B4-BE49-F238E27FC236}">
                    <a16:creationId xmlns:a16="http://schemas.microsoft.com/office/drawing/2014/main" id="{C991EA46-ED20-4F81-A729-C90ADCC8163E}"/>
                  </a:ext>
                </a:extLst>
              </p:cNvPr>
              <p:cNvGrpSpPr>
                <a:grpSpLocks/>
              </p:cNvGrpSpPr>
              <p:nvPr/>
            </p:nvGrpSpPr>
            <p:grpSpPr bwMode="auto">
              <a:xfrm>
                <a:off x="6767940" y="2546432"/>
                <a:ext cx="441325" cy="1066800"/>
                <a:chOff x="864" y="465"/>
                <a:chExt cx="1046" cy="2358"/>
              </a:xfrm>
            </p:grpSpPr>
            <p:grpSp>
              <p:nvGrpSpPr>
                <p:cNvPr id="72" name="Group 9">
                  <a:extLst>
                    <a:ext uri="{FF2B5EF4-FFF2-40B4-BE49-F238E27FC236}">
                      <a16:creationId xmlns:a16="http://schemas.microsoft.com/office/drawing/2014/main" id="{9882DDAB-6DC4-4A6D-A22C-C5E97D10A035}"/>
                    </a:ext>
                  </a:extLst>
                </p:cNvPr>
                <p:cNvGrpSpPr>
                  <a:grpSpLocks/>
                </p:cNvGrpSpPr>
                <p:nvPr/>
              </p:nvGrpSpPr>
              <p:grpSpPr bwMode="auto">
                <a:xfrm>
                  <a:off x="864" y="465"/>
                  <a:ext cx="1008" cy="2319"/>
                  <a:chOff x="587" y="528"/>
                  <a:chExt cx="1008" cy="2319"/>
                </a:xfrm>
              </p:grpSpPr>
              <p:grpSp>
                <p:nvGrpSpPr>
                  <p:cNvPr id="75" name="Group 10">
                    <a:extLst>
                      <a:ext uri="{FF2B5EF4-FFF2-40B4-BE49-F238E27FC236}">
                        <a16:creationId xmlns:a16="http://schemas.microsoft.com/office/drawing/2014/main" id="{5219904A-2E51-46D5-A3D0-51EF76CB3195}"/>
                      </a:ext>
                    </a:extLst>
                  </p:cNvPr>
                  <p:cNvGrpSpPr>
                    <a:grpSpLocks/>
                  </p:cNvGrpSpPr>
                  <p:nvPr/>
                </p:nvGrpSpPr>
                <p:grpSpPr bwMode="auto">
                  <a:xfrm>
                    <a:off x="587" y="528"/>
                    <a:ext cx="1008" cy="2319"/>
                    <a:chOff x="587" y="528"/>
                    <a:chExt cx="1008" cy="2319"/>
                  </a:xfrm>
                </p:grpSpPr>
                <p:grpSp>
                  <p:nvGrpSpPr>
                    <p:cNvPr id="77" name="Group 11">
                      <a:extLst>
                        <a:ext uri="{FF2B5EF4-FFF2-40B4-BE49-F238E27FC236}">
                          <a16:creationId xmlns:a16="http://schemas.microsoft.com/office/drawing/2014/main" id="{5B4038ED-66B2-4D62-B456-43A7FC1899B8}"/>
                        </a:ext>
                      </a:extLst>
                    </p:cNvPr>
                    <p:cNvGrpSpPr>
                      <a:grpSpLocks/>
                    </p:cNvGrpSpPr>
                    <p:nvPr/>
                  </p:nvGrpSpPr>
                  <p:grpSpPr bwMode="auto">
                    <a:xfrm>
                      <a:off x="587" y="528"/>
                      <a:ext cx="1008" cy="2319"/>
                      <a:chOff x="1151" y="1104"/>
                      <a:chExt cx="686" cy="1741"/>
                    </a:xfrm>
                  </p:grpSpPr>
                  <p:sp>
                    <p:nvSpPr>
                      <p:cNvPr id="84" name="Freeform 12">
                        <a:extLst>
                          <a:ext uri="{FF2B5EF4-FFF2-40B4-BE49-F238E27FC236}">
                            <a16:creationId xmlns:a16="http://schemas.microsoft.com/office/drawing/2014/main" id="{403DC61D-B045-4FFB-B5F4-2A04A5900D63}"/>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Freeform 13">
                        <a:extLst>
                          <a:ext uri="{FF2B5EF4-FFF2-40B4-BE49-F238E27FC236}">
                            <a16:creationId xmlns:a16="http://schemas.microsoft.com/office/drawing/2014/main" id="{0696ACB9-177C-4FC0-9852-583294A4200F}"/>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14">
                        <a:extLst>
                          <a:ext uri="{FF2B5EF4-FFF2-40B4-BE49-F238E27FC236}">
                            <a16:creationId xmlns:a16="http://schemas.microsoft.com/office/drawing/2014/main" id="{CFC59D94-6245-4FFC-A6A8-D463E0B95A01}"/>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15">
                        <a:extLst>
                          <a:ext uri="{FF2B5EF4-FFF2-40B4-BE49-F238E27FC236}">
                            <a16:creationId xmlns:a16="http://schemas.microsoft.com/office/drawing/2014/main" id="{EC0E7AE6-092E-48AA-A855-34BB4EBFF979}"/>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Freeform 16">
                        <a:extLst>
                          <a:ext uri="{FF2B5EF4-FFF2-40B4-BE49-F238E27FC236}">
                            <a16:creationId xmlns:a16="http://schemas.microsoft.com/office/drawing/2014/main" id="{CA1BE304-B4CC-4086-B726-47017F579F64}"/>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Freeform 17">
                        <a:extLst>
                          <a:ext uri="{FF2B5EF4-FFF2-40B4-BE49-F238E27FC236}">
                            <a16:creationId xmlns:a16="http://schemas.microsoft.com/office/drawing/2014/main" id="{A912566C-0EA7-4154-AA70-C44FC96855DE}"/>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90" name="Group 18">
                        <a:extLst>
                          <a:ext uri="{FF2B5EF4-FFF2-40B4-BE49-F238E27FC236}">
                            <a16:creationId xmlns:a16="http://schemas.microsoft.com/office/drawing/2014/main" id="{1314F178-5C8B-40D1-BF7D-1E555B218704}"/>
                          </a:ext>
                        </a:extLst>
                      </p:cNvPr>
                      <p:cNvGrpSpPr>
                        <a:grpSpLocks/>
                      </p:cNvGrpSpPr>
                      <p:nvPr/>
                    </p:nvGrpSpPr>
                    <p:grpSpPr bwMode="auto">
                      <a:xfrm flipH="1">
                        <a:off x="1212" y="1104"/>
                        <a:ext cx="277" cy="235"/>
                        <a:chOff x="1590" y="1104"/>
                        <a:chExt cx="277" cy="235"/>
                      </a:xfrm>
                    </p:grpSpPr>
                    <p:sp>
                      <p:nvSpPr>
                        <p:cNvPr id="91" name="Freeform 19">
                          <a:extLst>
                            <a:ext uri="{FF2B5EF4-FFF2-40B4-BE49-F238E27FC236}">
                              <a16:creationId xmlns:a16="http://schemas.microsoft.com/office/drawing/2014/main" id="{273FEAE8-70F7-47F3-B064-DEC67600179B}"/>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20">
                          <a:extLst>
                            <a:ext uri="{FF2B5EF4-FFF2-40B4-BE49-F238E27FC236}">
                              <a16:creationId xmlns:a16="http://schemas.microsoft.com/office/drawing/2014/main" id="{F9069310-74DF-48E5-ADB6-342F3FCED09D}"/>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21">
                          <a:extLst>
                            <a:ext uri="{FF2B5EF4-FFF2-40B4-BE49-F238E27FC236}">
                              <a16:creationId xmlns:a16="http://schemas.microsoft.com/office/drawing/2014/main" id="{0E8946BC-12F2-4D54-8EA6-5914C522B441}"/>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22">
                          <a:extLst>
                            <a:ext uri="{FF2B5EF4-FFF2-40B4-BE49-F238E27FC236}">
                              <a16:creationId xmlns:a16="http://schemas.microsoft.com/office/drawing/2014/main" id="{D7E451EA-2F6B-40A7-8C61-4551188399EA}"/>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78" name="Group 23">
                      <a:extLst>
                        <a:ext uri="{FF2B5EF4-FFF2-40B4-BE49-F238E27FC236}">
                          <a16:creationId xmlns:a16="http://schemas.microsoft.com/office/drawing/2014/main" id="{D978EDC4-CB78-40DC-BEBA-16DF8F14615C}"/>
                        </a:ext>
                      </a:extLst>
                    </p:cNvPr>
                    <p:cNvGrpSpPr>
                      <a:grpSpLocks/>
                    </p:cNvGrpSpPr>
                    <p:nvPr/>
                  </p:nvGrpSpPr>
                  <p:grpSpPr bwMode="auto">
                    <a:xfrm rot="4286940" flipH="1">
                      <a:off x="1038" y="766"/>
                      <a:ext cx="141" cy="50"/>
                      <a:chOff x="4032" y="2817"/>
                      <a:chExt cx="417" cy="635"/>
                    </a:xfrm>
                  </p:grpSpPr>
                  <p:sp>
                    <p:nvSpPr>
                      <p:cNvPr id="82" name="Oval 24">
                        <a:extLst>
                          <a:ext uri="{FF2B5EF4-FFF2-40B4-BE49-F238E27FC236}">
                            <a16:creationId xmlns:a16="http://schemas.microsoft.com/office/drawing/2014/main" id="{A1DF51A7-5E1A-4D86-BB1A-B317A0F8973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83" name="Oval 25">
                        <a:extLst>
                          <a:ext uri="{FF2B5EF4-FFF2-40B4-BE49-F238E27FC236}">
                            <a16:creationId xmlns:a16="http://schemas.microsoft.com/office/drawing/2014/main" id="{8412B4E9-3411-4469-9D7B-FFB87B116638}"/>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79" name="Group 26">
                      <a:extLst>
                        <a:ext uri="{FF2B5EF4-FFF2-40B4-BE49-F238E27FC236}">
                          <a16:creationId xmlns:a16="http://schemas.microsoft.com/office/drawing/2014/main" id="{3D23FA5A-499A-4235-8830-CF8B89B699E8}"/>
                        </a:ext>
                      </a:extLst>
                    </p:cNvPr>
                    <p:cNvGrpSpPr>
                      <a:grpSpLocks/>
                    </p:cNvGrpSpPr>
                    <p:nvPr/>
                  </p:nvGrpSpPr>
                  <p:grpSpPr bwMode="auto">
                    <a:xfrm rot="4286940" flipH="1">
                      <a:off x="962" y="766"/>
                      <a:ext cx="141" cy="50"/>
                      <a:chOff x="4032" y="2817"/>
                      <a:chExt cx="417" cy="635"/>
                    </a:xfrm>
                  </p:grpSpPr>
                  <p:sp>
                    <p:nvSpPr>
                      <p:cNvPr id="80" name="Oval 27">
                        <a:extLst>
                          <a:ext uri="{FF2B5EF4-FFF2-40B4-BE49-F238E27FC236}">
                            <a16:creationId xmlns:a16="http://schemas.microsoft.com/office/drawing/2014/main" id="{DEB96D02-DB1A-4B99-A825-09A73D484E6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81" name="Oval 28">
                        <a:extLst>
                          <a:ext uri="{FF2B5EF4-FFF2-40B4-BE49-F238E27FC236}">
                            <a16:creationId xmlns:a16="http://schemas.microsoft.com/office/drawing/2014/main" id="{A0319C60-7703-4EE2-BCE6-718BF8E98701}"/>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76" name="Oval 29">
                    <a:extLst>
                      <a:ext uri="{FF2B5EF4-FFF2-40B4-BE49-F238E27FC236}">
                        <a16:creationId xmlns:a16="http://schemas.microsoft.com/office/drawing/2014/main" id="{A49E4C4D-EA55-4E61-95BF-1F9550DBF08E}"/>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73" name="Freeform 30">
                  <a:extLst>
                    <a:ext uri="{FF2B5EF4-FFF2-40B4-BE49-F238E27FC236}">
                      <a16:creationId xmlns:a16="http://schemas.microsoft.com/office/drawing/2014/main" id="{5062F7D8-F64F-4FF5-9CD5-2809B8A7B04A}"/>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31">
                  <a:extLst>
                    <a:ext uri="{FF2B5EF4-FFF2-40B4-BE49-F238E27FC236}">
                      <a16:creationId xmlns:a16="http://schemas.microsoft.com/office/drawing/2014/main" id="{443E4ECC-1D7E-4CCC-A7AE-56706C1E579B}"/>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5" name="TextBox 94">
                <a:extLst>
                  <a:ext uri="{FF2B5EF4-FFF2-40B4-BE49-F238E27FC236}">
                    <a16:creationId xmlns:a16="http://schemas.microsoft.com/office/drawing/2014/main" id="{2E1A827B-958B-44CE-994B-E0B056F2C8ED}"/>
                  </a:ext>
                </a:extLst>
              </p:cNvPr>
              <p:cNvSpPr txBox="1"/>
              <p:nvPr/>
            </p:nvSpPr>
            <p:spPr>
              <a:xfrm>
                <a:off x="4075976" y="4712526"/>
                <a:ext cx="2488368" cy="406237"/>
              </a:xfrm>
              <a:prstGeom prst="rect">
                <a:avLst/>
              </a:prstGeom>
              <a:solidFill>
                <a:schemeClr val="accent2">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Move disk 3 from A to C</a:t>
                </a:r>
              </a:p>
            </p:txBody>
          </p:sp>
          <p:sp>
            <p:nvSpPr>
              <p:cNvPr id="96" name="Isosceles Triangle 95">
                <a:extLst>
                  <a:ext uri="{FF2B5EF4-FFF2-40B4-BE49-F238E27FC236}">
                    <a16:creationId xmlns:a16="http://schemas.microsoft.com/office/drawing/2014/main" id="{A8AAC1EF-5276-4A65-85A2-F59DA387B845}"/>
                  </a:ext>
                </a:extLst>
              </p:cNvPr>
              <p:cNvSpPr/>
              <p:nvPr/>
            </p:nvSpPr>
            <p:spPr>
              <a:xfrm>
                <a:off x="1672625" y="5817983"/>
                <a:ext cx="817356" cy="94877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Isosceles Triangle 96">
                <a:extLst>
                  <a:ext uri="{FF2B5EF4-FFF2-40B4-BE49-F238E27FC236}">
                    <a16:creationId xmlns:a16="http://schemas.microsoft.com/office/drawing/2014/main" id="{211D8B9E-51D2-4D58-9046-3CB6C6B6165D}"/>
                  </a:ext>
                </a:extLst>
              </p:cNvPr>
              <p:cNvSpPr/>
              <p:nvPr/>
            </p:nvSpPr>
            <p:spPr>
              <a:xfrm>
                <a:off x="3521085" y="5856640"/>
                <a:ext cx="817356" cy="94877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8" name="Group 8">
                <a:extLst>
                  <a:ext uri="{FF2B5EF4-FFF2-40B4-BE49-F238E27FC236}">
                    <a16:creationId xmlns:a16="http://schemas.microsoft.com/office/drawing/2014/main" id="{D179E178-8069-454C-B3A9-AC120843CA22}"/>
                  </a:ext>
                </a:extLst>
              </p:cNvPr>
              <p:cNvGrpSpPr>
                <a:grpSpLocks/>
              </p:cNvGrpSpPr>
              <p:nvPr/>
            </p:nvGrpSpPr>
            <p:grpSpPr bwMode="auto">
              <a:xfrm>
                <a:off x="1791729" y="4832026"/>
                <a:ext cx="441325" cy="1066800"/>
                <a:chOff x="864" y="465"/>
                <a:chExt cx="1046" cy="2358"/>
              </a:xfrm>
            </p:grpSpPr>
            <p:grpSp>
              <p:nvGrpSpPr>
                <p:cNvPr id="99" name="Group 9">
                  <a:extLst>
                    <a:ext uri="{FF2B5EF4-FFF2-40B4-BE49-F238E27FC236}">
                      <a16:creationId xmlns:a16="http://schemas.microsoft.com/office/drawing/2014/main" id="{EF78B2C4-3840-4F35-8498-1A9B3E4D51FD}"/>
                    </a:ext>
                  </a:extLst>
                </p:cNvPr>
                <p:cNvGrpSpPr>
                  <a:grpSpLocks/>
                </p:cNvGrpSpPr>
                <p:nvPr/>
              </p:nvGrpSpPr>
              <p:grpSpPr bwMode="auto">
                <a:xfrm>
                  <a:off x="864" y="465"/>
                  <a:ext cx="1008" cy="2319"/>
                  <a:chOff x="587" y="528"/>
                  <a:chExt cx="1008" cy="2319"/>
                </a:xfrm>
              </p:grpSpPr>
              <p:grpSp>
                <p:nvGrpSpPr>
                  <p:cNvPr id="102" name="Group 10">
                    <a:extLst>
                      <a:ext uri="{FF2B5EF4-FFF2-40B4-BE49-F238E27FC236}">
                        <a16:creationId xmlns:a16="http://schemas.microsoft.com/office/drawing/2014/main" id="{4A05E5C2-A4A6-4B1A-8C43-04367A5E4A38}"/>
                      </a:ext>
                    </a:extLst>
                  </p:cNvPr>
                  <p:cNvGrpSpPr>
                    <a:grpSpLocks/>
                  </p:cNvGrpSpPr>
                  <p:nvPr/>
                </p:nvGrpSpPr>
                <p:grpSpPr bwMode="auto">
                  <a:xfrm>
                    <a:off x="587" y="528"/>
                    <a:ext cx="1008" cy="2319"/>
                    <a:chOff x="587" y="528"/>
                    <a:chExt cx="1008" cy="2319"/>
                  </a:xfrm>
                </p:grpSpPr>
                <p:grpSp>
                  <p:nvGrpSpPr>
                    <p:cNvPr id="104" name="Group 11">
                      <a:extLst>
                        <a:ext uri="{FF2B5EF4-FFF2-40B4-BE49-F238E27FC236}">
                          <a16:creationId xmlns:a16="http://schemas.microsoft.com/office/drawing/2014/main" id="{2B4C8462-43E6-4BFF-9186-D452C22C1153}"/>
                        </a:ext>
                      </a:extLst>
                    </p:cNvPr>
                    <p:cNvGrpSpPr>
                      <a:grpSpLocks/>
                    </p:cNvGrpSpPr>
                    <p:nvPr/>
                  </p:nvGrpSpPr>
                  <p:grpSpPr bwMode="auto">
                    <a:xfrm>
                      <a:off x="587" y="528"/>
                      <a:ext cx="1008" cy="2319"/>
                      <a:chOff x="1151" y="1104"/>
                      <a:chExt cx="686" cy="1741"/>
                    </a:xfrm>
                  </p:grpSpPr>
                  <p:sp>
                    <p:nvSpPr>
                      <p:cNvPr id="111" name="Freeform 12">
                        <a:extLst>
                          <a:ext uri="{FF2B5EF4-FFF2-40B4-BE49-F238E27FC236}">
                            <a16:creationId xmlns:a16="http://schemas.microsoft.com/office/drawing/2014/main" id="{9B38FB75-9036-468B-838F-7349CAC9BB22}"/>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Freeform 13">
                        <a:extLst>
                          <a:ext uri="{FF2B5EF4-FFF2-40B4-BE49-F238E27FC236}">
                            <a16:creationId xmlns:a16="http://schemas.microsoft.com/office/drawing/2014/main" id="{33AA92C6-2F5B-40B4-B6E4-635E763F66DA}"/>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Freeform 14">
                        <a:extLst>
                          <a:ext uri="{FF2B5EF4-FFF2-40B4-BE49-F238E27FC236}">
                            <a16:creationId xmlns:a16="http://schemas.microsoft.com/office/drawing/2014/main" id="{5E42D180-55AD-4728-82DC-7EAC08B12391}"/>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Freeform 15">
                        <a:extLst>
                          <a:ext uri="{FF2B5EF4-FFF2-40B4-BE49-F238E27FC236}">
                            <a16:creationId xmlns:a16="http://schemas.microsoft.com/office/drawing/2014/main" id="{73DF4B9E-B595-48DD-989D-DAB20284647F}"/>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Freeform 16">
                        <a:extLst>
                          <a:ext uri="{FF2B5EF4-FFF2-40B4-BE49-F238E27FC236}">
                            <a16:creationId xmlns:a16="http://schemas.microsoft.com/office/drawing/2014/main" id="{036714B7-E445-4C8B-BB69-87D368611BF2}"/>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7">
                        <a:extLst>
                          <a:ext uri="{FF2B5EF4-FFF2-40B4-BE49-F238E27FC236}">
                            <a16:creationId xmlns:a16="http://schemas.microsoft.com/office/drawing/2014/main" id="{7CF09510-DB22-46B1-9F73-92BDD7DD64CE}"/>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17" name="Group 18">
                        <a:extLst>
                          <a:ext uri="{FF2B5EF4-FFF2-40B4-BE49-F238E27FC236}">
                            <a16:creationId xmlns:a16="http://schemas.microsoft.com/office/drawing/2014/main" id="{FC8E1E45-019B-4B71-B65D-CC61D7C88B4C}"/>
                          </a:ext>
                        </a:extLst>
                      </p:cNvPr>
                      <p:cNvGrpSpPr>
                        <a:grpSpLocks/>
                      </p:cNvGrpSpPr>
                      <p:nvPr/>
                    </p:nvGrpSpPr>
                    <p:grpSpPr bwMode="auto">
                      <a:xfrm flipH="1">
                        <a:off x="1212" y="1104"/>
                        <a:ext cx="277" cy="235"/>
                        <a:chOff x="1590" y="1104"/>
                        <a:chExt cx="277" cy="235"/>
                      </a:xfrm>
                    </p:grpSpPr>
                    <p:sp>
                      <p:nvSpPr>
                        <p:cNvPr id="118" name="Freeform 19">
                          <a:extLst>
                            <a:ext uri="{FF2B5EF4-FFF2-40B4-BE49-F238E27FC236}">
                              <a16:creationId xmlns:a16="http://schemas.microsoft.com/office/drawing/2014/main" id="{D07149B1-AF2E-4FCC-BEB1-2A4FAD807C8F}"/>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Freeform 20">
                          <a:extLst>
                            <a:ext uri="{FF2B5EF4-FFF2-40B4-BE49-F238E27FC236}">
                              <a16:creationId xmlns:a16="http://schemas.microsoft.com/office/drawing/2014/main" id="{04D35077-D755-4A94-A665-820707F8CD18}"/>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21">
                          <a:extLst>
                            <a:ext uri="{FF2B5EF4-FFF2-40B4-BE49-F238E27FC236}">
                              <a16:creationId xmlns:a16="http://schemas.microsoft.com/office/drawing/2014/main" id="{C44C3349-8F37-497C-A889-F4AC1200D617}"/>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reeform 22">
                          <a:extLst>
                            <a:ext uri="{FF2B5EF4-FFF2-40B4-BE49-F238E27FC236}">
                              <a16:creationId xmlns:a16="http://schemas.microsoft.com/office/drawing/2014/main" id="{0C6A8DFC-9BB2-4AEF-A90E-260C79BD03CC}"/>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105" name="Group 23">
                      <a:extLst>
                        <a:ext uri="{FF2B5EF4-FFF2-40B4-BE49-F238E27FC236}">
                          <a16:creationId xmlns:a16="http://schemas.microsoft.com/office/drawing/2014/main" id="{27ACBFA6-AD30-4322-9A39-3CA8ACE823E7}"/>
                        </a:ext>
                      </a:extLst>
                    </p:cNvPr>
                    <p:cNvGrpSpPr>
                      <a:grpSpLocks/>
                    </p:cNvGrpSpPr>
                    <p:nvPr/>
                  </p:nvGrpSpPr>
                  <p:grpSpPr bwMode="auto">
                    <a:xfrm rot="4286940" flipH="1">
                      <a:off x="1038" y="766"/>
                      <a:ext cx="141" cy="50"/>
                      <a:chOff x="4032" y="2817"/>
                      <a:chExt cx="417" cy="635"/>
                    </a:xfrm>
                  </p:grpSpPr>
                  <p:sp>
                    <p:nvSpPr>
                      <p:cNvPr id="109" name="Oval 24">
                        <a:extLst>
                          <a:ext uri="{FF2B5EF4-FFF2-40B4-BE49-F238E27FC236}">
                            <a16:creationId xmlns:a16="http://schemas.microsoft.com/office/drawing/2014/main" id="{4EF3425C-72AE-422A-BF79-C2DC70BAF998}"/>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10" name="Oval 25">
                        <a:extLst>
                          <a:ext uri="{FF2B5EF4-FFF2-40B4-BE49-F238E27FC236}">
                            <a16:creationId xmlns:a16="http://schemas.microsoft.com/office/drawing/2014/main" id="{4E289831-4B95-4D82-A9CF-EA7BBDEB87F4}"/>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106" name="Group 26">
                      <a:extLst>
                        <a:ext uri="{FF2B5EF4-FFF2-40B4-BE49-F238E27FC236}">
                          <a16:creationId xmlns:a16="http://schemas.microsoft.com/office/drawing/2014/main" id="{C27932A4-A4DE-4D1A-ACF8-3353F175D788}"/>
                        </a:ext>
                      </a:extLst>
                    </p:cNvPr>
                    <p:cNvGrpSpPr>
                      <a:grpSpLocks/>
                    </p:cNvGrpSpPr>
                    <p:nvPr/>
                  </p:nvGrpSpPr>
                  <p:grpSpPr bwMode="auto">
                    <a:xfrm rot="4286940" flipH="1">
                      <a:off x="962" y="766"/>
                      <a:ext cx="141" cy="50"/>
                      <a:chOff x="4032" y="2817"/>
                      <a:chExt cx="417" cy="635"/>
                    </a:xfrm>
                  </p:grpSpPr>
                  <p:sp>
                    <p:nvSpPr>
                      <p:cNvPr id="107" name="Oval 27">
                        <a:extLst>
                          <a:ext uri="{FF2B5EF4-FFF2-40B4-BE49-F238E27FC236}">
                            <a16:creationId xmlns:a16="http://schemas.microsoft.com/office/drawing/2014/main" id="{24FB6A11-FE86-4B69-B1A2-2F2C3B53E79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08" name="Oval 28">
                        <a:extLst>
                          <a:ext uri="{FF2B5EF4-FFF2-40B4-BE49-F238E27FC236}">
                            <a16:creationId xmlns:a16="http://schemas.microsoft.com/office/drawing/2014/main" id="{3D4E2A68-A394-4CC3-88D9-501D4602A1E6}"/>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103" name="Oval 29">
                    <a:extLst>
                      <a:ext uri="{FF2B5EF4-FFF2-40B4-BE49-F238E27FC236}">
                        <a16:creationId xmlns:a16="http://schemas.microsoft.com/office/drawing/2014/main" id="{5E4FEF11-D147-4C3E-A4CA-BD57959E63D6}"/>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100" name="Freeform 30">
                  <a:extLst>
                    <a:ext uri="{FF2B5EF4-FFF2-40B4-BE49-F238E27FC236}">
                      <a16:creationId xmlns:a16="http://schemas.microsoft.com/office/drawing/2014/main" id="{38F132A7-911D-40FD-871B-0BFB8BEA7DAB}"/>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31">
                  <a:extLst>
                    <a:ext uri="{FF2B5EF4-FFF2-40B4-BE49-F238E27FC236}">
                      <a16:creationId xmlns:a16="http://schemas.microsoft.com/office/drawing/2014/main" id="{0986C774-46D9-4A71-8746-D8481DD3792B}"/>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2" name="Group 8">
                <a:extLst>
                  <a:ext uri="{FF2B5EF4-FFF2-40B4-BE49-F238E27FC236}">
                    <a16:creationId xmlns:a16="http://schemas.microsoft.com/office/drawing/2014/main" id="{F3C47509-CB05-47A9-9998-30813EF9278E}"/>
                  </a:ext>
                </a:extLst>
              </p:cNvPr>
              <p:cNvGrpSpPr>
                <a:grpSpLocks/>
              </p:cNvGrpSpPr>
              <p:nvPr/>
            </p:nvGrpSpPr>
            <p:grpSpPr bwMode="auto">
              <a:xfrm>
                <a:off x="2885797" y="5407826"/>
                <a:ext cx="441325" cy="1066800"/>
                <a:chOff x="864" y="465"/>
                <a:chExt cx="1046" cy="2358"/>
              </a:xfrm>
            </p:grpSpPr>
            <p:grpSp>
              <p:nvGrpSpPr>
                <p:cNvPr id="123" name="Group 9">
                  <a:extLst>
                    <a:ext uri="{FF2B5EF4-FFF2-40B4-BE49-F238E27FC236}">
                      <a16:creationId xmlns:a16="http://schemas.microsoft.com/office/drawing/2014/main" id="{04EBE79D-CFC1-4599-94E1-1A9E9CD8BDDF}"/>
                    </a:ext>
                  </a:extLst>
                </p:cNvPr>
                <p:cNvGrpSpPr>
                  <a:grpSpLocks/>
                </p:cNvGrpSpPr>
                <p:nvPr/>
              </p:nvGrpSpPr>
              <p:grpSpPr bwMode="auto">
                <a:xfrm>
                  <a:off x="864" y="465"/>
                  <a:ext cx="1008" cy="2319"/>
                  <a:chOff x="587" y="528"/>
                  <a:chExt cx="1008" cy="2319"/>
                </a:xfrm>
              </p:grpSpPr>
              <p:grpSp>
                <p:nvGrpSpPr>
                  <p:cNvPr id="126" name="Group 10">
                    <a:extLst>
                      <a:ext uri="{FF2B5EF4-FFF2-40B4-BE49-F238E27FC236}">
                        <a16:creationId xmlns:a16="http://schemas.microsoft.com/office/drawing/2014/main" id="{233CEEB2-B928-40B9-A124-E9A8181D49D3}"/>
                      </a:ext>
                    </a:extLst>
                  </p:cNvPr>
                  <p:cNvGrpSpPr>
                    <a:grpSpLocks/>
                  </p:cNvGrpSpPr>
                  <p:nvPr/>
                </p:nvGrpSpPr>
                <p:grpSpPr bwMode="auto">
                  <a:xfrm>
                    <a:off x="587" y="528"/>
                    <a:ext cx="1008" cy="2319"/>
                    <a:chOff x="587" y="528"/>
                    <a:chExt cx="1008" cy="2319"/>
                  </a:xfrm>
                </p:grpSpPr>
                <p:grpSp>
                  <p:nvGrpSpPr>
                    <p:cNvPr id="128" name="Group 11">
                      <a:extLst>
                        <a:ext uri="{FF2B5EF4-FFF2-40B4-BE49-F238E27FC236}">
                          <a16:creationId xmlns:a16="http://schemas.microsoft.com/office/drawing/2014/main" id="{9E75768A-4803-4D7E-BD9D-B92F5B25A0D8}"/>
                        </a:ext>
                      </a:extLst>
                    </p:cNvPr>
                    <p:cNvGrpSpPr>
                      <a:grpSpLocks/>
                    </p:cNvGrpSpPr>
                    <p:nvPr/>
                  </p:nvGrpSpPr>
                  <p:grpSpPr bwMode="auto">
                    <a:xfrm>
                      <a:off x="587" y="528"/>
                      <a:ext cx="1008" cy="2319"/>
                      <a:chOff x="1151" y="1104"/>
                      <a:chExt cx="686" cy="1741"/>
                    </a:xfrm>
                  </p:grpSpPr>
                  <p:sp>
                    <p:nvSpPr>
                      <p:cNvPr id="135" name="Freeform 12">
                        <a:extLst>
                          <a:ext uri="{FF2B5EF4-FFF2-40B4-BE49-F238E27FC236}">
                            <a16:creationId xmlns:a16="http://schemas.microsoft.com/office/drawing/2014/main" id="{FF6B5C7B-5516-4E9C-BF58-143A12C54B97}"/>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Freeform 13">
                        <a:extLst>
                          <a:ext uri="{FF2B5EF4-FFF2-40B4-BE49-F238E27FC236}">
                            <a16:creationId xmlns:a16="http://schemas.microsoft.com/office/drawing/2014/main" id="{C50AC016-339E-495F-B214-2104CD591D4C}"/>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Freeform 14">
                        <a:extLst>
                          <a:ext uri="{FF2B5EF4-FFF2-40B4-BE49-F238E27FC236}">
                            <a16:creationId xmlns:a16="http://schemas.microsoft.com/office/drawing/2014/main" id="{93267452-2801-4A08-994B-ADC533005EDD}"/>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Freeform 15">
                        <a:extLst>
                          <a:ext uri="{FF2B5EF4-FFF2-40B4-BE49-F238E27FC236}">
                            <a16:creationId xmlns:a16="http://schemas.microsoft.com/office/drawing/2014/main" id="{D70787E2-4AA3-4B5A-9428-69176CFED04C}"/>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Freeform 16">
                        <a:extLst>
                          <a:ext uri="{FF2B5EF4-FFF2-40B4-BE49-F238E27FC236}">
                            <a16:creationId xmlns:a16="http://schemas.microsoft.com/office/drawing/2014/main" id="{CA0513A1-DB83-443C-B514-625DFA04E198}"/>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Freeform 17">
                        <a:extLst>
                          <a:ext uri="{FF2B5EF4-FFF2-40B4-BE49-F238E27FC236}">
                            <a16:creationId xmlns:a16="http://schemas.microsoft.com/office/drawing/2014/main" id="{E663FD15-58E1-4542-99A6-AA9C510A5F51}"/>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1" name="Group 18">
                        <a:extLst>
                          <a:ext uri="{FF2B5EF4-FFF2-40B4-BE49-F238E27FC236}">
                            <a16:creationId xmlns:a16="http://schemas.microsoft.com/office/drawing/2014/main" id="{A723481B-4E15-480B-8760-8CC70EB7A842}"/>
                          </a:ext>
                        </a:extLst>
                      </p:cNvPr>
                      <p:cNvGrpSpPr>
                        <a:grpSpLocks/>
                      </p:cNvGrpSpPr>
                      <p:nvPr/>
                    </p:nvGrpSpPr>
                    <p:grpSpPr bwMode="auto">
                      <a:xfrm flipH="1">
                        <a:off x="1212" y="1104"/>
                        <a:ext cx="277" cy="235"/>
                        <a:chOff x="1590" y="1104"/>
                        <a:chExt cx="277" cy="235"/>
                      </a:xfrm>
                    </p:grpSpPr>
                    <p:sp>
                      <p:nvSpPr>
                        <p:cNvPr id="142" name="Freeform 19">
                          <a:extLst>
                            <a:ext uri="{FF2B5EF4-FFF2-40B4-BE49-F238E27FC236}">
                              <a16:creationId xmlns:a16="http://schemas.microsoft.com/office/drawing/2014/main" id="{4B7B3AC9-9BF7-402D-AD32-F72CB7A0D243}"/>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Freeform 20">
                          <a:extLst>
                            <a:ext uri="{FF2B5EF4-FFF2-40B4-BE49-F238E27FC236}">
                              <a16:creationId xmlns:a16="http://schemas.microsoft.com/office/drawing/2014/main" id="{58F9082A-32A9-4D27-B810-59753C16963F}"/>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Freeform 21">
                          <a:extLst>
                            <a:ext uri="{FF2B5EF4-FFF2-40B4-BE49-F238E27FC236}">
                              <a16:creationId xmlns:a16="http://schemas.microsoft.com/office/drawing/2014/main" id="{744F6152-3794-4D0B-933B-CCE8A4DC869A}"/>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Freeform 22">
                          <a:extLst>
                            <a:ext uri="{FF2B5EF4-FFF2-40B4-BE49-F238E27FC236}">
                              <a16:creationId xmlns:a16="http://schemas.microsoft.com/office/drawing/2014/main" id="{C1177125-35DF-4888-A6BC-B8B8FE6B1BFC}"/>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129" name="Group 23">
                      <a:extLst>
                        <a:ext uri="{FF2B5EF4-FFF2-40B4-BE49-F238E27FC236}">
                          <a16:creationId xmlns:a16="http://schemas.microsoft.com/office/drawing/2014/main" id="{38E100FB-3D84-4135-BCE3-94164D567FBB}"/>
                        </a:ext>
                      </a:extLst>
                    </p:cNvPr>
                    <p:cNvGrpSpPr>
                      <a:grpSpLocks/>
                    </p:cNvGrpSpPr>
                    <p:nvPr/>
                  </p:nvGrpSpPr>
                  <p:grpSpPr bwMode="auto">
                    <a:xfrm rot="4286940" flipH="1">
                      <a:off x="1038" y="766"/>
                      <a:ext cx="141" cy="50"/>
                      <a:chOff x="4032" y="2817"/>
                      <a:chExt cx="417" cy="635"/>
                    </a:xfrm>
                  </p:grpSpPr>
                  <p:sp>
                    <p:nvSpPr>
                      <p:cNvPr id="133" name="Oval 24">
                        <a:extLst>
                          <a:ext uri="{FF2B5EF4-FFF2-40B4-BE49-F238E27FC236}">
                            <a16:creationId xmlns:a16="http://schemas.microsoft.com/office/drawing/2014/main" id="{92BD424B-3E00-4405-9260-F030FB77F7F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4" name="Oval 25">
                        <a:extLst>
                          <a:ext uri="{FF2B5EF4-FFF2-40B4-BE49-F238E27FC236}">
                            <a16:creationId xmlns:a16="http://schemas.microsoft.com/office/drawing/2014/main" id="{7CECE1CC-857B-48A4-9687-4C107E4B1271}"/>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130" name="Group 26">
                      <a:extLst>
                        <a:ext uri="{FF2B5EF4-FFF2-40B4-BE49-F238E27FC236}">
                          <a16:creationId xmlns:a16="http://schemas.microsoft.com/office/drawing/2014/main" id="{BA4D8E67-E373-455B-A3BD-CFC730626752}"/>
                        </a:ext>
                      </a:extLst>
                    </p:cNvPr>
                    <p:cNvGrpSpPr>
                      <a:grpSpLocks/>
                    </p:cNvGrpSpPr>
                    <p:nvPr/>
                  </p:nvGrpSpPr>
                  <p:grpSpPr bwMode="auto">
                    <a:xfrm rot="4286940" flipH="1">
                      <a:off x="962" y="766"/>
                      <a:ext cx="141" cy="50"/>
                      <a:chOff x="4032" y="2817"/>
                      <a:chExt cx="417" cy="635"/>
                    </a:xfrm>
                  </p:grpSpPr>
                  <p:sp>
                    <p:nvSpPr>
                      <p:cNvPr id="131" name="Oval 27">
                        <a:extLst>
                          <a:ext uri="{FF2B5EF4-FFF2-40B4-BE49-F238E27FC236}">
                            <a16:creationId xmlns:a16="http://schemas.microsoft.com/office/drawing/2014/main" id="{1B3413BC-5CC9-4BFF-832C-C3043DEEBB77}"/>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2" name="Oval 28">
                        <a:extLst>
                          <a:ext uri="{FF2B5EF4-FFF2-40B4-BE49-F238E27FC236}">
                            <a16:creationId xmlns:a16="http://schemas.microsoft.com/office/drawing/2014/main" id="{EFE6939E-527F-454C-AE1A-6ED5434D9EA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127" name="Oval 29">
                    <a:extLst>
                      <a:ext uri="{FF2B5EF4-FFF2-40B4-BE49-F238E27FC236}">
                        <a16:creationId xmlns:a16="http://schemas.microsoft.com/office/drawing/2014/main" id="{10BEC426-7919-4AE8-B47E-AE45B38BB87D}"/>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124" name="Freeform 30">
                  <a:extLst>
                    <a:ext uri="{FF2B5EF4-FFF2-40B4-BE49-F238E27FC236}">
                      <a16:creationId xmlns:a16="http://schemas.microsoft.com/office/drawing/2014/main" id="{865D8AA0-6D6B-4F44-864C-ACE42C94B5B5}"/>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Freeform 31">
                  <a:extLst>
                    <a:ext uri="{FF2B5EF4-FFF2-40B4-BE49-F238E27FC236}">
                      <a16:creationId xmlns:a16="http://schemas.microsoft.com/office/drawing/2014/main" id="{D00C1EEC-9EC4-4FEF-A271-5DC04E99D18C}"/>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6" name="Group 8">
                <a:extLst>
                  <a:ext uri="{FF2B5EF4-FFF2-40B4-BE49-F238E27FC236}">
                    <a16:creationId xmlns:a16="http://schemas.microsoft.com/office/drawing/2014/main" id="{B6B9FF03-E2B3-4B61-9D70-E7BAB015AD70}"/>
                  </a:ext>
                </a:extLst>
              </p:cNvPr>
              <p:cNvGrpSpPr>
                <a:grpSpLocks/>
              </p:cNvGrpSpPr>
              <p:nvPr/>
            </p:nvGrpSpPr>
            <p:grpSpPr bwMode="auto">
              <a:xfrm>
                <a:off x="4294912" y="5687044"/>
                <a:ext cx="441325" cy="1066800"/>
                <a:chOff x="864" y="465"/>
                <a:chExt cx="1046" cy="2358"/>
              </a:xfrm>
            </p:grpSpPr>
            <p:grpSp>
              <p:nvGrpSpPr>
                <p:cNvPr id="147" name="Group 9">
                  <a:extLst>
                    <a:ext uri="{FF2B5EF4-FFF2-40B4-BE49-F238E27FC236}">
                      <a16:creationId xmlns:a16="http://schemas.microsoft.com/office/drawing/2014/main" id="{0943C061-0210-48CC-8DE6-D2625CA65249}"/>
                    </a:ext>
                  </a:extLst>
                </p:cNvPr>
                <p:cNvGrpSpPr>
                  <a:grpSpLocks/>
                </p:cNvGrpSpPr>
                <p:nvPr/>
              </p:nvGrpSpPr>
              <p:grpSpPr bwMode="auto">
                <a:xfrm>
                  <a:off x="864" y="465"/>
                  <a:ext cx="1008" cy="2319"/>
                  <a:chOff x="587" y="528"/>
                  <a:chExt cx="1008" cy="2319"/>
                </a:xfrm>
              </p:grpSpPr>
              <p:grpSp>
                <p:nvGrpSpPr>
                  <p:cNvPr id="150" name="Group 10">
                    <a:extLst>
                      <a:ext uri="{FF2B5EF4-FFF2-40B4-BE49-F238E27FC236}">
                        <a16:creationId xmlns:a16="http://schemas.microsoft.com/office/drawing/2014/main" id="{67B17979-B12D-4955-86FA-D55C30B82EE6}"/>
                      </a:ext>
                    </a:extLst>
                  </p:cNvPr>
                  <p:cNvGrpSpPr>
                    <a:grpSpLocks/>
                  </p:cNvGrpSpPr>
                  <p:nvPr/>
                </p:nvGrpSpPr>
                <p:grpSpPr bwMode="auto">
                  <a:xfrm>
                    <a:off x="587" y="528"/>
                    <a:ext cx="1008" cy="2319"/>
                    <a:chOff x="587" y="528"/>
                    <a:chExt cx="1008" cy="2319"/>
                  </a:xfrm>
                </p:grpSpPr>
                <p:grpSp>
                  <p:nvGrpSpPr>
                    <p:cNvPr id="152" name="Group 11">
                      <a:extLst>
                        <a:ext uri="{FF2B5EF4-FFF2-40B4-BE49-F238E27FC236}">
                          <a16:creationId xmlns:a16="http://schemas.microsoft.com/office/drawing/2014/main" id="{79EE41A2-F2C0-4EB7-B06C-D3CCCE6323A7}"/>
                        </a:ext>
                      </a:extLst>
                    </p:cNvPr>
                    <p:cNvGrpSpPr>
                      <a:grpSpLocks/>
                    </p:cNvGrpSpPr>
                    <p:nvPr/>
                  </p:nvGrpSpPr>
                  <p:grpSpPr bwMode="auto">
                    <a:xfrm>
                      <a:off x="587" y="528"/>
                      <a:ext cx="1008" cy="2319"/>
                      <a:chOff x="1151" y="1104"/>
                      <a:chExt cx="686" cy="1741"/>
                    </a:xfrm>
                  </p:grpSpPr>
                  <p:sp>
                    <p:nvSpPr>
                      <p:cNvPr id="159" name="Freeform 12">
                        <a:extLst>
                          <a:ext uri="{FF2B5EF4-FFF2-40B4-BE49-F238E27FC236}">
                            <a16:creationId xmlns:a16="http://schemas.microsoft.com/office/drawing/2014/main" id="{33C4729A-A396-4ED4-AAEE-3BAB999DE419}"/>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Freeform 13">
                        <a:extLst>
                          <a:ext uri="{FF2B5EF4-FFF2-40B4-BE49-F238E27FC236}">
                            <a16:creationId xmlns:a16="http://schemas.microsoft.com/office/drawing/2014/main" id="{CD70BBD7-7680-4B57-B4F6-A705DE047BFF}"/>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Freeform 14">
                        <a:extLst>
                          <a:ext uri="{FF2B5EF4-FFF2-40B4-BE49-F238E27FC236}">
                            <a16:creationId xmlns:a16="http://schemas.microsoft.com/office/drawing/2014/main" id="{80C909A8-C985-4065-94B2-B25D987061A7}"/>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Freeform 15">
                        <a:extLst>
                          <a:ext uri="{FF2B5EF4-FFF2-40B4-BE49-F238E27FC236}">
                            <a16:creationId xmlns:a16="http://schemas.microsoft.com/office/drawing/2014/main" id="{B2A5630F-E981-4367-9ACE-7112C19A0A07}"/>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Freeform 16">
                        <a:extLst>
                          <a:ext uri="{FF2B5EF4-FFF2-40B4-BE49-F238E27FC236}">
                            <a16:creationId xmlns:a16="http://schemas.microsoft.com/office/drawing/2014/main" id="{5913C464-9BE3-4282-A2E2-5E9011144923}"/>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Freeform 17">
                        <a:extLst>
                          <a:ext uri="{FF2B5EF4-FFF2-40B4-BE49-F238E27FC236}">
                            <a16:creationId xmlns:a16="http://schemas.microsoft.com/office/drawing/2014/main" id="{94AC5FB1-7329-4A1E-A894-21C0DC1421DB}"/>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65" name="Group 18">
                        <a:extLst>
                          <a:ext uri="{FF2B5EF4-FFF2-40B4-BE49-F238E27FC236}">
                            <a16:creationId xmlns:a16="http://schemas.microsoft.com/office/drawing/2014/main" id="{86BD84DB-6641-4C4A-B28D-E45E9D101685}"/>
                          </a:ext>
                        </a:extLst>
                      </p:cNvPr>
                      <p:cNvGrpSpPr>
                        <a:grpSpLocks/>
                      </p:cNvGrpSpPr>
                      <p:nvPr/>
                    </p:nvGrpSpPr>
                    <p:grpSpPr bwMode="auto">
                      <a:xfrm flipH="1">
                        <a:off x="1212" y="1104"/>
                        <a:ext cx="277" cy="235"/>
                        <a:chOff x="1590" y="1104"/>
                        <a:chExt cx="277" cy="235"/>
                      </a:xfrm>
                    </p:grpSpPr>
                    <p:sp>
                      <p:nvSpPr>
                        <p:cNvPr id="166" name="Freeform 19">
                          <a:extLst>
                            <a:ext uri="{FF2B5EF4-FFF2-40B4-BE49-F238E27FC236}">
                              <a16:creationId xmlns:a16="http://schemas.microsoft.com/office/drawing/2014/main" id="{81910ACE-3690-479A-B206-FF6BD3CAEF0D}"/>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Freeform 20">
                          <a:extLst>
                            <a:ext uri="{FF2B5EF4-FFF2-40B4-BE49-F238E27FC236}">
                              <a16:creationId xmlns:a16="http://schemas.microsoft.com/office/drawing/2014/main" id="{074F1D4E-D038-43D1-93E2-02CD3FEF9596}"/>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Freeform 21">
                          <a:extLst>
                            <a:ext uri="{FF2B5EF4-FFF2-40B4-BE49-F238E27FC236}">
                              <a16:creationId xmlns:a16="http://schemas.microsoft.com/office/drawing/2014/main" id="{FD9989E0-FBF1-4658-A975-E08897B6E8C1}"/>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Freeform 22">
                          <a:extLst>
                            <a:ext uri="{FF2B5EF4-FFF2-40B4-BE49-F238E27FC236}">
                              <a16:creationId xmlns:a16="http://schemas.microsoft.com/office/drawing/2014/main" id="{2DAB2CD9-6431-48F4-AC92-40716A71836A}"/>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153" name="Group 23">
                      <a:extLst>
                        <a:ext uri="{FF2B5EF4-FFF2-40B4-BE49-F238E27FC236}">
                          <a16:creationId xmlns:a16="http://schemas.microsoft.com/office/drawing/2014/main" id="{A857FB8D-70D8-477C-8204-C8F7C6655952}"/>
                        </a:ext>
                      </a:extLst>
                    </p:cNvPr>
                    <p:cNvGrpSpPr>
                      <a:grpSpLocks/>
                    </p:cNvGrpSpPr>
                    <p:nvPr/>
                  </p:nvGrpSpPr>
                  <p:grpSpPr bwMode="auto">
                    <a:xfrm rot="4286940" flipH="1">
                      <a:off x="1038" y="766"/>
                      <a:ext cx="141" cy="50"/>
                      <a:chOff x="4032" y="2817"/>
                      <a:chExt cx="417" cy="635"/>
                    </a:xfrm>
                  </p:grpSpPr>
                  <p:sp>
                    <p:nvSpPr>
                      <p:cNvPr id="157" name="Oval 24">
                        <a:extLst>
                          <a:ext uri="{FF2B5EF4-FFF2-40B4-BE49-F238E27FC236}">
                            <a16:creationId xmlns:a16="http://schemas.microsoft.com/office/drawing/2014/main" id="{5D88611E-C0E5-4637-B11E-8F98F3737120}"/>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58" name="Oval 25">
                        <a:extLst>
                          <a:ext uri="{FF2B5EF4-FFF2-40B4-BE49-F238E27FC236}">
                            <a16:creationId xmlns:a16="http://schemas.microsoft.com/office/drawing/2014/main" id="{1ADB8F40-6308-4A8B-A639-3C2B1493EE28}"/>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154" name="Group 26">
                      <a:extLst>
                        <a:ext uri="{FF2B5EF4-FFF2-40B4-BE49-F238E27FC236}">
                          <a16:creationId xmlns:a16="http://schemas.microsoft.com/office/drawing/2014/main" id="{2537FB20-FC59-4138-A4A0-390A9C089F60}"/>
                        </a:ext>
                      </a:extLst>
                    </p:cNvPr>
                    <p:cNvGrpSpPr>
                      <a:grpSpLocks/>
                    </p:cNvGrpSpPr>
                    <p:nvPr/>
                  </p:nvGrpSpPr>
                  <p:grpSpPr bwMode="auto">
                    <a:xfrm rot="4286940" flipH="1">
                      <a:off x="962" y="766"/>
                      <a:ext cx="141" cy="50"/>
                      <a:chOff x="4032" y="2817"/>
                      <a:chExt cx="417" cy="635"/>
                    </a:xfrm>
                  </p:grpSpPr>
                  <p:sp>
                    <p:nvSpPr>
                      <p:cNvPr id="155" name="Oval 27">
                        <a:extLst>
                          <a:ext uri="{FF2B5EF4-FFF2-40B4-BE49-F238E27FC236}">
                            <a16:creationId xmlns:a16="http://schemas.microsoft.com/office/drawing/2014/main" id="{4E3B517A-EE8C-4857-901E-ED8E1F3A5AA8}"/>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56" name="Oval 28">
                        <a:extLst>
                          <a:ext uri="{FF2B5EF4-FFF2-40B4-BE49-F238E27FC236}">
                            <a16:creationId xmlns:a16="http://schemas.microsoft.com/office/drawing/2014/main" id="{3CAEE9B4-313B-406A-965F-BB92D750C003}"/>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151" name="Oval 29">
                    <a:extLst>
                      <a:ext uri="{FF2B5EF4-FFF2-40B4-BE49-F238E27FC236}">
                        <a16:creationId xmlns:a16="http://schemas.microsoft.com/office/drawing/2014/main" id="{8DD45FF6-D435-47F9-811F-99F705355ECE}"/>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148" name="Freeform 30">
                  <a:extLst>
                    <a:ext uri="{FF2B5EF4-FFF2-40B4-BE49-F238E27FC236}">
                      <a16:creationId xmlns:a16="http://schemas.microsoft.com/office/drawing/2014/main" id="{78DBE838-4A90-4874-BA4B-8342FA846FBE}"/>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Freeform 31">
                  <a:extLst>
                    <a:ext uri="{FF2B5EF4-FFF2-40B4-BE49-F238E27FC236}">
                      <a16:creationId xmlns:a16="http://schemas.microsoft.com/office/drawing/2014/main" id="{E9EE0F72-DF15-4282-8FCD-DBE9548DDB0A}"/>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0" name="Group 8">
                <a:extLst>
                  <a:ext uri="{FF2B5EF4-FFF2-40B4-BE49-F238E27FC236}">
                    <a16:creationId xmlns:a16="http://schemas.microsoft.com/office/drawing/2014/main" id="{E4966DCD-D08F-4D53-A50E-33AD6D88522E}"/>
                  </a:ext>
                </a:extLst>
              </p:cNvPr>
              <p:cNvGrpSpPr>
                <a:grpSpLocks/>
              </p:cNvGrpSpPr>
              <p:nvPr/>
            </p:nvGrpSpPr>
            <p:grpSpPr bwMode="auto">
              <a:xfrm>
                <a:off x="5843698" y="5275289"/>
                <a:ext cx="441325" cy="1066800"/>
                <a:chOff x="864" y="465"/>
                <a:chExt cx="1046" cy="2358"/>
              </a:xfrm>
            </p:grpSpPr>
            <p:grpSp>
              <p:nvGrpSpPr>
                <p:cNvPr id="171" name="Group 9">
                  <a:extLst>
                    <a:ext uri="{FF2B5EF4-FFF2-40B4-BE49-F238E27FC236}">
                      <a16:creationId xmlns:a16="http://schemas.microsoft.com/office/drawing/2014/main" id="{99714DA5-472B-4BA0-94D7-140FE1A2FDFC}"/>
                    </a:ext>
                  </a:extLst>
                </p:cNvPr>
                <p:cNvGrpSpPr>
                  <a:grpSpLocks/>
                </p:cNvGrpSpPr>
                <p:nvPr/>
              </p:nvGrpSpPr>
              <p:grpSpPr bwMode="auto">
                <a:xfrm>
                  <a:off x="864" y="465"/>
                  <a:ext cx="1008" cy="2319"/>
                  <a:chOff x="587" y="528"/>
                  <a:chExt cx="1008" cy="2319"/>
                </a:xfrm>
              </p:grpSpPr>
              <p:grpSp>
                <p:nvGrpSpPr>
                  <p:cNvPr id="174" name="Group 10">
                    <a:extLst>
                      <a:ext uri="{FF2B5EF4-FFF2-40B4-BE49-F238E27FC236}">
                        <a16:creationId xmlns:a16="http://schemas.microsoft.com/office/drawing/2014/main" id="{3AA493C0-444C-4DCD-9DBE-E1A2B21D3188}"/>
                      </a:ext>
                    </a:extLst>
                  </p:cNvPr>
                  <p:cNvGrpSpPr>
                    <a:grpSpLocks/>
                  </p:cNvGrpSpPr>
                  <p:nvPr/>
                </p:nvGrpSpPr>
                <p:grpSpPr bwMode="auto">
                  <a:xfrm>
                    <a:off x="587" y="528"/>
                    <a:ext cx="1008" cy="2319"/>
                    <a:chOff x="587" y="528"/>
                    <a:chExt cx="1008" cy="2319"/>
                  </a:xfrm>
                </p:grpSpPr>
                <p:grpSp>
                  <p:nvGrpSpPr>
                    <p:cNvPr id="176" name="Group 11">
                      <a:extLst>
                        <a:ext uri="{FF2B5EF4-FFF2-40B4-BE49-F238E27FC236}">
                          <a16:creationId xmlns:a16="http://schemas.microsoft.com/office/drawing/2014/main" id="{F14AC72F-A1D9-4049-8D09-B13549ADA8FF}"/>
                        </a:ext>
                      </a:extLst>
                    </p:cNvPr>
                    <p:cNvGrpSpPr>
                      <a:grpSpLocks/>
                    </p:cNvGrpSpPr>
                    <p:nvPr/>
                  </p:nvGrpSpPr>
                  <p:grpSpPr bwMode="auto">
                    <a:xfrm>
                      <a:off x="587" y="528"/>
                      <a:ext cx="1008" cy="2319"/>
                      <a:chOff x="1151" y="1104"/>
                      <a:chExt cx="686" cy="1741"/>
                    </a:xfrm>
                  </p:grpSpPr>
                  <p:sp>
                    <p:nvSpPr>
                      <p:cNvPr id="183" name="Freeform 12">
                        <a:extLst>
                          <a:ext uri="{FF2B5EF4-FFF2-40B4-BE49-F238E27FC236}">
                            <a16:creationId xmlns:a16="http://schemas.microsoft.com/office/drawing/2014/main" id="{CB1437A2-ADE1-41D1-B877-FBF6DD293219}"/>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Freeform 13">
                        <a:extLst>
                          <a:ext uri="{FF2B5EF4-FFF2-40B4-BE49-F238E27FC236}">
                            <a16:creationId xmlns:a16="http://schemas.microsoft.com/office/drawing/2014/main" id="{25EE1E4D-D45D-4F11-83E2-700FDE727BB4}"/>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Freeform 14">
                        <a:extLst>
                          <a:ext uri="{FF2B5EF4-FFF2-40B4-BE49-F238E27FC236}">
                            <a16:creationId xmlns:a16="http://schemas.microsoft.com/office/drawing/2014/main" id="{E283E4E6-DA96-4EAD-AC0D-8D6C6F97A1DF}"/>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Freeform 15">
                        <a:extLst>
                          <a:ext uri="{FF2B5EF4-FFF2-40B4-BE49-F238E27FC236}">
                            <a16:creationId xmlns:a16="http://schemas.microsoft.com/office/drawing/2014/main" id="{AEAD8AE9-5459-4BE7-9DFA-2CD05BD48640}"/>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Freeform 16">
                        <a:extLst>
                          <a:ext uri="{FF2B5EF4-FFF2-40B4-BE49-F238E27FC236}">
                            <a16:creationId xmlns:a16="http://schemas.microsoft.com/office/drawing/2014/main" id="{C80A50CB-88B6-40F8-9CC1-98FACC8C911A}"/>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Freeform 17">
                        <a:extLst>
                          <a:ext uri="{FF2B5EF4-FFF2-40B4-BE49-F238E27FC236}">
                            <a16:creationId xmlns:a16="http://schemas.microsoft.com/office/drawing/2014/main" id="{C6DA62A4-8B36-40AE-B1C2-327C8CF8E732}"/>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89" name="Group 18">
                        <a:extLst>
                          <a:ext uri="{FF2B5EF4-FFF2-40B4-BE49-F238E27FC236}">
                            <a16:creationId xmlns:a16="http://schemas.microsoft.com/office/drawing/2014/main" id="{B02F40DF-5550-47ED-A9D8-9E72608FC766}"/>
                          </a:ext>
                        </a:extLst>
                      </p:cNvPr>
                      <p:cNvGrpSpPr>
                        <a:grpSpLocks/>
                      </p:cNvGrpSpPr>
                      <p:nvPr/>
                    </p:nvGrpSpPr>
                    <p:grpSpPr bwMode="auto">
                      <a:xfrm flipH="1">
                        <a:off x="1212" y="1104"/>
                        <a:ext cx="277" cy="235"/>
                        <a:chOff x="1590" y="1104"/>
                        <a:chExt cx="277" cy="235"/>
                      </a:xfrm>
                    </p:grpSpPr>
                    <p:sp>
                      <p:nvSpPr>
                        <p:cNvPr id="190" name="Freeform 19">
                          <a:extLst>
                            <a:ext uri="{FF2B5EF4-FFF2-40B4-BE49-F238E27FC236}">
                              <a16:creationId xmlns:a16="http://schemas.microsoft.com/office/drawing/2014/main" id="{B9BD0C49-AF7E-4D17-83C9-B0E140EFECC1}"/>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Freeform 20">
                          <a:extLst>
                            <a:ext uri="{FF2B5EF4-FFF2-40B4-BE49-F238E27FC236}">
                              <a16:creationId xmlns:a16="http://schemas.microsoft.com/office/drawing/2014/main" id="{F6642C07-9921-47C0-873E-2D23829D5D2A}"/>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Freeform 21">
                          <a:extLst>
                            <a:ext uri="{FF2B5EF4-FFF2-40B4-BE49-F238E27FC236}">
                              <a16:creationId xmlns:a16="http://schemas.microsoft.com/office/drawing/2014/main" id="{BB119F91-36FF-4F53-A53C-5321E77C87FE}"/>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Freeform 22">
                          <a:extLst>
                            <a:ext uri="{FF2B5EF4-FFF2-40B4-BE49-F238E27FC236}">
                              <a16:creationId xmlns:a16="http://schemas.microsoft.com/office/drawing/2014/main" id="{6FD7BD67-DB4B-48CD-8CF0-528932431C7E}"/>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177" name="Group 23">
                      <a:extLst>
                        <a:ext uri="{FF2B5EF4-FFF2-40B4-BE49-F238E27FC236}">
                          <a16:creationId xmlns:a16="http://schemas.microsoft.com/office/drawing/2014/main" id="{6034DFC6-09EC-466E-AF27-BCCDA98EAA88}"/>
                        </a:ext>
                      </a:extLst>
                    </p:cNvPr>
                    <p:cNvGrpSpPr>
                      <a:grpSpLocks/>
                    </p:cNvGrpSpPr>
                    <p:nvPr/>
                  </p:nvGrpSpPr>
                  <p:grpSpPr bwMode="auto">
                    <a:xfrm rot="4286940" flipH="1">
                      <a:off x="1038" y="766"/>
                      <a:ext cx="141" cy="50"/>
                      <a:chOff x="4032" y="2817"/>
                      <a:chExt cx="417" cy="635"/>
                    </a:xfrm>
                  </p:grpSpPr>
                  <p:sp>
                    <p:nvSpPr>
                      <p:cNvPr id="181" name="Oval 24">
                        <a:extLst>
                          <a:ext uri="{FF2B5EF4-FFF2-40B4-BE49-F238E27FC236}">
                            <a16:creationId xmlns:a16="http://schemas.microsoft.com/office/drawing/2014/main" id="{C12223BE-E238-4E32-A788-65ECC0E7FB6D}"/>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82" name="Oval 25">
                        <a:extLst>
                          <a:ext uri="{FF2B5EF4-FFF2-40B4-BE49-F238E27FC236}">
                            <a16:creationId xmlns:a16="http://schemas.microsoft.com/office/drawing/2014/main" id="{E18FEA53-6E37-4318-857C-F0767F64D74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178" name="Group 26">
                      <a:extLst>
                        <a:ext uri="{FF2B5EF4-FFF2-40B4-BE49-F238E27FC236}">
                          <a16:creationId xmlns:a16="http://schemas.microsoft.com/office/drawing/2014/main" id="{B9BF8962-E93F-4EE4-AC77-4EA19C899999}"/>
                        </a:ext>
                      </a:extLst>
                    </p:cNvPr>
                    <p:cNvGrpSpPr>
                      <a:grpSpLocks/>
                    </p:cNvGrpSpPr>
                    <p:nvPr/>
                  </p:nvGrpSpPr>
                  <p:grpSpPr bwMode="auto">
                    <a:xfrm rot="4286940" flipH="1">
                      <a:off x="962" y="766"/>
                      <a:ext cx="141" cy="50"/>
                      <a:chOff x="4032" y="2817"/>
                      <a:chExt cx="417" cy="635"/>
                    </a:xfrm>
                  </p:grpSpPr>
                  <p:sp>
                    <p:nvSpPr>
                      <p:cNvPr id="179" name="Oval 27">
                        <a:extLst>
                          <a:ext uri="{FF2B5EF4-FFF2-40B4-BE49-F238E27FC236}">
                            <a16:creationId xmlns:a16="http://schemas.microsoft.com/office/drawing/2014/main" id="{6363AB47-E19C-46DA-BE08-0005A3527E7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80" name="Oval 28">
                        <a:extLst>
                          <a:ext uri="{FF2B5EF4-FFF2-40B4-BE49-F238E27FC236}">
                            <a16:creationId xmlns:a16="http://schemas.microsoft.com/office/drawing/2014/main" id="{7D4BFC10-16F0-4AF9-9535-8B6556F63C01}"/>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175" name="Oval 29">
                    <a:extLst>
                      <a:ext uri="{FF2B5EF4-FFF2-40B4-BE49-F238E27FC236}">
                        <a16:creationId xmlns:a16="http://schemas.microsoft.com/office/drawing/2014/main" id="{45ABE87C-4C15-4A00-AC77-652528279517}"/>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172" name="Freeform 30">
                  <a:extLst>
                    <a:ext uri="{FF2B5EF4-FFF2-40B4-BE49-F238E27FC236}">
                      <a16:creationId xmlns:a16="http://schemas.microsoft.com/office/drawing/2014/main" id="{D0CB173F-4D4B-4B95-8B90-FC8A9817B21F}"/>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Freeform 31">
                  <a:extLst>
                    <a:ext uri="{FF2B5EF4-FFF2-40B4-BE49-F238E27FC236}">
                      <a16:creationId xmlns:a16="http://schemas.microsoft.com/office/drawing/2014/main" id="{54EFA090-AAD9-4C12-BED7-E3DA67E5F5B6}"/>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4" name="Group 8">
                <a:extLst>
                  <a:ext uri="{FF2B5EF4-FFF2-40B4-BE49-F238E27FC236}">
                    <a16:creationId xmlns:a16="http://schemas.microsoft.com/office/drawing/2014/main" id="{6B728627-F326-43F9-85D7-6754697830CF}"/>
                  </a:ext>
                </a:extLst>
              </p:cNvPr>
              <p:cNvGrpSpPr>
                <a:grpSpLocks/>
              </p:cNvGrpSpPr>
              <p:nvPr/>
            </p:nvGrpSpPr>
            <p:grpSpPr bwMode="auto">
              <a:xfrm>
                <a:off x="8588406" y="5266211"/>
                <a:ext cx="441325" cy="1066800"/>
                <a:chOff x="864" y="465"/>
                <a:chExt cx="1046" cy="2358"/>
              </a:xfrm>
            </p:grpSpPr>
            <p:grpSp>
              <p:nvGrpSpPr>
                <p:cNvPr id="195" name="Group 9">
                  <a:extLst>
                    <a:ext uri="{FF2B5EF4-FFF2-40B4-BE49-F238E27FC236}">
                      <a16:creationId xmlns:a16="http://schemas.microsoft.com/office/drawing/2014/main" id="{6BD0C203-D3C6-4A49-B065-79122EDBF463}"/>
                    </a:ext>
                  </a:extLst>
                </p:cNvPr>
                <p:cNvGrpSpPr>
                  <a:grpSpLocks/>
                </p:cNvGrpSpPr>
                <p:nvPr/>
              </p:nvGrpSpPr>
              <p:grpSpPr bwMode="auto">
                <a:xfrm>
                  <a:off x="864" y="465"/>
                  <a:ext cx="1008" cy="2319"/>
                  <a:chOff x="587" y="528"/>
                  <a:chExt cx="1008" cy="2319"/>
                </a:xfrm>
              </p:grpSpPr>
              <p:grpSp>
                <p:nvGrpSpPr>
                  <p:cNvPr id="198" name="Group 10">
                    <a:extLst>
                      <a:ext uri="{FF2B5EF4-FFF2-40B4-BE49-F238E27FC236}">
                        <a16:creationId xmlns:a16="http://schemas.microsoft.com/office/drawing/2014/main" id="{71910FC8-0F78-42B1-BB53-9B0CF2AB5EC0}"/>
                      </a:ext>
                    </a:extLst>
                  </p:cNvPr>
                  <p:cNvGrpSpPr>
                    <a:grpSpLocks/>
                  </p:cNvGrpSpPr>
                  <p:nvPr/>
                </p:nvGrpSpPr>
                <p:grpSpPr bwMode="auto">
                  <a:xfrm>
                    <a:off x="587" y="528"/>
                    <a:ext cx="1008" cy="2319"/>
                    <a:chOff x="587" y="528"/>
                    <a:chExt cx="1008" cy="2319"/>
                  </a:xfrm>
                </p:grpSpPr>
                <p:grpSp>
                  <p:nvGrpSpPr>
                    <p:cNvPr id="200" name="Group 11">
                      <a:extLst>
                        <a:ext uri="{FF2B5EF4-FFF2-40B4-BE49-F238E27FC236}">
                          <a16:creationId xmlns:a16="http://schemas.microsoft.com/office/drawing/2014/main" id="{B13572BC-A840-43FF-842B-07596DC2DAA9}"/>
                        </a:ext>
                      </a:extLst>
                    </p:cNvPr>
                    <p:cNvGrpSpPr>
                      <a:grpSpLocks/>
                    </p:cNvGrpSpPr>
                    <p:nvPr/>
                  </p:nvGrpSpPr>
                  <p:grpSpPr bwMode="auto">
                    <a:xfrm>
                      <a:off x="587" y="528"/>
                      <a:ext cx="1008" cy="2319"/>
                      <a:chOff x="1151" y="1104"/>
                      <a:chExt cx="686" cy="1741"/>
                    </a:xfrm>
                  </p:grpSpPr>
                  <p:sp>
                    <p:nvSpPr>
                      <p:cNvPr id="207" name="Freeform 12">
                        <a:extLst>
                          <a:ext uri="{FF2B5EF4-FFF2-40B4-BE49-F238E27FC236}">
                            <a16:creationId xmlns:a16="http://schemas.microsoft.com/office/drawing/2014/main" id="{ED5FD6E7-DFB9-42AB-85C4-FBB056B8E2D7}"/>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Freeform 13">
                        <a:extLst>
                          <a:ext uri="{FF2B5EF4-FFF2-40B4-BE49-F238E27FC236}">
                            <a16:creationId xmlns:a16="http://schemas.microsoft.com/office/drawing/2014/main" id="{D4964E2D-B13A-4669-B0F0-9172A2E1A2E4}"/>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Freeform 14">
                        <a:extLst>
                          <a:ext uri="{FF2B5EF4-FFF2-40B4-BE49-F238E27FC236}">
                            <a16:creationId xmlns:a16="http://schemas.microsoft.com/office/drawing/2014/main" id="{28D48586-7649-4D04-8459-043DA67D1E32}"/>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Freeform 15">
                        <a:extLst>
                          <a:ext uri="{FF2B5EF4-FFF2-40B4-BE49-F238E27FC236}">
                            <a16:creationId xmlns:a16="http://schemas.microsoft.com/office/drawing/2014/main" id="{33C3C08C-8B3E-45F5-8B7B-2ECBAB122904}"/>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Freeform 16">
                        <a:extLst>
                          <a:ext uri="{FF2B5EF4-FFF2-40B4-BE49-F238E27FC236}">
                            <a16:creationId xmlns:a16="http://schemas.microsoft.com/office/drawing/2014/main" id="{37A87F4C-7F6A-461D-8107-5481E5891B29}"/>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Freeform 17">
                        <a:extLst>
                          <a:ext uri="{FF2B5EF4-FFF2-40B4-BE49-F238E27FC236}">
                            <a16:creationId xmlns:a16="http://schemas.microsoft.com/office/drawing/2014/main" id="{01A4FEC0-EF15-4805-96EB-D094186B3564}"/>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13" name="Group 18">
                        <a:extLst>
                          <a:ext uri="{FF2B5EF4-FFF2-40B4-BE49-F238E27FC236}">
                            <a16:creationId xmlns:a16="http://schemas.microsoft.com/office/drawing/2014/main" id="{1EF80B72-5E4C-41C8-A0AF-3990A299721F}"/>
                          </a:ext>
                        </a:extLst>
                      </p:cNvPr>
                      <p:cNvGrpSpPr>
                        <a:grpSpLocks/>
                      </p:cNvGrpSpPr>
                      <p:nvPr/>
                    </p:nvGrpSpPr>
                    <p:grpSpPr bwMode="auto">
                      <a:xfrm flipH="1">
                        <a:off x="1212" y="1104"/>
                        <a:ext cx="277" cy="235"/>
                        <a:chOff x="1590" y="1104"/>
                        <a:chExt cx="277" cy="235"/>
                      </a:xfrm>
                    </p:grpSpPr>
                    <p:sp>
                      <p:nvSpPr>
                        <p:cNvPr id="214" name="Freeform 19">
                          <a:extLst>
                            <a:ext uri="{FF2B5EF4-FFF2-40B4-BE49-F238E27FC236}">
                              <a16:creationId xmlns:a16="http://schemas.microsoft.com/office/drawing/2014/main" id="{E33AF50C-9F2D-4472-B0BF-646876F2F0F0}"/>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Freeform 20">
                          <a:extLst>
                            <a:ext uri="{FF2B5EF4-FFF2-40B4-BE49-F238E27FC236}">
                              <a16:creationId xmlns:a16="http://schemas.microsoft.com/office/drawing/2014/main" id="{F598E7DE-2EC2-4A07-A1B5-F54E043E8E5A}"/>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Freeform 21">
                          <a:extLst>
                            <a:ext uri="{FF2B5EF4-FFF2-40B4-BE49-F238E27FC236}">
                              <a16:creationId xmlns:a16="http://schemas.microsoft.com/office/drawing/2014/main" id="{E9DF76F6-898F-4BBE-8FD1-BAD742B9A3C8}"/>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Freeform 22">
                          <a:extLst>
                            <a:ext uri="{FF2B5EF4-FFF2-40B4-BE49-F238E27FC236}">
                              <a16:creationId xmlns:a16="http://schemas.microsoft.com/office/drawing/2014/main" id="{C7E45DD5-82E4-4A2F-BA76-BBDD15B5AF8B}"/>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01" name="Group 23">
                      <a:extLst>
                        <a:ext uri="{FF2B5EF4-FFF2-40B4-BE49-F238E27FC236}">
                          <a16:creationId xmlns:a16="http://schemas.microsoft.com/office/drawing/2014/main" id="{583F89BE-2374-425F-B725-07186AA31DC7}"/>
                        </a:ext>
                      </a:extLst>
                    </p:cNvPr>
                    <p:cNvGrpSpPr>
                      <a:grpSpLocks/>
                    </p:cNvGrpSpPr>
                    <p:nvPr/>
                  </p:nvGrpSpPr>
                  <p:grpSpPr bwMode="auto">
                    <a:xfrm rot="4286940" flipH="1">
                      <a:off x="1038" y="766"/>
                      <a:ext cx="141" cy="50"/>
                      <a:chOff x="4032" y="2817"/>
                      <a:chExt cx="417" cy="635"/>
                    </a:xfrm>
                  </p:grpSpPr>
                  <p:sp>
                    <p:nvSpPr>
                      <p:cNvPr id="205" name="Oval 24">
                        <a:extLst>
                          <a:ext uri="{FF2B5EF4-FFF2-40B4-BE49-F238E27FC236}">
                            <a16:creationId xmlns:a16="http://schemas.microsoft.com/office/drawing/2014/main" id="{33281A9F-28A8-4FA5-B967-F1E728F77724}"/>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06" name="Oval 25">
                        <a:extLst>
                          <a:ext uri="{FF2B5EF4-FFF2-40B4-BE49-F238E27FC236}">
                            <a16:creationId xmlns:a16="http://schemas.microsoft.com/office/drawing/2014/main" id="{E43732D5-BF6F-40B6-A1C4-4C181E2D8BBD}"/>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202" name="Group 26">
                      <a:extLst>
                        <a:ext uri="{FF2B5EF4-FFF2-40B4-BE49-F238E27FC236}">
                          <a16:creationId xmlns:a16="http://schemas.microsoft.com/office/drawing/2014/main" id="{3E89938A-6FD5-441A-AE54-6CA91332098C}"/>
                        </a:ext>
                      </a:extLst>
                    </p:cNvPr>
                    <p:cNvGrpSpPr>
                      <a:grpSpLocks/>
                    </p:cNvGrpSpPr>
                    <p:nvPr/>
                  </p:nvGrpSpPr>
                  <p:grpSpPr bwMode="auto">
                    <a:xfrm rot="4286940" flipH="1">
                      <a:off x="962" y="766"/>
                      <a:ext cx="141" cy="50"/>
                      <a:chOff x="4032" y="2817"/>
                      <a:chExt cx="417" cy="635"/>
                    </a:xfrm>
                  </p:grpSpPr>
                  <p:sp>
                    <p:nvSpPr>
                      <p:cNvPr id="203" name="Oval 27">
                        <a:extLst>
                          <a:ext uri="{FF2B5EF4-FFF2-40B4-BE49-F238E27FC236}">
                            <a16:creationId xmlns:a16="http://schemas.microsoft.com/office/drawing/2014/main" id="{20B809D2-87C2-413E-8763-D0BD0E20395F}"/>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04" name="Oval 28">
                        <a:extLst>
                          <a:ext uri="{FF2B5EF4-FFF2-40B4-BE49-F238E27FC236}">
                            <a16:creationId xmlns:a16="http://schemas.microsoft.com/office/drawing/2014/main" id="{D671AB16-E311-45E1-9B6E-DC4891979279}"/>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199" name="Oval 29">
                    <a:extLst>
                      <a:ext uri="{FF2B5EF4-FFF2-40B4-BE49-F238E27FC236}">
                        <a16:creationId xmlns:a16="http://schemas.microsoft.com/office/drawing/2014/main" id="{66A3EF08-C04F-4972-8805-7C145A521972}"/>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196" name="Freeform 30">
                  <a:extLst>
                    <a:ext uri="{FF2B5EF4-FFF2-40B4-BE49-F238E27FC236}">
                      <a16:creationId xmlns:a16="http://schemas.microsoft.com/office/drawing/2014/main" id="{A8AC0130-DD61-4466-9962-B9DF78B908B3}"/>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Freeform 31">
                  <a:extLst>
                    <a:ext uri="{FF2B5EF4-FFF2-40B4-BE49-F238E27FC236}">
                      <a16:creationId xmlns:a16="http://schemas.microsoft.com/office/drawing/2014/main" id="{08911590-6F32-4F60-AED0-FD88A0E0AD5E}"/>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8" name="Group 8">
                <a:extLst>
                  <a:ext uri="{FF2B5EF4-FFF2-40B4-BE49-F238E27FC236}">
                    <a16:creationId xmlns:a16="http://schemas.microsoft.com/office/drawing/2014/main" id="{2C06A614-2ECE-4D46-A854-FF7B43B230F1}"/>
                  </a:ext>
                </a:extLst>
              </p:cNvPr>
              <p:cNvGrpSpPr>
                <a:grpSpLocks/>
              </p:cNvGrpSpPr>
              <p:nvPr/>
            </p:nvGrpSpPr>
            <p:grpSpPr bwMode="auto">
              <a:xfrm>
                <a:off x="7050780" y="5239982"/>
                <a:ext cx="441325" cy="1066800"/>
                <a:chOff x="864" y="465"/>
                <a:chExt cx="1046" cy="2358"/>
              </a:xfrm>
            </p:grpSpPr>
            <p:grpSp>
              <p:nvGrpSpPr>
                <p:cNvPr id="219" name="Group 9">
                  <a:extLst>
                    <a:ext uri="{FF2B5EF4-FFF2-40B4-BE49-F238E27FC236}">
                      <a16:creationId xmlns:a16="http://schemas.microsoft.com/office/drawing/2014/main" id="{E59D55E7-8C7D-415E-88D4-B3D55532D5F4}"/>
                    </a:ext>
                  </a:extLst>
                </p:cNvPr>
                <p:cNvGrpSpPr>
                  <a:grpSpLocks/>
                </p:cNvGrpSpPr>
                <p:nvPr/>
              </p:nvGrpSpPr>
              <p:grpSpPr bwMode="auto">
                <a:xfrm>
                  <a:off x="864" y="465"/>
                  <a:ext cx="1008" cy="2319"/>
                  <a:chOff x="587" y="528"/>
                  <a:chExt cx="1008" cy="2319"/>
                </a:xfrm>
              </p:grpSpPr>
              <p:grpSp>
                <p:nvGrpSpPr>
                  <p:cNvPr id="222" name="Group 10">
                    <a:extLst>
                      <a:ext uri="{FF2B5EF4-FFF2-40B4-BE49-F238E27FC236}">
                        <a16:creationId xmlns:a16="http://schemas.microsoft.com/office/drawing/2014/main" id="{F986C705-2B51-473F-AEC1-19E092EEC3CE}"/>
                      </a:ext>
                    </a:extLst>
                  </p:cNvPr>
                  <p:cNvGrpSpPr>
                    <a:grpSpLocks/>
                  </p:cNvGrpSpPr>
                  <p:nvPr/>
                </p:nvGrpSpPr>
                <p:grpSpPr bwMode="auto">
                  <a:xfrm>
                    <a:off x="587" y="528"/>
                    <a:ext cx="1008" cy="2319"/>
                    <a:chOff x="587" y="528"/>
                    <a:chExt cx="1008" cy="2319"/>
                  </a:xfrm>
                </p:grpSpPr>
                <p:grpSp>
                  <p:nvGrpSpPr>
                    <p:cNvPr id="224" name="Group 11">
                      <a:extLst>
                        <a:ext uri="{FF2B5EF4-FFF2-40B4-BE49-F238E27FC236}">
                          <a16:creationId xmlns:a16="http://schemas.microsoft.com/office/drawing/2014/main" id="{62B96523-298C-408C-9042-7C4B49D6B5E1}"/>
                        </a:ext>
                      </a:extLst>
                    </p:cNvPr>
                    <p:cNvGrpSpPr>
                      <a:grpSpLocks/>
                    </p:cNvGrpSpPr>
                    <p:nvPr/>
                  </p:nvGrpSpPr>
                  <p:grpSpPr bwMode="auto">
                    <a:xfrm>
                      <a:off x="587" y="528"/>
                      <a:ext cx="1008" cy="2319"/>
                      <a:chOff x="1151" y="1104"/>
                      <a:chExt cx="686" cy="1741"/>
                    </a:xfrm>
                  </p:grpSpPr>
                  <p:sp>
                    <p:nvSpPr>
                      <p:cNvPr id="231" name="Freeform 12">
                        <a:extLst>
                          <a:ext uri="{FF2B5EF4-FFF2-40B4-BE49-F238E27FC236}">
                            <a16:creationId xmlns:a16="http://schemas.microsoft.com/office/drawing/2014/main" id="{5B14E016-433E-4302-B650-6859F18E1A44}"/>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Freeform 13">
                        <a:extLst>
                          <a:ext uri="{FF2B5EF4-FFF2-40B4-BE49-F238E27FC236}">
                            <a16:creationId xmlns:a16="http://schemas.microsoft.com/office/drawing/2014/main" id="{3B33FD02-E4A0-4A13-A382-20376B9B5F65}"/>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Freeform 14">
                        <a:extLst>
                          <a:ext uri="{FF2B5EF4-FFF2-40B4-BE49-F238E27FC236}">
                            <a16:creationId xmlns:a16="http://schemas.microsoft.com/office/drawing/2014/main" id="{D5750219-392D-4E77-8AB5-D4C0625E5BE0}"/>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Freeform 15">
                        <a:extLst>
                          <a:ext uri="{FF2B5EF4-FFF2-40B4-BE49-F238E27FC236}">
                            <a16:creationId xmlns:a16="http://schemas.microsoft.com/office/drawing/2014/main" id="{18EA8247-A921-493D-8C8F-4CD9D646A31B}"/>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Freeform 16">
                        <a:extLst>
                          <a:ext uri="{FF2B5EF4-FFF2-40B4-BE49-F238E27FC236}">
                            <a16:creationId xmlns:a16="http://schemas.microsoft.com/office/drawing/2014/main" id="{43A15F7F-5A81-415D-A07B-1D5AA2198951}"/>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Freeform 17">
                        <a:extLst>
                          <a:ext uri="{FF2B5EF4-FFF2-40B4-BE49-F238E27FC236}">
                            <a16:creationId xmlns:a16="http://schemas.microsoft.com/office/drawing/2014/main" id="{7FB7BFF6-0C06-40A5-A9E7-75448B7C4E30}"/>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37" name="Group 18">
                        <a:extLst>
                          <a:ext uri="{FF2B5EF4-FFF2-40B4-BE49-F238E27FC236}">
                            <a16:creationId xmlns:a16="http://schemas.microsoft.com/office/drawing/2014/main" id="{2C2CFA94-AC1A-4940-B4FC-F8960D3D3DBA}"/>
                          </a:ext>
                        </a:extLst>
                      </p:cNvPr>
                      <p:cNvGrpSpPr>
                        <a:grpSpLocks/>
                      </p:cNvGrpSpPr>
                      <p:nvPr/>
                    </p:nvGrpSpPr>
                    <p:grpSpPr bwMode="auto">
                      <a:xfrm flipH="1">
                        <a:off x="1212" y="1104"/>
                        <a:ext cx="277" cy="235"/>
                        <a:chOff x="1590" y="1104"/>
                        <a:chExt cx="277" cy="235"/>
                      </a:xfrm>
                    </p:grpSpPr>
                    <p:sp>
                      <p:nvSpPr>
                        <p:cNvPr id="238" name="Freeform 19">
                          <a:extLst>
                            <a:ext uri="{FF2B5EF4-FFF2-40B4-BE49-F238E27FC236}">
                              <a16:creationId xmlns:a16="http://schemas.microsoft.com/office/drawing/2014/main" id="{F1C394C7-2997-4EE2-899C-9D8219E621E3}"/>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20">
                          <a:extLst>
                            <a:ext uri="{FF2B5EF4-FFF2-40B4-BE49-F238E27FC236}">
                              <a16:creationId xmlns:a16="http://schemas.microsoft.com/office/drawing/2014/main" id="{41E588F8-D60C-491A-AEFB-703D2FB11BDC}"/>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21">
                          <a:extLst>
                            <a:ext uri="{FF2B5EF4-FFF2-40B4-BE49-F238E27FC236}">
                              <a16:creationId xmlns:a16="http://schemas.microsoft.com/office/drawing/2014/main" id="{6B105C1B-A93E-4041-880E-161F151995BD}"/>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22">
                          <a:extLst>
                            <a:ext uri="{FF2B5EF4-FFF2-40B4-BE49-F238E27FC236}">
                              <a16:creationId xmlns:a16="http://schemas.microsoft.com/office/drawing/2014/main" id="{DFD04954-D4C2-4881-BFEC-02E2F66998FB}"/>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25" name="Group 23">
                      <a:extLst>
                        <a:ext uri="{FF2B5EF4-FFF2-40B4-BE49-F238E27FC236}">
                          <a16:creationId xmlns:a16="http://schemas.microsoft.com/office/drawing/2014/main" id="{E074FD2A-6776-42F8-B6F3-A584A2086A89}"/>
                        </a:ext>
                      </a:extLst>
                    </p:cNvPr>
                    <p:cNvGrpSpPr>
                      <a:grpSpLocks/>
                    </p:cNvGrpSpPr>
                    <p:nvPr/>
                  </p:nvGrpSpPr>
                  <p:grpSpPr bwMode="auto">
                    <a:xfrm rot="4286940" flipH="1">
                      <a:off x="1038" y="766"/>
                      <a:ext cx="141" cy="50"/>
                      <a:chOff x="4032" y="2817"/>
                      <a:chExt cx="417" cy="635"/>
                    </a:xfrm>
                  </p:grpSpPr>
                  <p:sp>
                    <p:nvSpPr>
                      <p:cNvPr id="229" name="Oval 24">
                        <a:extLst>
                          <a:ext uri="{FF2B5EF4-FFF2-40B4-BE49-F238E27FC236}">
                            <a16:creationId xmlns:a16="http://schemas.microsoft.com/office/drawing/2014/main" id="{38B3A4D9-F236-4676-AE53-D07E1937F08C}"/>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30" name="Oval 25">
                        <a:extLst>
                          <a:ext uri="{FF2B5EF4-FFF2-40B4-BE49-F238E27FC236}">
                            <a16:creationId xmlns:a16="http://schemas.microsoft.com/office/drawing/2014/main" id="{CF015B48-2099-4A63-8C40-A4DF994FF818}"/>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226" name="Group 26">
                      <a:extLst>
                        <a:ext uri="{FF2B5EF4-FFF2-40B4-BE49-F238E27FC236}">
                          <a16:creationId xmlns:a16="http://schemas.microsoft.com/office/drawing/2014/main" id="{E38CC274-95DD-459F-9FDD-DD14372FEB7C}"/>
                        </a:ext>
                      </a:extLst>
                    </p:cNvPr>
                    <p:cNvGrpSpPr>
                      <a:grpSpLocks/>
                    </p:cNvGrpSpPr>
                    <p:nvPr/>
                  </p:nvGrpSpPr>
                  <p:grpSpPr bwMode="auto">
                    <a:xfrm rot="4286940" flipH="1">
                      <a:off x="962" y="766"/>
                      <a:ext cx="141" cy="50"/>
                      <a:chOff x="4032" y="2817"/>
                      <a:chExt cx="417" cy="635"/>
                    </a:xfrm>
                  </p:grpSpPr>
                  <p:sp>
                    <p:nvSpPr>
                      <p:cNvPr id="227" name="Oval 27">
                        <a:extLst>
                          <a:ext uri="{FF2B5EF4-FFF2-40B4-BE49-F238E27FC236}">
                            <a16:creationId xmlns:a16="http://schemas.microsoft.com/office/drawing/2014/main" id="{BE2AA15F-A572-45E6-AE06-CD3AE64F1CCE}"/>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28" name="Oval 28">
                        <a:extLst>
                          <a:ext uri="{FF2B5EF4-FFF2-40B4-BE49-F238E27FC236}">
                            <a16:creationId xmlns:a16="http://schemas.microsoft.com/office/drawing/2014/main" id="{9AD1EF5E-D87D-47A7-948F-F2CB576CDDB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223" name="Oval 29">
                    <a:extLst>
                      <a:ext uri="{FF2B5EF4-FFF2-40B4-BE49-F238E27FC236}">
                        <a16:creationId xmlns:a16="http://schemas.microsoft.com/office/drawing/2014/main" id="{A2DD91BB-ED31-4FC7-B945-144208E34BCE}"/>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220" name="Freeform 30">
                  <a:extLst>
                    <a:ext uri="{FF2B5EF4-FFF2-40B4-BE49-F238E27FC236}">
                      <a16:creationId xmlns:a16="http://schemas.microsoft.com/office/drawing/2014/main" id="{B96563F9-5FBC-4D05-8D76-61CF2453AC64}"/>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Freeform 31">
                  <a:extLst>
                    <a:ext uri="{FF2B5EF4-FFF2-40B4-BE49-F238E27FC236}">
                      <a16:creationId xmlns:a16="http://schemas.microsoft.com/office/drawing/2014/main" id="{37DD6CFA-BB45-46A9-A3B8-D5452E09394E}"/>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42" name="Isosceles Triangle 241">
                <a:extLst>
                  <a:ext uri="{FF2B5EF4-FFF2-40B4-BE49-F238E27FC236}">
                    <a16:creationId xmlns:a16="http://schemas.microsoft.com/office/drawing/2014/main" id="{762E8C79-6508-4DFD-BB27-E0EDC9349344}"/>
                  </a:ext>
                </a:extLst>
              </p:cNvPr>
              <p:cNvSpPr/>
              <p:nvPr/>
            </p:nvSpPr>
            <p:spPr>
              <a:xfrm>
                <a:off x="6044795" y="5787478"/>
                <a:ext cx="817356" cy="94877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3" name="Isosceles Triangle 242">
                <a:extLst>
                  <a:ext uri="{FF2B5EF4-FFF2-40B4-BE49-F238E27FC236}">
                    <a16:creationId xmlns:a16="http://schemas.microsoft.com/office/drawing/2014/main" id="{32DE1616-1ECD-465B-BCC1-BE057614D88B}"/>
                  </a:ext>
                </a:extLst>
              </p:cNvPr>
              <p:cNvSpPr/>
              <p:nvPr/>
            </p:nvSpPr>
            <p:spPr>
              <a:xfrm>
                <a:off x="7902785" y="5830616"/>
                <a:ext cx="817356" cy="94877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3" name="Group 342">
              <a:extLst>
                <a:ext uri="{FF2B5EF4-FFF2-40B4-BE49-F238E27FC236}">
                  <a16:creationId xmlns:a16="http://schemas.microsoft.com/office/drawing/2014/main" id="{BC19E63F-3E3D-468C-AA4D-F70C659A214C}"/>
                </a:ext>
              </a:extLst>
            </p:cNvPr>
            <p:cNvGrpSpPr/>
            <p:nvPr/>
          </p:nvGrpSpPr>
          <p:grpSpPr>
            <a:xfrm>
              <a:off x="2801238" y="5435723"/>
              <a:ext cx="6032225" cy="1140899"/>
              <a:chOff x="2801238" y="5435723"/>
              <a:chExt cx="6032225" cy="1140899"/>
            </a:xfrm>
          </p:grpSpPr>
          <p:grpSp>
            <p:nvGrpSpPr>
              <p:cNvPr id="247" name="Group 8">
                <a:extLst>
                  <a:ext uri="{FF2B5EF4-FFF2-40B4-BE49-F238E27FC236}">
                    <a16:creationId xmlns:a16="http://schemas.microsoft.com/office/drawing/2014/main" id="{599EB25D-6FA8-476B-BC0B-B65EF75398B3}"/>
                  </a:ext>
                </a:extLst>
              </p:cNvPr>
              <p:cNvGrpSpPr>
                <a:grpSpLocks/>
              </p:cNvGrpSpPr>
              <p:nvPr/>
            </p:nvGrpSpPr>
            <p:grpSpPr bwMode="auto">
              <a:xfrm>
                <a:off x="6644693" y="5509822"/>
                <a:ext cx="441325" cy="1066800"/>
                <a:chOff x="864" y="465"/>
                <a:chExt cx="1046" cy="2358"/>
              </a:xfrm>
            </p:grpSpPr>
            <p:grpSp>
              <p:nvGrpSpPr>
                <p:cNvPr id="248" name="Group 9">
                  <a:extLst>
                    <a:ext uri="{FF2B5EF4-FFF2-40B4-BE49-F238E27FC236}">
                      <a16:creationId xmlns:a16="http://schemas.microsoft.com/office/drawing/2014/main" id="{6B4FFFE5-961E-4F49-8605-E15A18051BE5}"/>
                    </a:ext>
                  </a:extLst>
                </p:cNvPr>
                <p:cNvGrpSpPr>
                  <a:grpSpLocks/>
                </p:cNvGrpSpPr>
                <p:nvPr/>
              </p:nvGrpSpPr>
              <p:grpSpPr bwMode="auto">
                <a:xfrm>
                  <a:off x="864" y="465"/>
                  <a:ext cx="1008" cy="2319"/>
                  <a:chOff x="587" y="528"/>
                  <a:chExt cx="1008" cy="2319"/>
                </a:xfrm>
              </p:grpSpPr>
              <p:grpSp>
                <p:nvGrpSpPr>
                  <p:cNvPr id="251" name="Group 10">
                    <a:extLst>
                      <a:ext uri="{FF2B5EF4-FFF2-40B4-BE49-F238E27FC236}">
                        <a16:creationId xmlns:a16="http://schemas.microsoft.com/office/drawing/2014/main" id="{AE03B87B-6ECE-4F1E-B773-57A6DD2F4CA4}"/>
                      </a:ext>
                    </a:extLst>
                  </p:cNvPr>
                  <p:cNvGrpSpPr>
                    <a:grpSpLocks/>
                  </p:cNvGrpSpPr>
                  <p:nvPr/>
                </p:nvGrpSpPr>
                <p:grpSpPr bwMode="auto">
                  <a:xfrm>
                    <a:off x="587" y="528"/>
                    <a:ext cx="1008" cy="2319"/>
                    <a:chOff x="587" y="528"/>
                    <a:chExt cx="1008" cy="2319"/>
                  </a:xfrm>
                </p:grpSpPr>
                <p:grpSp>
                  <p:nvGrpSpPr>
                    <p:cNvPr id="253" name="Group 11">
                      <a:extLst>
                        <a:ext uri="{FF2B5EF4-FFF2-40B4-BE49-F238E27FC236}">
                          <a16:creationId xmlns:a16="http://schemas.microsoft.com/office/drawing/2014/main" id="{BDACC622-C109-4C10-B77B-7021AB811B4B}"/>
                        </a:ext>
                      </a:extLst>
                    </p:cNvPr>
                    <p:cNvGrpSpPr>
                      <a:grpSpLocks/>
                    </p:cNvGrpSpPr>
                    <p:nvPr/>
                  </p:nvGrpSpPr>
                  <p:grpSpPr bwMode="auto">
                    <a:xfrm>
                      <a:off x="587" y="528"/>
                      <a:ext cx="1008" cy="2319"/>
                      <a:chOff x="1151" y="1104"/>
                      <a:chExt cx="686" cy="1741"/>
                    </a:xfrm>
                  </p:grpSpPr>
                  <p:sp>
                    <p:nvSpPr>
                      <p:cNvPr id="260" name="Freeform 12">
                        <a:extLst>
                          <a:ext uri="{FF2B5EF4-FFF2-40B4-BE49-F238E27FC236}">
                            <a16:creationId xmlns:a16="http://schemas.microsoft.com/office/drawing/2014/main" id="{D2C383CD-6AB4-4DF8-8339-69CD33ED2027}"/>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Freeform 13">
                        <a:extLst>
                          <a:ext uri="{FF2B5EF4-FFF2-40B4-BE49-F238E27FC236}">
                            <a16:creationId xmlns:a16="http://schemas.microsoft.com/office/drawing/2014/main" id="{9FD27EB3-E109-4DC9-9A9B-395B9F21E2E3}"/>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4">
                        <a:extLst>
                          <a:ext uri="{FF2B5EF4-FFF2-40B4-BE49-F238E27FC236}">
                            <a16:creationId xmlns:a16="http://schemas.microsoft.com/office/drawing/2014/main" id="{3C31BC5D-E59F-4FE2-B1BA-5DEE751A7550}"/>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5">
                        <a:extLst>
                          <a:ext uri="{FF2B5EF4-FFF2-40B4-BE49-F238E27FC236}">
                            <a16:creationId xmlns:a16="http://schemas.microsoft.com/office/drawing/2014/main" id="{ECDA3381-A38A-42DF-9AC6-1CA053645E60}"/>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6">
                        <a:extLst>
                          <a:ext uri="{FF2B5EF4-FFF2-40B4-BE49-F238E27FC236}">
                            <a16:creationId xmlns:a16="http://schemas.microsoft.com/office/drawing/2014/main" id="{69105BF8-B578-4861-A3BB-AD91631D3AF7}"/>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7">
                        <a:extLst>
                          <a:ext uri="{FF2B5EF4-FFF2-40B4-BE49-F238E27FC236}">
                            <a16:creationId xmlns:a16="http://schemas.microsoft.com/office/drawing/2014/main" id="{8CE3259A-A177-4466-AE8C-5F702E3ED3BB}"/>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6" name="Group 18">
                        <a:extLst>
                          <a:ext uri="{FF2B5EF4-FFF2-40B4-BE49-F238E27FC236}">
                            <a16:creationId xmlns:a16="http://schemas.microsoft.com/office/drawing/2014/main" id="{2347EDCA-2669-4560-92D3-67FFD64DB461}"/>
                          </a:ext>
                        </a:extLst>
                      </p:cNvPr>
                      <p:cNvGrpSpPr>
                        <a:grpSpLocks/>
                      </p:cNvGrpSpPr>
                      <p:nvPr/>
                    </p:nvGrpSpPr>
                    <p:grpSpPr bwMode="auto">
                      <a:xfrm flipH="1">
                        <a:off x="1212" y="1104"/>
                        <a:ext cx="277" cy="235"/>
                        <a:chOff x="1590" y="1104"/>
                        <a:chExt cx="277" cy="235"/>
                      </a:xfrm>
                    </p:grpSpPr>
                    <p:sp>
                      <p:nvSpPr>
                        <p:cNvPr id="267" name="Freeform 19">
                          <a:extLst>
                            <a:ext uri="{FF2B5EF4-FFF2-40B4-BE49-F238E27FC236}">
                              <a16:creationId xmlns:a16="http://schemas.microsoft.com/office/drawing/2014/main" id="{BBB557AE-5644-49ED-A693-5AE3DAA487CA}"/>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20">
                          <a:extLst>
                            <a:ext uri="{FF2B5EF4-FFF2-40B4-BE49-F238E27FC236}">
                              <a16:creationId xmlns:a16="http://schemas.microsoft.com/office/drawing/2014/main" id="{9D49342F-3225-410F-8E58-38FA72CD4058}"/>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21">
                          <a:extLst>
                            <a:ext uri="{FF2B5EF4-FFF2-40B4-BE49-F238E27FC236}">
                              <a16:creationId xmlns:a16="http://schemas.microsoft.com/office/drawing/2014/main" id="{67B3AD59-7B6D-4EE9-A34E-9A8840773519}"/>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22">
                          <a:extLst>
                            <a:ext uri="{FF2B5EF4-FFF2-40B4-BE49-F238E27FC236}">
                              <a16:creationId xmlns:a16="http://schemas.microsoft.com/office/drawing/2014/main" id="{6B44CAD5-12C8-4202-B91C-FB21949999CC}"/>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54" name="Group 23">
                      <a:extLst>
                        <a:ext uri="{FF2B5EF4-FFF2-40B4-BE49-F238E27FC236}">
                          <a16:creationId xmlns:a16="http://schemas.microsoft.com/office/drawing/2014/main" id="{308EA076-3579-4991-8419-419A37391B35}"/>
                        </a:ext>
                      </a:extLst>
                    </p:cNvPr>
                    <p:cNvGrpSpPr>
                      <a:grpSpLocks/>
                    </p:cNvGrpSpPr>
                    <p:nvPr/>
                  </p:nvGrpSpPr>
                  <p:grpSpPr bwMode="auto">
                    <a:xfrm rot="4286940" flipH="1">
                      <a:off x="1038" y="766"/>
                      <a:ext cx="141" cy="50"/>
                      <a:chOff x="4032" y="2817"/>
                      <a:chExt cx="417" cy="635"/>
                    </a:xfrm>
                  </p:grpSpPr>
                  <p:sp>
                    <p:nvSpPr>
                      <p:cNvPr id="258" name="Oval 24">
                        <a:extLst>
                          <a:ext uri="{FF2B5EF4-FFF2-40B4-BE49-F238E27FC236}">
                            <a16:creationId xmlns:a16="http://schemas.microsoft.com/office/drawing/2014/main" id="{9AC7445F-DD57-47AA-916A-615A1D8C35B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59" name="Oval 25">
                        <a:extLst>
                          <a:ext uri="{FF2B5EF4-FFF2-40B4-BE49-F238E27FC236}">
                            <a16:creationId xmlns:a16="http://schemas.microsoft.com/office/drawing/2014/main" id="{C8121F4D-31E3-4EC7-93AB-7CEB2B067649}"/>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255" name="Group 26">
                      <a:extLst>
                        <a:ext uri="{FF2B5EF4-FFF2-40B4-BE49-F238E27FC236}">
                          <a16:creationId xmlns:a16="http://schemas.microsoft.com/office/drawing/2014/main" id="{C77B2CA3-EE30-42A2-9941-33370D41203F}"/>
                        </a:ext>
                      </a:extLst>
                    </p:cNvPr>
                    <p:cNvGrpSpPr>
                      <a:grpSpLocks/>
                    </p:cNvGrpSpPr>
                    <p:nvPr/>
                  </p:nvGrpSpPr>
                  <p:grpSpPr bwMode="auto">
                    <a:xfrm rot="4286940" flipH="1">
                      <a:off x="962" y="766"/>
                      <a:ext cx="141" cy="50"/>
                      <a:chOff x="4032" y="2817"/>
                      <a:chExt cx="417" cy="635"/>
                    </a:xfrm>
                  </p:grpSpPr>
                  <p:sp>
                    <p:nvSpPr>
                      <p:cNvPr id="256" name="Oval 27">
                        <a:extLst>
                          <a:ext uri="{FF2B5EF4-FFF2-40B4-BE49-F238E27FC236}">
                            <a16:creationId xmlns:a16="http://schemas.microsoft.com/office/drawing/2014/main" id="{CB822CC3-92CC-4EBA-9F0D-E83BF5644FE3}"/>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57" name="Oval 28">
                        <a:extLst>
                          <a:ext uri="{FF2B5EF4-FFF2-40B4-BE49-F238E27FC236}">
                            <a16:creationId xmlns:a16="http://schemas.microsoft.com/office/drawing/2014/main" id="{08A51ED3-DD29-4D8C-B9E1-E01F13A3EA6D}"/>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252" name="Oval 29">
                    <a:extLst>
                      <a:ext uri="{FF2B5EF4-FFF2-40B4-BE49-F238E27FC236}">
                        <a16:creationId xmlns:a16="http://schemas.microsoft.com/office/drawing/2014/main" id="{57C2587E-340B-45CE-B430-E3D632854720}"/>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249" name="Freeform 30">
                  <a:extLst>
                    <a:ext uri="{FF2B5EF4-FFF2-40B4-BE49-F238E27FC236}">
                      <a16:creationId xmlns:a16="http://schemas.microsoft.com/office/drawing/2014/main" id="{087DF913-514E-4B61-9D67-2F3966911C06}"/>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Freeform 31">
                  <a:extLst>
                    <a:ext uri="{FF2B5EF4-FFF2-40B4-BE49-F238E27FC236}">
                      <a16:creationId xmlns:a16="http://schemas.microsoft.com/office/drawing/2014/main" id="{8F4C5175-B08A-462D-8BF6-4171652271E2}"/>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Group 8">
                <a:extLst>
                  <a:ext uri="{FF2B5EF4-FFF2-40B4-BE49-F238E27FC236}">
                    <a16:creationId xmlns:a16="http://schemas.microsoft.com/office/drawing/2014/main" id="{E9B651AD-7830-4D5B-A1BB-86D8A4EB6B5B}"/>
                  </a:ext>
                </a:extLst>
              </p:cNvPr>
              <p:cNvGrpSpPr>
                <a:grpSpLocks/>
              </p:cNvGrpSpPr>
              <p:nvPr/>
            </p:nvGrpSpPr>
            <p:grpSpPr bwMode="auto">
              <a:xfrm>
                <a:off x="4561609" y="5464166"/>
                <a:ext cx="441325" cy="1066800"/>
                <a:chOff x="864" y="465"/>
                <a:chExt cx="1046" cy="2358"/>
              </a:xfrm>
            </p:grpSpPr>
            <p:grpSp>
              <p:nvGrpSpPr>
                <p:cNvPr id="272" name="Group 9">
                  <a:extLst>
                    <a:ext uri="{FF2B5EF4-FFF2-40B4-BE49-F238E27FC236}">
                      <a16:creationId xmlns:a16="http://schemas.microsoft.com/office/drawing/2014/main" id="{A98F41F3-419C-4235-A504-DE80CC3498C8}"/>
                    </a:ext>
                  </a:extLst>
                </p:cNvPr>
                <p:cNvGrpSpPr>
                  <a:grpSpLocks/>
                </p:cNvGrpSpPr>
                <p:nvPr/>
              </p:nvGrpSpPr>
              <p:grpSpPr bwMode="auto">
                <a:xfrm>
                  <a:off x="864" y="465"/>
                  <a:ext cx="1008" cy="2319"/>
                  <a:chOff x="587" y="528"/>
                  <a:chExt cx="1008" cy="2319"/>
                </a:xfrm>
              </p:grpSpPr>
              <p:grpSp>
                <p:nvGrpSpPr>
                  <p:cNvPr id="275" name="Group 10">
                    <a:extLst>
                      <a:ext uri="{FF2B5EF4-FFF2-40B4-BE49-F238E27FC236}">
                        <a16:creationId xmlns:a16="http://schemas.microsoft.com/office/drawing/2014/main" id="{291A4B68-42F2-445D-9F23-B02B69E4ACF5}"/>
                      </a:ext>
                    </a:extLst>
                  </p:cNvPr>
                  <p:cNvGrpSpPr>
                    <a:grpSpLocks/>
                  </p:cNvGrpSpPr>
                  <p:nvPr/>
                </p:nvGrpSpPr>
                <p:grpSpPr bwMode="auto">
                  <a:xfrm>
                    <a:off x="587" y="528"/>
                    <a:ext cx="1008" cy="2319"/>
                    <a:chOff x="587" y="528"/>
                    <a:chExt cx="1008" cy="2319"/>
                  </a:xfrm>
                </p:grpSpPr>
                <p:grpSp>
                  <p:nvGrpSpPr>
                    <p:cNvPr id="277" name="Group 11">
                      <a:extLst>
                        <a:ext uri="{FF2B5EF4-FFF2-40B4-BE49-F238E27FC236}">
                          <a16:creationId xmlns:a16="http://schemas.microsoft.com/office/drawing/2014/main" id="{B7FDE3EB-4E51-49D5-93DD-615B21E6C395}"/>
                        </a:ext>
                      </a:extLst>
                    </p:cNvPr>
                    <p:cNvGrpSpPr>
                      <a:grpSpLocks/>
                    </p:cNvGrpSpPr>
                    <p:nvPr/>
                  </p:nvGrpSpPr>
                  <p:grpSpPr bwMode="auto">
                    <a:xfrm>
                      <a:off x="587" y="528"/>
                      <a:ext cx="1008" cy="2319"/>
                      <a:chOff x="1151" y="1104"/>
                      <a:chExt cx="686" cy="1741"/>
                    </a:xfrm>
                  </p:grpSpPr>
                  <p:sp>
                    <p:nvSpPr>
                      <p:cNvPr id="284" name="Freeform 12">
                        <a:extLst>
                          <a:ext uri="{FF2B5EF4-FFF2-40B4-BE49-F238E27FC236}">
                            <a16:creationId xmlns:a16="http://schemas.microsoft.com/office/drawing/2014/main" id="{B7B137D9-D2DD-4323-A20A-A8CA4E8FC425}"/>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5" name="Freeform 13">
                        <a:extLst>
                          <a:ext uri="{FF2B5EF4-FFF2-40B4-BE49-F238E27FC236}">
                            <a16:creationId xmlns:a16="http://schemas.microsoft.com/office/drawing/2014/main" id="{EB8F2E13-B78D-4A12-8747-AF9AAE97635B}"/>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4">
                        <a:extLst>
                          <a:ext uri="{FF2B5EF4-FFF2-40B4-BE49-F238E27FC236}">
                            <a16:creationId xmlns:a16="http://schemas.microsoft.com/office/drawing/2014/main" id="{CF3AF9E3-8F27-477D-A5B7-500635E3F317}"/>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Freeform 15">
                        <a:extLst>
                          <a:ext uri="{FF2B5EF4-FFF2-40B4-BE49-F238E27FC236}">
                            <a16:creationId xmlns:a16="http://schemas.microsoft.com/office/drawing/2014/main" id="{BD948738-0120-4632-8171-F10DD747F1EF}"/>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
                        <a:extLst>
                          <a:ext uri="{FF2B5EF4-FFF2-40B4-BE49-F238E27FC236}">
                            <a16:creationId xmlns:a16="http://schemas.microsoft.com/office/drawing/2014/main" id="{CDC804E5-DC37-4770-9BE4-29DA7EB4EF10}"/>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9" name="Freeform 17">
                        <a:extLst>
                          <a:ext uri="{FF2B5EF4-FFF2-40B4-BE49-F238E27FC236}">
                            <a16:creationId xmlns:a16="http://schemas.microsoft.com/office/drawing/2014/main" id="{F27E41B8-4E94-41CA-8FDE-C00768E088B8}"/>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0" name="Group 18">
                        <a:extLst>
                          <a:ext uri="{FF2B5EF4-FFF2-40B4-BE49-F238E27FC236}">
                            <a16:creationId xmlns:a16="http://schemas.microsoft.com/office/drawing/2014/main" id="{712BB638-7EBB-48C8-BA8A-E9EDDB5A1C55}"/>
                          </a:ext>
                        </a:extLst>
                      </p:cNvPr>
                      <p:cNvGrpSpPr>
                        <a:grpSpLocks/>
                      </p:cNvGrpSpPr>
                      <p:nvPr/>
                    </p:nvGrpSpPr>
                    <p:grpSpPr bwMode="auto">
                      <a:xfrm flipH="1">
                        <a:off x="1212" y="1104"/>
                        <a:ext cx="277" cy="235"/>
                        <a:chOff x="1590" y="1104"/>
                        <a:chExt cx="277" cy="235"/>
                      </a:xfrm>
                    </p:grpSpPr>
                    <p:sp>
                      <p:nvSpPr>
                        <p:cNvPr id="291" name="Freeform 19">
                          <a:extLst>
                            <a:ext uri="{FF2B5EF4-FFF2-40B4-BE49-F238E27FC236}">
                              <a16:creationId xmlns:a16="http://schemas.microsoft.com/office/drawing/2014/main" id="{13929065-B9C9-4C8F-9E5A-EA91E009AC85}"/>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20">
                          <a:extLst>
                            <a:ext uri="{FF2B5EF4-FFF2-40B4-BE49-F238E27FC236}">
                              <a16:creationId xmlns:a16="http://schemas.microsoft.com/office/drawing/2014/main" id="{61ED4C5B-9C7F-475D-BD3B-94F7DAB2086F}"/>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21">
                          <a:extLst>
                            <a:ext uri="{FF2B5EF4-FFF2-40B4-BE49-F238E27FC236}">
                              <a16:creationId xmlns:a16="http://schemas.microsoft.com/office/drawing/2014/main" id="{3F06D096-784B-4E78-9515-3614D78E76D1}"/>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22">
                          <a:extLst>
                            <a:ext uri="{FF2B5EF4-FFF2-40B4-BE49-F238E27FC236}">
                              <a16:creationId xmlns:a16="http://schemas.microsoft.com/office/drawing/2014/main" id="{84385C4F-9559-427C-AD3D-6E1C69103795}"/>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8" name="Group 23">
                      <a:extLst>
                        <a:ext uri="{FF2B5EF4-FFF2-40B4-BE49-F238E27FC236}">
                          <a16:creationId xmlns:a16="http://schemas.microsoft.com/office/drawing/2014/main" id="{4804BF95-B347-43A0-90CF-AC8F32C29135}"/>
                        </a:ext>
                      </a:extLst>
                    </p:cNvPr>
                    <p:cNvGrpSpPr>
                      <a:grpSpLocks/>
                    </p:cNvGrpSpPr>
                    <p:nvPr/>
                  </p:nvGrpSpPr>
                  <p:grpSpPr bwMode="auto">
                    <a:xfrm rot="4286940" flipH="1">
                      <a:off x="1038" y="766"/>
                      <a:ext cx="141" cy="50"/>
                      <a:chOff x="4032" y="2817"/>
                      <a:chExt cx="417" cy="635"/>
                    </a:xfrm>
                  </p:grpSpPr>
                  <p:sp>
                    <p:nvSpPr>
                      <p:cNvPr id="282" name="Oval 24">
                        <a:extLst>
                          <a:ext uri="{FF2B5EF4-FFF2-40B4-BE49-F238E27FC236}">
                            <a16:creationId xmlns:a16="http://schemas.microsoft.com/office/drawing/2014/main" id="{B1471DF6-3A1D-458D-B391-3460F87E7C41}"/>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83" name="Oval 25">
                        <a:extLst>
                          <a:ext uri="{FF2B5EF4-FFF2-40B4-BE49-F238E27FC236}">
                            <a16:creationId xmlns:a16="http://schemas.microsoft.com/office/drawing/2014/main" id="{CA02E3DF-C1EA-4E96-8A7A-0D25F94FA268}"/>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279" name="Group 26">
                      <a:extLst>
                        <a:ext uri="{FF2B5EF4-FFF2-40B4-BE49-F238E27FC236}">
                          <a16:creationId xmlns:a16="http://schemas.microsoft.com/office/drawing/2014/main" id="{98862CBC-F1C5-42CB-8048-237AE4EE4798}"/>
                        </a:ext>
                      </a:extLst>
                    </p:cNvPr>
                    <p:cNvGrpSpPr>
                      <a:grpSpLocks/>
                    </p:cNvGrpSpPr>
                    <p:nvPr/>
                  </p:nvGrpSpPr>
                  <p:grpSpPr bwMode="auto">
                    <a:xfrm rot="4286940" flipH="1">
                      <a:off x="962" y="766"/>
                      <a:ext cx="141" cy="50"/>
                      <a:chOff x="4032" y="2817"/>
                      <a:chExt cx="417" cy="635"/>
                    </a:xfrm>
                  </p:grpSpPr>
                  <p:sp>
                    <p:nvSpPr>
                      <p:cNvPr id="280" name="Oval 27">
                        <a:extLst>
                          <a:ext uri="{FF2B5EF4-FFF2-40B4-BE49-F238E27FC236}">
                            <a16:creationId xmlns:a16="http://schemas.microsoft.com/office/drawing/2014/main" id="{5A9E9AF6-47E9-4F4D-934B-D15443C6FD89}"/>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281" name="Oval 28">
                        <a:extLst>
                          <a:ext uri="{FF2B5EF4-FFF2-40B4-BE49-F238E27FC236}">
                            <a16:creationId xmlns:a16="http://schemas.microsoft.com/office/drawing/2014/main" id="{7C6EECD9-4ACC-4CDC-90A2-6DC7359B4E4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276" name="Oval 29">
                    <a:extLst>
                      <a:ext uri="{FF2B5EF4-FFF2-40B4-BE49-F238E27FC236}">
                        <a16:creationId xmlns:a16="http://schemas.microsoft.com/office/drawing/2014/main" id="{3282491A-84B7-42AE-B9EC-166347267434}"/>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273" name="Freeform 30">
                  <a:extLst>
                    <a:ext uri="{FF2B5EF4-FFF2-40B4-BE49-F238E27FC236}">
                      <a16:creationId xmlns:a16="http://schemas.microsoft.com/office/drawing/2014/main" id="{DD7D5195-507D-4A31-83A6-705430A5899B}"/>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Freeform 31">
                  <a:extLst>
                    <a:ext uri="{FF2B5EF4-FFF2-40B4-BE49-F238E27FC236}">
                      <a16:creationId xmlns:a16="http://schemas.microsoft.com/office/drawing/2014/main" id="{5C5E8492-8DDC-44D3-9B31-DEF14A9FF0A7}"/>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5" name="Group 8">
                <a:extLst>
                  <a:ext uri="{FF2B5EF4-FFF2-40B4-BE49-F238E27FC236}">
                    <a16:creationId xmlns:a16="http://schemas.microsoft.com/office/drawing/2014/main" id="{DB1ECD78-5BDC-4308-B770-5713FE766DBD}"/>
                  </a:ext>
                </a:extLst>
              </p:cNvPr>
              <p:cNvGrpSpPr>
                <a:grpSpLocks/>
              </p:cNvGrpSpPr>
              <p:nvPr/>
            </p:nvGrpSpPr>
            <p:grpSpPr bwMode="auto">
              <a:xfrm>
                <a:off x="2801238" y="5435723"/>
                <a:ext cx="441325" cy="1066800"/>
                <a:chOff x="864" y="465"/>
                <a:chExt cx="1046" cy="2358"/>
              </a:xfrm>
            </p:grpSpPr>
            <p:grpSp>
              <p:nvGrpSpPr>
                <p:cNvPr id="296" name="Group 9">
                  <a:extLst>
                    <a:ext uri="{FF2B5EF4-FFF2-40B4-BE49-F238E27FC236}">
                      <a16:creationId xmlns:a16="http://schemas.microsoft.com/office/drawing/2014/main" id="{F8C07D62-8FED-40B3-ACA1-45ABDC945A44}"/>
                    </a:ext>
                  </a:extLst>
                </p:cNvPr>
                <p:cNvGrpSpPr>
                  <a:grpSpLocks/>
                </p:cNvGrpSpPr>
                <p:nvPr/>
              </p:nvGrpSpPr>
              <p:grpSpPr bwMode="auto">
                <a:xfrm>
                  <a:off x="864" y="465"/>
                  <a:ext cx="1008" cy="2319"/>
                  <a:chOff x="587" y="528"/>
                  <a:chExt cx="1008" cy="2319"/>
                </a:xfrm>
              </p:grpSpPr>
              <p:grpSp>
                <p:nvGrpSpPr>
                  <p:cNvPr id="299" name="Group 10">
                    <a:extLst>
                      <a:ext uri="{FF2B5EF4-FFF2-40B4-BE49-F238E27FC236}">
                        <a16:creationId xmlns:a16="http://schemas.microsoft.com/office/drawing/2014/main" id="{8827760D-6DA1-436E-A127-AEC1D79C0202}"/>
                      </a:ext>
                    </a:extLst>
                  </p:cNvPr>
                  <p:cNvGrpSpPr>
                    <a:grpSpLocks/>
                  </p:cNvGrpSpPr>
                  <p:nvPr/>
                </p:nvGrpSpPr>
                <p:grpSpPr bwMode="auto">
                  <a:xfrm>
                    <a:off x="587" y="528"/>
                    <a:ext cx="1008" cy="2319"/>
                    <a:chOff x="587" y="528"/>
                    <a:chExt cx="1008" cy="2319"/>
                  </a:xfrm>
                </p:grpSpPr>
                <p:grpSp>
                  <p:nvGrpSpPr>
                    <p:cNvPr id="301" name="Group 11">
                      <a:extLst>
                        <a:ext uri="{FF2B5EF4-FFF2-40B4-BE49-F238E27FC236}">
                          <a16:creationId xmlns:a16="http://schemas.microsoft.com/office/drawing/2014/main" id="{797C7E42-BBF4-4934-9EAA-9C2A1C3DABB1}"/>
                        </a:ext>
                      </a:extLst>
                    </p:cNvPr>
                    <p:cNvGrpSpPr>
                      <a:grpSpLocks/>
                    </p:cNvGrpSpPr>
                    <p:nvPr/>
                  </p:nvGrpSpPr>
                  <p:grpSpPr bwMode="auto">
                    <a:xfrm>
                      <a:off x="587" y="528"/>
                      <a:ext cx="1008" cy="2319"/>
                      <a:chOff x="1151" y="1104"/>
                      <a:chExt cx="686" cy="1741"/>
                    </a:xfrm>
                  </p:grpSpPr>
                  <p:sp>
                    <p:nvSpPr>
                      <p:cNvPr id="308" name="Freeform 12">
                        <a:extLst>
                          <a:ext uri="{FF2B5EF4-FFF2-40B4-BE49-F238E27FC236}">
                            <a16:creationId xmlns:a16="http://schemas.microsoft.com/office/drawing/2014/main" id="{FBE1BFE5-F8DF-43DB-8FE5-001B70B771BA}"/>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3">
                        <a:extLst>
                          <a:ext uri="{FF2B5EF4-FFF2-40B4-BE49-F238E27FC236}">
                            <a16:creationId xmlns:a16="http://schemas.microsoft.com/office/drawing/2014/main" id="{5F62D86F-765B-4DC2-BDC0-309B3EC24995}"/>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Freeform 14">
                        <a:extLst>
                          <a:ext uri="{FF2B5EF4-FFF2-40B4-BE49-F238E27FC236}">
                            <a16:creationId xmlns:a16="http://schemas.microsoft.com/office/drawing/2014/main" id="{C033725D-BBEC-44CB-988A-EF5D555EAC35}"/>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1" name="Freeform 15">
                        <a:extLst>
                          <a:ext uri="{FF2B5EF4-FFF2-40B4-BE49-F238E27FC236}">
                            <a16:creationId xmlns:a16="http://schemas.microsoft.com/office/drawing/2014/main" id="{9565332F-F72B-4686-BE45-98C95F022122}"/>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2" name="Freeform 16">
                        <a:extLst>
                          <a:ext uri="{FF2B5EF4-FFF2-40B4-BE49-F238E27FC236}">
                            <a16:creationId xmlns:a16="http://schemas.microsoft.com/office/drawing/2014/main" id="{F68AC974-95C5-419C-A5F5-79581C2CC52F}"/>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3" name="Freeform 17">
                        <a:extLst>
                          <a:ext uri="{FF2B5EF4-FFF2-40B4-BE49-F238E27FC236}">
                            <a16:creationId xmlns:a16="http://schemas.microsoft.com/office/drawing/2014/main" id="{C36A48B3-482C-47A3-8CD7-809860B6EB89}"/>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14" name="Group 18">
                        <a:extLst>
                          <a:ext uri="{FF2B5EF4-FFF2-40B4-BE49-F238E27FC236}">
                            <a16:creationId xmlns:a16="http://schemas.microsoft.com/office/drawing/2014/main" id="{7B84DC60-93EF-4680-B304-025508051EDD}"/>
                          </a:ext>
                        </a:extLst>
                      </p:cNvPr>
                      <p:cNvGrpSpPr>
                        <a:grpSpLocks/>
                      </p:cNvGrpSpPr>
                      <p:nvPr/>
                    </p:nvGrpSpPr>
                    <p:grpSpPr bwMode="auto">
                      <a:xfrm flipH="1">
                        <a:off x="1212" y="1104"/>
                        <a:ext cx="277" cy="235"/>
                        <a:chOff x="1590" y="1104"/>
                        <a:chExt cx="277" cy="235"/>
                      </a:xfrm>
                    </p:grpSpPr>
                    <p:sp>
                      <p:nvSpPr>
                        <p:cNvPr id="315" name="Freeform 19">
                          <a:extLst>
                            <a:ext uri="{FF2B5EF4-FFF2-40B4-BE49-F238E27FC236}">
                              <a16:creationId xmlns:a16="http://schemas.microsoft.com/office/drawing/2014/main" id="{201CFAC3-C5B7-4F37-802D-B580B1C3C569}"/>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6" name="Freeform 20">
                          <a:extLst>
                            <a:ext uri="{FF2B5EF4-FFF2-40B4-BE49-F238E27FC236}">
                              <a16:creationId xmlns:a16="http://schemas.microsoft.com/office/drawing/2014/main" id="{C7842A24-C8EE-4F25-B5DE-6AE241D1995C}"/>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7" name="Freeform 21">
                          <a:extLst>
                            <a:ext uri="{FF2B5EF4-FFF2-40B4-BE49-F238E27FC236}">
                              <a16:creationId xmlns:a16="http://schemas.microsoft.com/office/drawing/2014/main" id="{E0ED8E94-0E22-4EE8-96C6-0EE44C63F050}"/>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8" name="Freeform 22">
                          <a:extLst>
                            <a:ext uri="{FF2B5EF4-FFF2-40B4-BE49-F238E27FC236}">
                              <a16:creationId xmlns:a16="http://schemas.microsoft.com/office/drawing/2014/main" id="{BB3CA375-2CC2-433C-858E-37017A2ED788}"/>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302" name="Group 23">
                      <a:extLst>
                        <a:ext uri="{FF2B5EF4-FFF2-40B4-BE49-F238E27FC236}">
                          <a16:creationId xmlns:a16="http://schemas.microsoft.com/office/drawing/2014/main" id="{DE5993D9-56FA-4422-A9B7-6040330A7368}"/>
                        </a:ext>
                      </a:extLst>
                    </p:cNvPr>
                    <p:cNvGrpSpPr>
                      <a:grpSpLocks/>
                    </p:cNvGrpSpPr>
                    <p:nvPr/>
                  </p:nvGrpSpPr>
                  <p:grpSpPr bwMode="auto">
                    <a:xfrm rot="4286940" flipH="1">
                      <a:off x="1038" y="766"/>
                      <a:ext cx="141" cy="50"/>
                      <a:chOff x="4032" y="2817"/>
                      <a:chExt cx="417" cy="635"/>
                    </a:xfrm>
                  </p:grpSpPr>
                  <p:sp>
                    <p:nvSpPr>
                      <p:cNvPr id="306" name="Oval 24">
                        <a:extLst>
                          <a:ext uri="{FF2B5EF4-FFF2-40B4-BE49-F238E27FC236}">
                            <a16:creationId xmlns:a16="http://schemas.microsoft.com/office/drawing/2014/main" id="{EC548D85-214C-4513-9652-1F4B52B54CA6}"/>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07" name="Oval 25">
                        <a:extLst>
                          <a:ext uri="{FF2B5EF4-FFF2-40B4-BE49-F238E27FC236}">
                            <a16:creationId xmlns:a16="http://schemas.microsoft.com/office/drawing/2014/main" id="{3663E901-84FA-4C8D-A316-012E19E7B291}"/>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303" name="Group 26">
                      <a:extLst>
                        <a:ext uri="{FF2B5EF4-FFF2-40B4-BE49-F238E27FC236}">
                          <a16:creationId xmlns:a16="http://schemas.microsoft.com/office/drawing/2014/main" id="{AA38C5BC-3A4D-451B-829E-7A35ED19DD3F}"/>
                        </a:ext>
                      </a:extLst>
                    </p:cNvPr>
                    <p:cNvGrpSpPr>
                      <a:grpSpLocks/>
                    </p:cNvGrpSpPr>
                    <p:nvPr/>
                  </p:nvGrpSpPr>
                  <p:grpSpPr bwMode="auto">
                    <a:xfrm rot="4286940" flipH="1">
                      <a:off x="962" y="766"/>
                      <a:ext cx="141" cy="50"/>
                      <a:chOff x="4032" y="2817"/>
                      <a:chExt cx="417" cy="635"/>
                    </a:xfrm>
                  </p:grpSpPr>
                  <p:sp>
                    <p:nvSpPr>
                      <p:cNvPr id="304" name="Oval 27">
                        <a:extLst>
                          <a:ext uri="{FF2B5EF4-FFF2-40B4-BE49-F238E27FC236}">
                            <a16:creationId xmlns:a16="http://schemas.microsoft.com/office/drawing/2014/main" id="{5493B9CF-6437-49EB-B87D-6E08E7FACB6A}"/>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05" name="Oval 28">
                        <a:extLst>
                          <a:ext uri="{FF2B5EF4-FFF2-40B4-BE49-F238E27FC236}">
                            <a16:creationId xmlns:a16="http://schemas.microsoft.com/office/drawing/2014/main" id="{1C34F1CE-586F-40E1-9C59-A1B751F9999A}"/>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300" name="Oval 29">
                    <a:extLst>
                      <a:ext uri="{FF2B5EF4-FFF2-40B4-BE49-F238E27FC236}">
                        <a16:creationId xmlns:a16="http://schemas.microsoft.com/office/drawing/2014/main" id="{196339A6-7986-444D-90C7-ECA4CE906AFA}"/>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297" name="Freeform 30">
                  <a:extLst>
                    <a:ext uri="{FF2B5EF4-FFF2-40B4-BE49-F238E27FC236}">
                      <a16:creationId xmlns:a16="http://schemas.microsoft.com/office/drawing/2014/main" id="{162F2FD1-B957-42DC-9E78-FFD73563BC31}"/>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8" name="Freeform 31">
                  <a:extLst>
                    <a:ext uri="{FF2B5EF4-FFF2-40B4-BE49-F238E27FC236}">
                      <a16:creationId xmlns:a16="http://schemas.microsoft.com/office/drawing/2014/main" id="{33832F99-82CE-442C-8AB7-CBD5F95853EA}"/>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19" name="Group 8">
                <a:extLst>
                  <a:ext uri="{FF2B5EF4-FFF2-40B4-BE49-F238E27FC236}">
                    <a16:creationId xmlns:a16="http://schemas.microsoft.com/office/drawing/2014/main" id="{6E8D6A82-E09E-4301-B875-D58076685D3F}"/>
                  </a:ext>
                </a:extLst>
              </p:cNvPr>
              <p:cNvGrpSpPr>
                <a:grpSpLocks/>
              </p:cNvGrpSpPr>
              <p:nvPr/>
            </p:nvGrpSpPr>
            <p:grpSpPr bwMode="auto">
              <a:xfrm>
                <a:off x="8392138" y="5459118"/>
                <a:ext cx="441325" cy="1066800"/>
                <a:chOff x="864" y="465"/>
                <a:chExt cx="1046" cy="2358"/>
              </a:xfrm>
            </p:grpSpPr>
            <p:grpSp>
              <p:nvGrpSpPr>
                <p:cNvPr id="320" name="Group 9">
                  <a:extLst>
                    <a:ext uri="{FF2B5EF4-FFF2-40B4-BE49-F238E27FC236}">
                      <a16:creationId xmlns:a16="http://schemas.microsoft.com/office/drawing/2014/main" id="{732B9107-4952-4BCA-91C1-4B1BFC2BA461}"/>
                    </a:ext>
                  </a:extLst>
                </p:cNvPr>
                <p:cNvGrpSpPr>
                  <a:grpSpLocks/>
                </p:cNvGrpSpPr>
                <p:nvPr/>
              </p:nvGrpSpPr>
              <p:grpSpPr bwMode="auto">
                <a:xfrm>
                  <a:off x="864" y="465"/>
                  <a:ext cx="1008" cy="2319"/>
                  <a:chOff x="587" y="528"/>
                  <a:chExt cx="1008" cy="2319"/>
                </a:xfrm>
              </p:grpSpPr>
              <p:grpSp>
                <p:nvGrpSpPr>
                  <p:cNvPr id="323" name="Group 10">
                    <a:extLst>
                      <a:ext uri="{FF2B5EF4-FFF2-40B4-BE49-F238E27FC236}">
                        <a16:creationId xmlns:a16="http://schemas.microsoft.com/office/drawing/2014/main" id="{D1E90D3E-71AD-40AC-901F-6EFA594727B5}"/>
                      </a:ext>
                    </a:extLst>
                  </p:cNvPr>
                  <p:cNvGrpSpPr>
                    <a:grpSpLocks/>
                  </p:cNvGrpSpPr>
                  <p:nvPr/>
                </p:nvGrpSpPr>
                <p:grpSpPr bwMode="auto">
                  <a:xfrm>
                    <a:off x="587" y="528"/>
                    <a:ext cx="1008" cy="2319"/>
                    <a:chOff x="587" y="528"/>
                    <a:chExt cx="1008" cy="2319"/>
                  </a:xfrm>
                </p:grpSpPr>
                <p:grpSp>
                  <p:nvGrpSpPr>
                    <p:cNvPr id="325" name="Group 11">
                      <a:extLst>
                        <a:ext uri="{FF2B5EF4-FFF2-40B4-BE49-F238E27FC236}">
                          <a16:creationId xmlns:a16="http://schemas.microsoft.com/office/drawing/2014/main" id="{EA7FFD98-E9BE-4D37-84AB-847DF6CEE72D}"/>
                        </a:ext>
                      </a:extLst>
                    </p:cNvPr>
                    <p:cNvGrpSpPr>
                      <a:grpSpLocks/>
                    </p:cNvGrpSpPr>
                    <p:nvPr/>
                  </p:nvGrpSpPr>
                  <p:grpSpPr bwMode="auto">
                    <a:xfrm>
                      <a:off x="587" y="528"/>
                      <a:ext cx="1008" cy="2319"/>
                      <a:chOff x="1151" y="1104"/>
                      <a:chExt cx="686" cy="1741"/>
                    </a:xfrm>
                  </p:grpSpPr>
                  <p:sp>
                    <p:nvSpPr>
                      <p:cNvPr id="332" name="Freeform 12">
                        <a:extLst>
                          <a:ext uri="{FF2B5EF4-FFF2-40B4-BE49-F238E27FC236}">
                            <a16:creationId xmlns:a16="http://schemas.microsoft.com/office/drawing/2014/main" id="{E148E2D2-EFD6-4B15-9311-80FA80834DFA}"/>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3" name="Freeform 13">
                        <a:extLst>
                          <a:ext uri="{FF2B5EF4-FFF2-40B4-BE49-F238E27FC236}">
                            <a16:creationId xmlns:a16="http://schemas.microsoft.com/office/drawing/2014/main" id="{319DA0DA-DCA4-4344-9E3E-859E9103EF07}"/>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4" name="Freeform 14">
                        <a:extLst>
                          <a:ext uri="{FF2B5EF4-FFF2-40B4-BE49-F238E27FC236}">
                            <a16:creationId xmlns:a16="http://schemas.microsoft.com/office/drawing/2014/main" id="{A8E19C4C-BD79-4A89-80B6-F57508CDC8A9}"/>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5" name="Freeform 15">
                        <a:extLst>
                          <a:ext uri="{FF2B5EF4-FFF2-40B4-BE49-F238E27FC236}">
                            <a16:creationId xmlns:a16="http://schemas.microsoft.com/office/drawing/2014/main" id="{380A39B5-99FE-427A-B1CC-B72CEEAE847E}"/>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6" name="Freeform 16">
                        <a:extLst>
                          <a:ext uri="{FF2B5EF4-FFF2-40B4-BE49-F238E27FC236}">
                            <a16:creationId xmlns:a16="http://schemas.microsoft.com/office/drawing/2014/main" id="{412DCBF7-50FF-4D48-A90E-DA6234DFC1B5}"/>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7" name="Freeform 17">
                        <a:extLst>
                          <a:ext uri="{FF2B5EF4-FFF2-40B4-BE49-F238E27FC236}">
                            <a16:creationId xmlns:a16="http://schemas.microsoft.com/office/drawing/2014/main" id="{93DB760C-E816-447E-8329-AB320D4DDEB6}"/>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8" name="Group 18">
                        <a:extLst>
                          <a:ext uri="{FF2B5EF4-FFF2-40B4-BE49-F238E27FC236}">
                            <a16:creationId xmlns:a16="http://schemas.microsoft.com/office/drawing/2014/main" id="{ABF549E3-5F11-4936-A31E-B3FE90EDCEA2}"/>
                          </a:ext>
                        </a:extLst>
                      </p:cNvPr>
                      <p:cNvGrpSpPr>
                        <a:grpSpLocks/>
                      </p:cNvGrpSpPr>
                      <p:nvPr/>
                    </p:nvGrpSpPr>
                    <p:grpSpPr bwMode="auto">
                      <a:xfrm flipH="1">
                        <a:off x="1212" y="1104"/>
                        <a:ext cx="277" cy="235"/>
                        <a:chOff x="1590" y="1104"/>
                        <a:chExt cx="277" cy="235"/>
                      </a:xfrm>
                    </p:grpSpPr>
                    <p:sp>
                      <p:nvSpPr>
                        <p:cNvPr id="339" name="Freeform 19">
                          <a:extLst>
                            <a:ext uri="{FF2B5EF4-FFF2-40B4-BE49-F238E27FC236}">
                              <a16:creationId xmlns:a16="http://schemas.microsoft.com/office/drawing/2014/main" id="{B284EEA2-0E78-4E2C-9041-1063F268A111}"/>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Freeform 20">
                          <a:extLst>
                            <a:ext uri="{FF2B5EF4-FFF2-40B4-BE49-F238E27FC236}">
                              <a16:creationId xmlns:a16="http://schemas.microsoft.com/office/drawing/2014/main" id="{CA245AD2-0E19-468F-A340-DFA5F147B355}"/>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1" name="Freeform 21">
                          <a:extLst>
                            <a:ext uri="{FF2B5EF4-FFF2-40B4-BE49-F238E27FC236}">
                              <a16:creationId xmlns:a16="http://schemas.microsoft.com/office/drawing/2014/main" id="{C7778E7C-5C02-46D8-BA71-9E82A1B3491F}"/>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Freeform 22">
                          <a:extLst>
                            <a:ext uri="{FF2B5EF4-FFF2-40B4-BE49-F238E27FC236}">
                              <a16:creationId xmlns:a16="http://schemas.microsoft.com/office/drawing/2014/main" id="{F159A5DE-4F9A-4BEA-B870-79D05B25105D}"/>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326" name="Group 23">
                      <a:extLst>
                        <a:ext uri="{FF2B5EF4-FFF2-40B4-BE49-F238E27FC236}">
                          <a16:creationId xmlns:a16="http://schemas.microsoft.com/office/drawing/2014/main" id="{E38CF159-3EE8-4380-9020-69B7F55D643A}"/>
                        </a:ext>
                      </a:extLst>
                    </p:cNvPr>
                    <p:cNvGrpSpPr>
                      <a:grpSpLocks/>
                    </p:cNvGrpSpPr>
                    <p:nvPr/>
                  </p:nvGrpSpPr>
                  <p:grpSpPr bwMode="auto">
                    <a:xfrm rot="4286940" flipH="1">
                      <a:off x="1038" y="766"/>
                      <a:ext cx="141" cy="50"/>
                      <a:chOff x="4032" y="2817"/>
                      <a:chExt cx="417" cy="635"/>
                    </a:xfrm>
                  </p:grpSpPr>
                  <p:sp>
                    <p:nvSpPr>
                      <p:cNvPr id="330" name="Oval 24">
                        <a:extLst>
                          <a:ext uri="{FF2B5EF4-FFF2-40B4-BE49-F238E27FC236}">
                            <a16:creationId xmlns:a16="http://schemas.microsoft.com/office/drawing/2014/main" id="{491CC456-3D99-4E5C-8168-0A232E129197}"/>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31" name="Oval 25">
                        <a:extLst>
                          <a:ext uri="{FF2B5EF4-FFF2-40B4-BE49-F238E27FC236}">
                            <a16:creationId xmlns:a16="http://schemas.microsoft.com/office/drawing/2014/main" id="{F4FBC9C7-6D7D-475D-B049-BAF58ED48947}"/>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327" name="Group 26">
                      <a:extLst>
                        <a:ext uri="{FF2B5EF4-FFF2-40B4-BE49-F238E27FC236}">
                          <a16:creationId xmlns:a16="http://schemas.microsoft.com/office/drawing/2014/main" id="{675F7F18-0E1D-4C51-8750-79C8BBB16A0E}"/>
                        </a:ext>
                      </a:extLst>
                    </p:cNvPr>
                    <p:cNvGrpSpPr>
                      <a:grpSpLocks/>
                    </p:cNvGrpSpPr>
                    <p:nvPr/>
                  </p:nvGrpSpPr>
                  <p:grpSpPr bwMode="auto">
                    <a:xfrm rot="4286940" flipH="1">
                      <a:off x="962" y="766"/>
                      <a:ext cx="141" cy="50"/>
                      <a:chOff x="4032" y="2817"/>
                      <a:chExt cx="417" cy="635"/>
                    </a:xfrm>
                  </p:grpSpPr>
                  <p:sp>
                    <p:nvSpPr>
                      <p:cNvPr id="328" name="Oval 27">
                        <a:extLst>
                          <a:ext uri="{FF2B5EF4-FFF2-40B4-BE49-F238E27FC236}">
                            <a16:creationId xmlns:a16="http://schemas.microsoft.com/office/drawing/2014/main" id="{11839FD5-FB41-414E-908D-967D0BEAB1E5}"/>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29" name="Oval 28">
                        <a:extLst>
                          <a:ext uri="{FF2B5EF4-FFF2-40B4-BE49-F238E27FC236}">
                            <a16:creationId xmlns:a16="http://schemas.microsoft.com/office/drawing/2014/main" id="{9922BC2E-FD2A-47F2-B4FB-98008BC4ADEF}"/>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324" name="Oval 29">
                    <a:extLst>
                      <a:ext uri="{FF2B5EF4-FFF2-40B4-BE49-F238E27FC236}">
                        <a16:creationId xmlns:a16="http://schemas.microsoft.com/office/drawing/2014/main" id="{B137198F-DC64-46F6-8147-6B21BF137721}"/>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321" name="Freeform 30">
                  <a:extLst>
                    <a:ext uri="{FF2B5EF4-FFF2-40B4-BE49-F238E27FC236}">
                      <a16:creationId xmlns:a16="http://schemas.microsoft.com/office/drawing/2014/main" id="{1C033947-DE77-4F34-BBD1-CB5118308759}"/>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2" name="Freeform 31">
                  <a:extLst>
                    <a:ext uri="{FF2B5EF4-FFF2-40B4-BE49-F238E27FC236}">
                      <a16:creationId xmlns:a16="http://schemas.microsoft.com/office/drawing/2014/main" id="{1F82D353-93F7-46BB-B634-CF3B32967513}"/>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344" name="Group 8">
              <a:extLst>
                <a:ext uri="{FF2B5EF4-FFF2-40B4-BE49-F238E27FC236}">
                  <a16:creationId xmlns:a16="http://schemas.microsoft.com/office/drawing/2014/main" id="{5CFD66E1-AE0B-418F-902A-D53EB1CD3E5C}"/>
                </a:ext>
              </a:extLst>
            </p:cNvPr>
            <p:cNvGrpSpPr>
              <a:grpSpLocks/>
            </p:cNvGrpSpPr>
            <p:nvPr/>
          </p:nvGrpSpPr>
          <p:grpSpPr bwMode="auto">
            <a:xfrm>
              <a:off x="4903783" y="11853"/>
              <a:ext cx="441325" cy="1066800"/>
              <a:chOff x="864" y="465"/>
              <a:chExt cx="1046" cy="2358"/>
            </a:xfrm>
          </p:grpSpPr>
          <p:grpSp>
            <p:nvGrpSpPr>
              <p:cNvPr id="345" name="Group 9">
                <a:extLst>
                  <a:ext uri="{FF2B5EF4-FFF2-40B4-BE49-F238E27FC236}">
                    <a16:creationId xmlns:a16="http://schemas.microsoft.com/office/drawing/2014/main" id="{CFC4E41F-96D9-4DB9-8AE9-B44C332080D4}"/>
                  </a:ext>
                </a:extLst>
              </p:cNvPr>
              <p:cNvGrpSpPr>
                <a:grpSpLocks/>
              </p:cNvGrpSpPr>
              <p:nvPr/>
            </p:nvGrpSpPr>
            <p:grpSpPr bwMode="auto">
              <a:xfrm>
                <a:off x="864" y="465"/>
                <a:ext cx="1008" cy="2319"/>
                <a:chOff x="587" y="528"/>
                <a:chExt cx="1008" cy="2319"/>
              </a:xfrm>
            </p:grpSpPr>
            <p:grpSp>
              <p:nvGrpSpPr>
                <p:cNvPr id="348" name="Group 10">
                  <a:extLst>
                    <a:ext uri="{FF2B5EF4-FFF2-40B4-BE49-F238E27FC236}">
                      <a16:creationId xmlns:a16="http://schemas.microsoft.com/office/drawing/2014/main" id="{3320367F-8BCF-4E02-B6C5-04EFF269B030}"/>
                    </a:ext>
                  </a:extLst>
                </p:cNvPr>
                <p:cNvGrpSpPr>
                  <a:grpSpLocks/>
                </p:cNvGrpSpPr>
                <p:nvPr/>
              </p:nvGrpSpPr>
              <p:grpSpPr bwMode="auto">
                <a:xfrm>
                  <a:off x="587" y="528"/>
                  <a:ext cx="1008" cy="2319"/>
                  <a:chOff x="587" y="528"/>
                  <a:chExt cx="1008" cy="2319"/>
                </a:xfrm>
              </p:grpSpPr>
              <p:grpSp>
                <p:nvGrpSpPr>
                  <p:cNvPr id="350" name="Group 11">
                    <a:extLst>
                      <a:ext uri="{FF2B5EF4-FFF2-40B4-BE49-F238E27FC236}">
                        <a16:creationId xmlns:a16="http://schemas.microsoft.com/office/drawing/2014/main" id="{43FDDB5B-4B68-4F89-A3F7-FA132A615D29}"/>
                      </a:ext>
                    </a:extLst>
                  </p:cNvPr>
                  <p:cNvGrpSpPr>
                    <a:grpSpLocks/>
                  </p:cNvGrpSpPr>
                  <p:nvPr/>
                </p:nvGrpSpPr>
                <p:grpSpPr bwMode="auto">
                  <a:xfrm>
                    <a:off x="587" y="528"/>
                    <a:ext cx="1008" cy="2319"/>
                    <a:chOff x="1151" y="1104"/>
                    <a:chExt cx="686" cy="1741"/>
                  </a:xfrm>
                </p:grpSpPr>
                <p:sp>
                  <p:nvSpPr>
                    <p:cNvPr id="357" name="Freeform 12">
                      <a:extLst>
                        <a:ext uri="{FF2B5EF4-FFF2-40B4-BE49-F238E27FC236}">
                          <a16:creationId xmlns:a16="http://schemas.microsoft.com/office/drawing/2014/main" id="{51B5D232-229F-4652-BFC8-DE327D880C96}"/>
                        </a:ext>
                      </a:extLst>
                    </p:cNvPr>
                    <p:cNvSpPr>
                      <a:spLocks/>
                    </p:cNvSpPr>
                    <p:nvPr/>
                  </p:nvSpPr>
                  <p:spPr bwMode="auto">
                    <a:xfrm flipH="1">
                      <a:off x="1321" y="1581"/>
                      <a:ext cx="304" cy="566"/>
                    </a:xfrm>
                    <a:custGeom>
                      <a:avLst/>
                      <a:gdLst>
                        <a:gd name="T0" fmla="*/ 7 w 304"/>
                        <a:gd name="T1" fmla="*/ 174 h 566"/>
                        <a:gd name="T2" fmla="*/ 18 w 304"/>
                        <a:gd name="T3" fmla="*/ 122 h 566"/>
                        <a:gd name="T4" fmla="*/ 42 w 304"/>
                        <a:gd name="T5" fmla="*/ 83 h 566"/>
                        <a:gd name="T6" fmla="*/ 81 w 304"/>
                        <a:gd name="T7" fmla="*/ 45 h 566"/>
                        <a:gd name="T8" fmla="*/ 148 w 304"/>
                        <a:gd name="T9" fmla="*/ 7 h 566"/>
                        <a:gd name="T10" fmla="*/ 205 w 304"/>
                        <a:gd name="T11" fmla="*/ 0 h 566"/>
                        <a:gd name="T12" fmla="*/ 255 w 304"/>
                        <a:gd name="T13" fmla="*/ 10 h 566"/>
                        <a:gd name="T14" fmla="*/ 290 w 304"/>
                        <a:gd name="T15" fmla="*/ 31 h 566"/>
                        <a:gd name="T16" fmla="*/ 304 w 304"/>
                        <a:gd name="T17" fmla="*/ 59 h 566"/>
                        <a:gd name="T18" fmla="*/ 304 w 304"/>
                        <a:gd name="T19" fmla="*/ 87 h 566"/>
                        <a:gd name="T20" fmla="*/ 290 w 304"/>
                        <a:gd name="T21" fmla="*/ 118 h 566"/>
                        <a:gd name="T22" fmla="*/ 262 w 304"/>
                        <a:gd name="T23" fmla="*/ 146 h 566"/>
                        <a:gd name="T24" fmla="*/ 223 w 304"/>
                        <a:gd name="T25" fmla="*/ 181 h 566"/>
                        <a:gd name="T26" fmla="*/ 201 w 304"/>
                        <a:gd name="T27" fmla="*/ 215 h 566"/>
                        <a:gd name="T28" fmla="*/ 194 w 304"/>
                        <a:gd name="T29" fmla="*/ 240 h 566"/>
                        <a:gd name="T30" fmla="*/ 194 w 304"/>
                        <a:gd name="T31" fmla="*/ 260 h 566"/>
                        <a:gd name="T32" fmla="*/ 205 w 304"/>
                        <a:gd name="T33" fmla="*/ 295 h 566"/>
                        <a:gd name="T34" fmla="*/ 230 w 304"/>
                        <a:gd name="T35" fmla="*/ 344 h 566"/>
                        <a:gd name="T36" fmla="*/ 247 w 304"/>
                        <a:gd name="T37" fmla="*/ 399 h 566"/>
                        <a:gd name="T38" fmla="*/ 251 w 304"/>
                        <a:gd name="T39" fmla="*/ 438 h 566"/>
                        <a:gd name="T40" fmla="*/ 244 w 304"/>
                        <a:gd name="T41" fmla="*/ 479 h 566"/>
                        <a:gd name="T42" fmla="*/ 233 w 304"/>
                        <a:gd name="T43" fmla="*/ 510 h 566"/>
                        <a:gd name="T44" fmla="*/ 201 w 304"/>
                        <a:gd name="T45" fmla="*/ 545 h 566"/>
                        <a:gd name="T46" fmla="*/ 173 w 304"/>
                        <a:gd name="T47" fmla="*/ 559 h 566"/>
                        <a:gd name="T48" fmla="*/ 141 w 304"/>
                        <a:gd name="T49" fmla="*/ 566 h 566"/>
                        <a:gd name="T50" fmla="*/ 113 w 304"/>
                        <a:gd name="T51" fmla="*/ 563 h 566"/>
                        <a:gd name="T52" fmla="*/ 92 w 304"/>
                        <a:gd name="T53" fmla="*/ 549 h 566"/>
                        <a:gd name="T54" fmla="*/ 67 w 304"/>
                        <a:gd name="T55" fmla="*/ 521 h 566"/>
                        <a:gd name="T56" fmla="*/ 42 w 304"/>
                        <a:gd name="T57" fmla="*/ 472 h 566"/>
                        <a:gd name="T58" fmla="*/ 14 w 304"/>
                        <a:gd name="T59" fmla="*/ 392 h 566"/>
                        <a:gd name="T60" fmla="*/ 4 w 304"/>
                        <a:gd name="T61" fmla="*/ 333 h 566"/>
                        <a:gd name="T62" fmla="*/ 0 w 304"/>
                        <a:gd name="T63" fmla="*/ 257 h 566"/>
                        <a:gd name="T64" fmla="*/ 0 w 304"/>
                        <a:gd name="T65" fmla="*/ 222 h 566"/>
                        <a:gd name="T66" fmla="*/ 7 w 304"/>
                        <a:gd name="T67" fmla="*/ 174 h 5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4" h="566">
                          <a:moveTo>
                            <a:pt x="7" y="174"/>
                          </a:moveTo>
                          <a:lnTo>
                            <a:pt x="18" y="122"/>
                          </a:lnTo>
                          <a:lnTo>
                            <a:pt x="42" y="83"/>
                          </a:lnTo>
                          <a:lnTo>
                            <a:pt x="81" y="45"/>
                          </a:lnTo>
                          <a:lnTo>
                            <a:pt x="148" y="7"/>
                          </a:lnTo>
                          <a:lnTo>
                            <a:pt x="205" y="0"/>
                          </a:lnTo>
                          <a:lnTo>
                            <a:pt x="255" y="10"/>
                          </a:lnTo>
                          <a:lnTo>
                            <a:pt x="290" y="31"/>
                          </a:lnTo>
                          <a:lnTo>
                            <a:pt x="304" y="59"/>
                          </a:lnTo>
                          <a:lnTo>
                            <a:pt x="304" y="87"/>
                          </a:lnTo>
                          <a:lnTo>
                            <a:pt x="290" y="118"/>
                          </a:lnTo>
                          <a:lnTo>
                            <a:pt x="262" y="146"/>
                          </a:lnTo>
                          <a:lnTo>
                            <a:pt x="223" y="181"/>
                          </a:lnTo>
                          <a:lnTo>
                            <a:pt x="201" y="215"/>
                          </a:lnTo>
                          <a:lnTo>
                            <a:pt x="194" y="240"/>
                          </a:lnTo>
                          <a:lnTo>
                            <a:pt x="194" y="260"/>
                          </a:lnTo>
                          <a:lnTo>
                            <a:pt x="205" y="295"/>
                          </a:lnTo>
                          <a:lnTo>
                            <a:pt x="230" y="344"/>
                          </a:lnTo>
                          <a:lnTo>
                            <a:pt x="247" y="399"/>
                          </a:lnTo>
                          <a:lnTo>
                            <a:pt x="251" y="438"/>
                          </a:lnTo>
                          <a:lnTo>
                            <a:pt x="244" y="479"/>
                          </a:lnTo>
                          <a:lnTo>
                            <a:pt x="233" y="510"/>
                          </a:lnTo>
                          <a:lnTo>
                            <a:pt x="201" y="545"/>
                          </a:lnTo>
                          <a:lnTo>
                            <a:pt x="173" y="559"/>
                          </a:lnTo>
                          <a:lnTo>
                            <a:pt x="141" y="566"/>
                          </a:lnTo>
                          <a:lnTo>
                            <a:pt x="113" y="563"/>
                          </a:lnTo>
                          <a:lnTo>
                            <a:pt x="92" y="549"/>
                          </a:lnTo>
                          <a:lnTo>
                            <a:pt x="67" y="521"/>
                          </a:lnTo>
                          <a:lnTo>
                            <a:pt x="42" y="472"/>
                          </a:lnTo>
                          <a:lnTo>
                            <a:pt x="14" y="392"/>
                          </a:lnTo>
                          <a:lnTo>
                            <a:pt x="4" y="333"/>
                          </a:lnTo>
                          <a:lnTo>
                            <a:pt x="0" y="257"/>
                          </a:lnTo>
                          <a:lnTo>
                            <a:pt x="0" y="222"/>
                          </a:lnTo>
                          <a:lnTo>
                            <a:pt x="7"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8" name="Freeform 13">
                      <a:extLst>
                        <a:ext uri="{FF2B5EF4-FFF2-40B4-BE49-F238E27FC236}">
                          <a16:creationId xmlns:a16="http://schemas.microsoft.com/office/drawing/2014/main" id="{E990C337-4800-45D4-9E8D-4892E20EB078}"/>
                        </a:ext>
                      </a:extLst>
                    </p:cNvPr>
                    <p:cNvSpPr>
                      <a:spLocks/>
                    </p:cNvSpPr>
                    <p:nvPr/>
                  </p:nvSpPr>
                  <p:spPr bwMode="auto">
                    <a:xfrm flipH="1">
                      <a:off x="1151" y="1619"/>
                      <a:ext cx="249" cy="572"/>
                    </a:xfrm>
                    <a:custGeom>
                      <a:avLst/>
                      <a:gdLst>
                        <a:gd name="T0" fmla="*/ 25 w 249"/>
                        <a:gd name="T1" fmla="*/ 65 h 572"/>
                        <a:gd name="T2" fmla="*/ 7 w 249"/>
                        <a:gd name="T3" fmla="*/ 44 h 572"/>
                        <a:gd name="T4" fmla="*/ 0 w 249"/>
                        <a:gd name="T5" fmla="*/ 27 h 572"/>
                        <a:gd name="T6" fmla="*/ 11 w 249"/>
                        <a:gd name="T7" fmla="*/ 7 h 572"/>
                        <a:gd name="T8" fmla="*/ 28 w 249"/>
                        <a:gd name="T9" fmla="*/ 0 h 572"/>
                        <a:gd name="T10" fmla="*/ 60 w 249"/>
                        <a:gd name="T11" fmla="*/ 0 h 572"/>
                        <a:gd name="T12" fmla="*/ 96 w 249"/>
                        <a:gd name="T13" fmla="*/ 24 h 572"/>
                        <a:gd name="T14" fmla="*/ 132 w 249"/>
                        <a:gd name="T15" fmla="*/ 61 h 572"/>
                        <a:gd name="T16" fmla="*/ 192 w 249"/>
                        <a:gd name="T17" fmla="*/ 140 h 572"/>
                        <a:gd name="T18" fmla="*/ 231 w 249"/>
                        <a:gd name="T19" fmla="*/ 204 h 572"/>
                        <a:gd name="T20" fmla="*/ 249 w 249"/>
                        <a:gd name="T21" fmla="*/ 255 h 572"/>
                        <a:gd name="T22" fmla="*/ 245 w 249"/>
                        <a:gd name="T23" fmla="*/ 283 h 572"/>
                        <a:gd name="T24" fmla="*/ 224 w 249"/>
                        <a:gd name="T25" fmla="*/ 320 h 572"/>
                        <a:gd name="T26" fmla="*/ 181 w 249"/>
                        <a:gd name="T27" fmla="*/ 347 h 572"/>
                        <a:gd name="T28" fmla="*/ 110 w 249"/>
                        <a:gd name="T29" fmla="*/ 371 h 572"/>
                        <a:gd name="T30" fmla="*/ 75 w 249"/>
                        <a:gd name="T31" fmla="*/ 395 h 572"/>
                        <a:gd name="T32" fmla="*/ 60 w 249"/>
                        <a:gd name="T33" fmla="*/ 415 h 572"/>
                        <a:gd name="T34" fmla="*/ 68 w 249"/>
                        <a:gd name="T35" fmla="*/ 436 h 572"/>
                        <a:gd name="T36" fmla="*/ 107 w 249"/>
                        <a:gd name="T37" fmla="*/ 456 h 572"/>
                        <a:gd name="T38" fmla="*/ 139 w 249"/>
                        <a:gd name="T39" fmla="*/ 497 h 572"/>
                        <a:gd name="T40" fmla="*/ 153 w 249"/>
                        <a:gd name="T41" fmla="*/ 538 h 572"/>
                        <a:gd name="T42" fmla="*/ 149 w 249"/>
                        <a:gd name="T43" fmla="*/ 558 h 572"/>
                        <a:gd name="T44" fmla="*/ 117 w 249"/>
                        <a:gd name="T45" fmla="*/ 572 h 572"/>
                        <a:gd name="T46" fmla="*/ 107 w 249"/>
                        <a:gd name="T47" fmla="*/ 572 h 572"/>
                        <a:gd name="T48" fmla="*/ 92 w 249"/>
                        <a:gd name="T49" fmla="*/ 535 h 572"/>
                        <a:gd name="T50" fmla="*/ 85 w 249"/>
                        <a:gd name="T51" fmla="*/ 494 h 572"/>
                        <a:gd name="T52" fmla="*/ 64 w 249"/>
                        <a:gd name="T53" fmla="*/ 463 h 572"/>
                        <a:gd name="T54" fmla="*/ 32 w 249"/>
                        <a:gd name="T55" fmla="*/ 446 h 572"/>
                        <a:gd name="T56" fmla="*/ 21 w 249"/>
                        <a:gd name="T57" fmla="*/ 426 h 572"/>
                        <a:gd name="T58" fmla="*/ 25 w 249"/>
                        <a:gd name="T59" fmla="*/ 405 h 572"/>
                        <a:gd name="T60" fmla="*/ 53 w 249"/>
                        <a:gd name="T61" fmla="*/ 371 h 572"/>
                        <a:gd name="T62" fmla="*/ 107 w 249"/>
                        <a:gd name="T63" fmla="*/ 351 h 572"/>
                        <a:gd name="T64" fmla="*/ 157 w 249"/>
                        <a:gd name="T65" fmla="*/ 320 h 572"/>
                        <a:gd name="T66" fmla="*/ 196 w 249"/>
                        <a:gd name="T67" fmla="*/ 286 h 572"/>
                        <a:gd name="T68" fmla="*/ 210 w 249"/>
                        <a:gd name="T69" fmla="*/ 252 h 572"/>
                        <a:gd name="T70" fmla="*/ 206 w 249"/>
                        <a:gd name="T71" fmla="*/ 238 h 572"/>
                        <a:gd name="T72" fmla="*/ 189 w 249"/>
                        <a:gd name="T73" fmla="*/ 208 h 572"/>
                        <a:gd name="T74" fmla="*/ 157 w 249"/>
                        <a:gd name="T75" fmla="*/ 163 h 572"/>
                        <a:gd name="T76" fmla="*/ 121 w 249"/>
                        <a:gd name="T77" fmla="*/ 136 h 572"/>
                        <a:gd name="T78" fmla="*/ 82 w 249"/>
                        <a:gd name="T79" fmla="*/ 106 h 572"/>
                        <a:gd name="T80" fmla="*/ 53 w 249"/>
                        <a:gd name="T81" fmla="*/ 89 h 572"/>
                        <a:gd name="T82" fmla="*/ 25 w 249"/>
                        <a:gd name="T83" fmla="*/ 65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49" h="572">
                          <a:moveTo>
                            <a:pt x="25" y="65"/>
                          </a:moveTo>
                          <a:lnTo>
                            <a:pt x="7" y="44"/>
                          </a:lnTo>
                          <a:lnTo>
                            <a:pt x="0" y="27"/>
                          </a:lnTo>
                          <a:lnTo>
                            <a:pt x="11" y="7"/>
                          </a:lnTo>
                          <a:lnTo>
                            <a:pt x="28" y="0"/>
                          </a:lnTo>
                          <a:lnTo>
                            <a:pt x="60" y="0"/>
                          </a:lnTo>
                          <a:lnTo>
                            <a:pt x="96" y="24"/>
                          </a:lnTo>
                          <a:lnTo>
                            <a:pt x="132" y="61"/>
                          </a:lnTo>
                          <a:lnTo>
                            <a:pt x="192" y="140"/>
                          </a:lnTo>
                          <a:lnTo>
                            <a:pt x="231" y="204"/>
                          </a:lnTo>
                          <a:lnTo>
                            <a:pt x="249" y="255"/>
                          </a:lnTo>
                          <a:lnTo>
                            <a:pt x="245" y="283"/>
                          </a:lnTo>
                          <a:lnTo>
                            <a:pt x="224" y="320"/>
                          </a:lnTo>
                          <a:lnTo>
                            <a:pt x="181" y="347"/>
                          </a:lnTo>
                          <a:lnTo>
                            <a:pt x="110" y="371"/>
                          </a:lnTo>
                          <a:lnTo>
                            <a:pt x="75" y="395"/>
                          </a:lnTo>
                          <a:lnTo>
                            <a:pt x="60" y="415"/>
                          </a:lnTo>
                          <a:lnTo>
                            <a:pt x="68" y="436"/>
                          </a:lnTo>
                          <a:lnTo>
                            <a:pt x="107" y="456"/>
                          </a:lnTo>
                          <a:lnTo>
                            <a:pt x="139" y="497"/>
                          </a:lnTo>
                          <a:lnTo>
                            <a:pt x="153" y="538"/>
                          </a:lnTo>
                          <a:lnTo>
                            <a:pt x="149" y="558"/>
                          </a:lnTo>
                          <a:lnTo>
                            <a:pt x="117" y="572"/>
                          </a:lnTo>
                          <a:lnTo>
                            <a:pt x="107" y="572"/>
                          </a:lnTo>
                          <a:lnTo>
                            <a:pt x="92" y="535"/>
                          </a:lnTo>
                          <a:lnTo>
                            <a:pt x="85" y="494"/>
                          </a:lnTo>
                          <a:lnTo>
                            <a:pt x="64" y="463"/>
                          </a:lnTo>
                          <a:lnTo>
                            <a:pt x="32" y="446"/>
                          </a:lnTo>
                          <a:lnTo>
                            <a:pt x="21" y="426"/>
                          </a:lnTo>
                          <a:lnTo>
                            <a:pt x="25" y="405"/>
                          </a:lnTo>
                          <a:lnTo>
                            <a:pt x="53" y="371"/>
                          </a:lnTo>
                          <a:lnTo>
                            <a:pt x="107" y="351"/>
                          </a:lnTo>
                          <a:lnTo>
                            <a:pt x="157" y="320"/>
                          </a:lnTo>
                          <a:lnTo>
                            <a:pt x="196" y="286"/>
                          </a:lnTo>
                          <a:lnTo>
                            <a:pt x="210" y="252"/>
                          </a:lnTo>
                          <a:lnTo>
                            <a:pt x="206" y="238"/>
                          </a:lnTo>
                          <a:lnTo>
                            <a:pt x="189" y="208"/>
                          </a:lnTo>
                          <a:lnTo>
                            <a:pt x="157" y="163"/>
                          </a:lnTo>
                          <a:lnTo>
                            <a:pt x="121" y="136"/>
                          </a:lnTo>
                          <a:lnTo>
                            <a:pt x="82" y="106"/>
                          </a:lnTo>
                          <a:lnTo>
                            <a:pt x="53" y="89"/>
                          </a:lnTo>
                          <a:lnTo>
                            <a:pt x="25" y="6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9" name="Freeform 14">
                      <a:extLst>
                        <a:ext uri="{FF2B5EF4-FFF2-40B4-BE49-F238E27FC236}">
                          <a16:creationId xmlns:a16="http://schemas.microsoft.com/office/drawing/2014/main" id="{135014F2-BF7E-4639-8064-64B2FBACB4D3}"/>
                        </a:ext>
                      </a:extLst>
                    </p:cNvPr>
                    <p:cNvSpPr>
                      <a:spLocks/>
                    </p:cNvSpPr>
                    <p:nvPr/>
                  </p:nvSpPr>
                  <p:spPr bwMode="auto">
                    <a:xfrm flipH="1">
                      <a:off x="1447" y="1581"/>
                      <a:ext cx="362" cy="499"/>
                    </a:xfrm>
                    <a:custGeom>
                      <a:avLst/>
                      <a:gdLst>
                        <a:gd name="T0" fmla="*/ 151 w 362"/>
                        <a:gd name="T1" fmla="*/ 35 h 499"/>
                        <a:gd name="T2" fmla="*/ 221 w 362"/>
                        <a:gd name="T3" fmla="*/ 0 h 499"/>
                        <a:gd name="T4" fmla="*/ 281 w 362"/>
                        <a:gd name="T5" fmla="*/ 0 h 499"/>
                        <a:gd name="T6" fmla="*/ 344 w 362"/>
                        <a:gd name="T7" fmla="*/ 14 h 499"/>
                        <a:gd name="T8" fmla="*/ 362 w 362"/>
                        <a:gd name="T9" fmla="*/ 35 h 499"/>
                        <a:gd name="T10" fmla="*/ 351 w 362"/>
                        <a:gd name="T11" fmla="*/ 59 h 499"/>
                        <a:gd name="T12" fmla="*/ 334 w 362"/>
                        <a:gd name="T13" fmla="*/ 91 h 499"/>
                        <a:gd name="T14" fmla="*/ 302 w 362"/>
                        <a:gd name="T15" fmla="*/ 87 h 499"/>
                        <a:gd name="T16" fmla="*/ 274 w 362"/>
                        <a:gd name="T17" fmla="*/ 77 h 499"/>
                        <a:gd name="T18" fmla="*/ 253 w 362"/>
                        <a:gd name="T19" fmla="*/ 63 h 499"/>
                        <a:gd name="T20" fmla="*/ 232 w 362"/>
                        <a:gd name="T21" fmla="*/ 59 h 499"/>
                        <a:gd name="T22" fmla="*/ 193 w 362"/>
                        <a:gd name="T23" fmla="*/ 70 h 499"/>
                        <a:gd name="T24" fmla="*/ 137 w 362"/>
                        <a:gd name="T25" fmla="*/ 94 h 499"/>
                        <a:gd name="T26" fmla="*/ 91 w 362"/>
                        <a:gd name="T27" fmla="*/ 136 h 499"/>
                        <a:gd name="T28" fmla="*/ 70 w 362"/>
                        <a:gd name="T29" fmla="*/ 164 h 499"/>
                        <a:gd name="T30" fmla="*/ 60 w 362"/>
                        <a:gd name="T31" fmla="*/ 185 h 499"/>
                        <a:gd name="T32" fmla="*/ 60 w 362"/>
                        <a:gd name="T33" fmla="*/ 202 h 499"/>
                        <a:gd name="T34" fmla="*/ 74 w 362"/>
                        <a:gd name="T35" fmla="*/ 220 h 499"/>
                        <a:gd name="T36" fmla="*/ 116 w 362"/>
                        <a:gd name="T37" fmla="*/ 248 h 499"/>
                        <a:gd name="T38" fmla="*/ 155 w 362"/>
                        <a:gd name="T39" fmla="*/ 286 h 499"/>
                        <a:gd name="T40" fmla="*/ 179 w 362"/>
                        <a:gd name="T41" fmla="*/ 325 h 499"/>
                        <a:gd name="T42" fmla="*/ 193 w 362"/>
                        <a:gd name="T43" fmla="*/ 352 h 499"/>
                        <a:gd name="T44" fmla="*/ 186 w 362"/>
                        <a:gd name="T45" fmla="*/ 370 h 499"/>
                        <a:gd name="T46" fmla="*/ 169 w 362"/>
                        <a:gd name="T47" fmla="*/ 387 h 499"/>
                        <a:gd name="T48" fmla="*/ 134 w 362"/>
                        <a:gd name="T49" fmla="*/ 398 h 499"/>
                        <a:gd name="T50" fmla="*/ 95 w 362"/>
                        <a:gd name="T51" fmla="*/ 412 h 499"/>
                        <a:gd name="T52" fmla="*/ 77 w 362"/>
                        <a:gd name="T53" fmla="*/ 433 h 499"/>
                        <a:gd name="T54" fmla="*/ 81 w 362"/>
                        <a:gd name="T55" fmla="*/ 468 h 499"/>
                        <a:gd name="T56" fmla="*/ 53 w 362"/>
                        <a:gd name="T57" fmla="*/ 499 h 499"/>
                        <a:gd name="T58" fmla="*/ 39 w 362"/>
                        <a:gd name="T59" fmla="*/ 489 h 499"/>
                        <a:gd name="T60" fmla="*/ 42 w 362"/>
                        <a:gd name="T61" fmla="*/ 429 h 499"/>
                        <a:gd name="T62" fmla="*/ 67 w 362"/>
                        <a:gd name="T63" fmla="*/ 398 h 499"/>
                        <a:gd name="T64" fmla="*/ 102 w 362"/>
                        <a:gd name="T65" fmla="*/ 373 h 499"/>
                        <a:gd name="T66" fmla="*/ 137 w 362"/>
                        <a:gd name="T67" fmla="*/ 359 h 499"/>
                        <a:gd name="T68" fmla="*/ 155 w 362"/>
                        <a:gd name="T69" fmla="*/ 352 h 499"/>
                        <a:gd name="T70" fmla="*/ 158 w 362"/>
                        <a:gd name="T71" fmla="*/ 342 h 499"/>
                        <a:gd name="T72" fmla="*/ 148 w 362"/>
                        <a:gd name="T73" fmla="*/ 325 h 499"/>
                        <a:gd name="T74" fmla="*/ 112 w 362"/>
                        <a:gd name="T75" fmla="*/ 290 h 499"/>
                        <a:gd name="T76" fmla="*/ 70 w 362"/>
                        <a:gd name="T77" fmla="*/ 262 h 499"/>
                        <a:gd name="T78" fmla="*/ 35 w 362"/>
                        <a:gd name="T79" fmla="*/ 241 h 499"/>
                        <a:gd name="T80" fmla="*/ 7 w 362"/>
                        <a:gd name="T81" fmla="*/ 220 h 499"/>
                        <a:gd name="T82" fmla="*/ 0 w 362"/>
                        <a:gd name="T83" fmla="*/ 195 h 499"/>
                        <a:gd name="T84" fmla="*/ 18 w 362"/>
                        <a:gd name="T85" fmla="*/ 157 h 499"/>
                        <a:gd name="T86" fmla="*/ 56 w 362"/>
                        <a:gd name="T87" fmla="*/ 108 h 499"/>
                        <a:gd name="T88" fmla="*/ 95 w 362"/>
                        <a:gd name="T89" fmla="*/ 70 h 499"/>
                        <a:gd name="T90" fmla="*/ 123 w 362"/>
                        <a:gd name="T91" fmla="*/ 52 h 499"/>
                        <a:gd name="T92" fmla="*/ 151 w 362"/>
                        <a:gd name="T93" fmla="*/ 35 h 49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362" h="499">
                          <a:moveTo>
                            <a:pt x="151" y="35"/>
                          </a:moveTo>
                          <a:lnTo>
                            <a:pt x="221" y="0"/>
                          </a:lnTo>
                          <a:lnTo>
                            <a:pt x="281" y="0"/>
                          </a:lnTo>
                          <a:lnTo>
                            <a:pt x="344" y="14"/>
                          </a:lnTo>
                          <a:lnTo>
                            <a:pt x="362" y="35"/>
                          </a:lnTo>
                          <a:lnTo>
                            <a:pt x="351" y="59"/>
                          </a:lnTo>
                          <a:lnTo>
                            <a:pt x="334" y="91"/>
                          </a:lnTo>
                          <a:lnTo>
                            <a:pt x="302" y="87"/>
                          </a:lnTo>
                          <a:lnTo>
                            <a:pt x="274" y="77"/>
                          </a:lnTo>
                          <a:lnTo>
                            <a:pt x="253" y="63"/>
                          </a:lnTo>
                          <a:lnTo>
                            <a:pt x="232" y="59"/>
                          </a:lnTo>
                          <a:lnTo>
                            <a:pt x="193" y="70"/>
                          </a:lnTo>
                          <a:lnTo>
                            <a:pt x="137" y="94"/>
                          </a:lnTo>
                          <a:lnTo>
                            <a:pt x="91" y="136"/>
                          </a:lnTo>
                          <a:lnTo>
                            <a:pt x="70" y="164"/>
                          </a:lnTo>
                          <a:lnTo>
                            <a:pt x="60" y="185"/>
                          </a:lnTo>
                          <a:lnTo>
                            <a:pt x="60" y="202"/>
                          </a:lnTo>
                          <a:lnTo>
                            <a:pt x="74" y="220"/>
                          </a:lnTo>
                          <a:lnTo>
                            <a:pt x="116" y="248"/>
                          </a:lnTo>
                          <a:lnTo>
                            <a:pt x="155" y="286"/>
                          </a:lnTo>
                          <a:lnTo>
                            <a:pt x="179" y="325"/>
                          </a:lnTo>
                          <a:lnTo>
                            <a:pt x="193" y="352"/>
                          </a:lnTo>
                          <a:lnTo>
                            <a:pt x="186" y="370"/>
                          </a:lnTo>
                          <a:lnTo>
                            <a:pt x="169" y="387"/>
                          </a:lnTo>
                          <a:lnTo>
                            <a:pt x="134" y="398"/>
                          </a:lnTo>
                          <a:lnTo>
                            <a:pt x="95" y="412"/>
                          </a:lnTo>
                          <a:lnTo>
                            <a:pt x="77" y="433"/>
                          </a:lnTo>
                          <a:lnTo>
                            <a:pt x="81" y="468"/>
                          </a:lnTo>
                          <a:lnTo>
                            <a:pt x="53" y="499"/>
                          </a:lnTo>
                          <a:lnTo>
                            <a:pt x="39" y="489"/>
                          </a:lnTo>
                          <a:lnTo>
                            <a:pt x="42" y="429"/>
                          </a:lnTo>
                          <a:lnTo>
                            <a:pt x="67" y="398"/>
                          </a:lnTo>
                          <a:lnTo>
                            <a:pt x="102" y="373"/>
                          </a:lnTo>
                          <a:lnTo>
                            <a:pt x="137" y="359"/>
                          </a:lnTo>
                          <a:lnTo>
                            <a:pt x="155" y="352"/>
                          </a:lnTo>
                          <a:lnTo>
                            <a:pt x="158" y="342"/>
                          </a:lnTo>
                          <a:lnTo>
                            <a:pt x="148" y="325"/>
                          </a:lnTo>
                          <a:lnTo>
                            <a:pt x="112" y="290"/>
                          </a:lnTo>
                          <a:lnTo>
                            <a:pt x="70" y="262"/>
                          </a:lnTo>
                          <a:lnTo>
                            <a:pt x="35" y="241"/>
                          </a:lnTo>
                          <a:lnTo>
                            <a:pt x="7" y="220"/>
                          </a:lnTo>
                          <a:lnTo>
                            <a:pt x="0" y="195"/>
                          </a:lnTo>
                          <a:lnTo>
                            <a:pt x="18" y="157"/>
                          </a:lnTo>
                          <a:lnTo>
                            <a:pt x="56" y="108"/>
                          </a:lnTo>
                          <a:lnTo>
                            <a:pt x="95" y="70"/>
                          </a:lnTo>
                          <a:lnTo>
                            <a:pt x="123" y="52"/>
                          </a:lnTo>
                          <a:lnTo>
                            <a:pt x="151" y="3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0" name="Freeform 15">
                      <a:extLst>
                        <a:ext uri="{FF2B5EF4-FFF2-40B4-BE49-F238E27FC236}">
                          <a16:creationId xmlns:a16="http://schemas.microsoft.com/office/drawing/2014/main" id="{6017B620-6624-4E39-BD2C-FF2E7BD7531E}"/>
                        </a:ext>
                      </a:extLst>
                    </p:cNvPr>
                    <p:cNvSpPr>
                      <a:spLocks/>
                    </p:cNvSpPr>
                    <p:nvPr/>
                  </p:nvSpPr>
                  <p:spPr bwMode="auto">
                    <a:xfrm flipH="1">
                      <a:off x="1376" y="2005"/>
                      <a:ext cx="229" cy="840"/>
                    </a:xfrm>
                    <a:custGeom>
                      <a:avLst/>
                      <a:gdLst>
                        <a:gd name="T0" fmla="*/ 132 w 229"/>
                        <a:gd name="T1" fmla="*/ 69 h 840"/>
                        <a:gd name="T2" fmla="*/ 136 w 229"/>
                        <a:gd name="T3" fmla="*/ 21 h 840"/>
                        <a:gd name="T4" fmla="*/ 168 w 229"/>
                        <a:gd name="T5" fmla="*/ 0 h 840"/>
                        <a:gd name="T6" fmla="*/ 204 w 229"/>
                        <a:gd name="T7" fmla="*/ 3 h 840"/>
                        <a:gd name="T8" fmla="*/ 225 w 229"/>
                        <a:gd name="T9" fmla="*/ 21 h 840"/>
                        <a:gd name="T10" fmla="*/ 229 w 229"/>
                        <a:gd name="T11" fmla="*/ 90 h 840"/>
                        <a:gd name="T12" fmla="*/ 218 w 229"/>
                        <a:gd name="T13" fmla="*/ 266 h 840"/>
                        <a:gd name="T14" fmla="*/ 204 w 229"/>
                        <a:gd name="T15" fmla="*/ 373 h 840"/>
                        <a:gd name="T16" fmla="*/ 222 w 229"/>
                        <a:gd name="T17" fmla="*/ 460 h 840"/>
                        <a:gd name="T18" fmla="*/ 225 w 229"/>
                        <a:gd name="T19" fmla="*/ 546 h 840"/>
                        <a:gd name="T20" fmla="*/ 215 w 229"/>
                        <a:gd name="T21" fmla="*/ 633 h 840"/>
                        <a:gd name="T22" fmla="*/ 197 w 229"/>
                        <a:gd name="T23" fmla="*/ 743 h 840"/>
                        <a:gd name="T24" fmla="*/ 204 w 229"/>
                        <a:gd name="T25" fmla="*/ 802 h 840"/>
                        <a:gd name="T26" fmla="*/ 186 w 229"/>
                        <a:gd name="T27" fmla="*/ 812 h 840"/>
                        <a:gd name="T28" fmla="*/ 72 w 229"/>
                        <a:gd name="T29" fmla="*/ 833 h 840"/>
                        <a:gd name="T30" fmla="*/ 43 w 229"/>
                        <a:gd name="T31" fmla="*/ 840 h 840"/>
                        <a:gd name="T32" fmla="*/ 0 w 229"/>
                        <a:gd name="T33" fmla="*/ 816 h 840"/>
                        <a:gd name="T34" fmla="*/ 0 w 229"/>
                        <a:gd name="T35" fmla="*/ 802 h 840"/>
                        <a:gd name="T36" fmla="*/ 125 w 229"/>
                        <a:gd name="T37" fmla="*/ 795 h 840"/>
                        <a:gd name="T38" fmla="*/ 168 w 229"/>
                        <a:gd name="T39" fmla="*/ 778 h 840"/>
                        <a:gd name="T40" fmla="*/ 172 w 229"/>
                        <a:gd name="T41" fmla="*/ 740 h 840"/>
                        <a:gd name="T42" fmla="*/ 175 w 229"/>
                        <a:gd name="T43" fmla="*/ 622 h 840"/>
                        <a:gd name="T44" fmla="*/ 165 w 229"/>
                        <a:gd name="T45" fmla="*/ 525 h 840"/>
                        <a:gd name="T46" fmla="*/ 154 w 229"/>
                        <a:gd name="T47" fmla="*/ 408 h 840"/>
                        <a:gd name="T48" fmla="*/ 157 w 229"/>
                        <a:gd name="T49" fmla="*/ 335 h 840"/>
                        <a:gd name="T50" fmla="*/ 165 w 229"/>
                        <a:gd name="T51" fmla="*/ 242 h 840"/>
                        <a:gd name="T52" fmla="*/ 147 w 229"/>
                        <a:gd name="T53" fmla="*/ 152 h 840"/>
                        <a:gd name="T54" fmla="*/ 132 w 229"/>
                        <a:gd name="T55" fmla="*/ 69 h 8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840">
                          <a:moveTo>
                            <a:pt x="132" y="69"/>
                          </a:moveTo>
                          <a:lnTo>
                            <a:pt x="136" y="21"/>
                          </a:lnTo>
                          <a:lnTo>
                            <a:pt x="168" y="0"/>
                          </a:lnTo>
                          <a:lnTo>
                            <a:pt x="204" y="3"/>
                          </a:lnTo>
                          <a:lnTo>
                            <a:pt x="225" y="21"/>
                          </a:lnTo>
                          <a:lnTo>
                            <a:pt x="229" y="90"/>
                          </a:lnTo>
                          <a:lnTo>
                            <a:pt x="218" y="266"/>
                          </a:lnTo>
                          <a:lnTo>
                            <a:pt x="204" y="373"/>
                          </a:lnTo>
                          <a:lnTo>
                            <a:pt x="222" y="460"/>
                          </a:lnTo>
                          <a:lnTo>
                            <a:pt x="225" y="546"/>
                          </a:lnTo>
                          <a:lnTo>
                            <a:pt x="215" y="633"/>
                          </a:lnTo>
                          <a:lnTo>
                            <a:pt x="197" y="743"/>
                          </a:lnTo>
                          <a:lnTo>
                            <a:pt x="204" y="802"/>
                          </a:lnTo>
                          <a:lnTo>
                            <a:pt x="186" y="812"/>
                          </a:lnTo>
                          <a:lnTo>
                            <a:pt x="72" y="833"/>
                          </a:lnTo>
                          <a:lnTo>
                            <a:pt x="43" y="840"/>
                          </a:lnTo>
                          <a:lnTo>
                            <a:pt x="0" y="816"/>
                          </a:lnTo>
                          <a:lnTo>
                            <a:pt x="0" y="802"/>
                          </a:lnTo>
                          <a:lnTo>
                            <a:pt x="125" y="795"/>
                          </a:lnTo>
                          <a:lnTo>
                            <a:pt x="168" y="778"/>
                          </a:lnTo>
                          <a:lnTo>
                            <a:pt x="172" y="740"/>
                          </a:lnTo>
                          <a:lnTo>
                            <a:pt x="175" y="622"/>
                          </a:lnTo>
                          <a:lnTo>
                            <a:pt x="165" y="525"/>
                          </a:lnTo>
                          <a:lnTo>
                            <a:pt x="154" y="408"/>
                          </a:lnTo>
                          <a:lnTo>
                            <a:pt x="157" y="335"/>
                          </a:lnTo>
                          <a:lnTo>
                            <a:pt x="165" y="242"/>
                          </a:lnTo>
                          <a:lnTo>
                            <a:pt x="147" y="152"/>
                          </a:lnTo>
                          <a:lnTo>
                            <a:pt x="132" y="6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1" name="Freeform 16">
                      <a:extLst>
                        <a:ext uri="{FF2B5EF4-FFF2-40B4-BE49-F238E27FC236}">
                          <a16:creationId xmlns:a16="http://schemas.microsoft.com/office/drawing/2014/main" id="{CFBFEA40-DED5-42B4-A459-34AD79B70961}"/>
                        </a:ext>
                      </a:extLst>
                    </p:cNvPr>
                    <p:cNvSpPr>
                      <a:spLocks/>
                    </p:cNvSpPr>
                    <p:nvPr/>
                  </p:nvSpPr>
                  <p:spPr bwMode="auto">
                    <a:xfrm flipH="1">
                      <a:off x="1390" y="2033"/>
                      <a:ext cx="447" cy="658"/>
                    </a:xfrm>
                    <a:custGeom>
                      <a:avLst/>
                      <a:gdLst>
                        <a:gd name="T0" fmla="*/ 212 w 447"/>
                        <a:gd name="T1" fmla="*/ 268 h 658"/>
                        <a:gd name="T2" fmla="*/ 212 w 447"/>
                        <a:gd name="T3" fmla="*/ 233 h 658"/>
                        <a:gd name="T4" fmla="*/ 230 w 447"/>
                        <a:gd name="T5" fmla="*/ 174 h 658"/>
                        <a:gd name="T6" fmla="*/ 284 w 447"/>
                        <a:gd name="T7" fmla="*/ 80 h 658"/>
                        <a:gd name="T8" fmla="*/ 370 w 447"/>
                        <a:gd name="T9" fmla="*/ 0 h 658"/>
                        <a:gd name="T10" fmla="*/ 424 w 447"/>
                        <a:gd name="T11" fmla="*/ 0 h 658"/>
                        <a:gd name="T12" fmla="*/ 447 w 447"/>
                        <a:gd name="T13" fmla="*/ 38 h 658"/>
                        <a:gd name="T14" fmla="*/ 415 w 447"/>
                        <a:gd name="T15" fmla="*/ 91 h 658"/>
                        <a:gd name="T16" fmla="*/ 348 w 447"/>
                        <a:gd name="T17" fmla="*/ 129 h 658"/>
                        <a:gd name="T18" fmla="*/ 307 w 447"/>
                        <a:gd name="T19" fmla="*/ 167 h 658"/>
                        <a:gd name="T20" fmla="*/ 266 w 447"/>
                        <a:gd name="T21" fmla="*/ 223 h 658"/>
                        <a:gd name="T22" fmla="*/ 257 w 447"/>
                        <a:gd name="T23" fmla="*/ 261 h 658"/>
                        <a:gd name="T24" fmla="*/ 262 w 447"/>
                        <a:gd name="T25" fmla="*/ 303 h 658"/>
                        <a:gd name="T26" fmla="*/ 284 w 447"/>
                        <a:gd name="T27" fmla="*/ 373 h 658"/>
                        <a:gd name="T28" fmla="*/ 289 w 447"/>
                        <a:gd name="T29" fmla="*/ 449 h 658"/>
                        <a:gd name="T30" fmla="*/ 280 w 447"/>
                        <a:gd name="T31" fmla="*/ 547 h 658"/>
                        <a:gd name="T32" fmla="*/ 257 w 447"/>
                        <a:gd name="T33" fmla="*/ 616 h 658"/>
                        <a:gd name="T34" fmla="*/ 217 w 447"/>
                        <a:gd name="T35" fmla="*/ 658 h 658"/>
                        <a:gd name="T36" fmla="*/ 190 w 447"/>
                        <a:gd name="T37" fmla="*/ 658 h 658"/>
                        <a:gd name="T38" fmla="*/ 104 w 447"/>
                        <a:gd name="T39" fmla="*/ 637 h 658"/>
                        <a:gd name="T40" fmla="*/ 27 w 447"/>
                        <a:gd name="T41" fmla="*/ 634 h 658"/>
                        <a:gd name="T42" fmla="*/ 0 w 447"/>
                        <a:gd name="T43" fmla="*/ 620 h 658"/>
                        <a:gd name="T44" fmla="*/ 50 w 447"/>
                        <a:gd name="T45" fmla="*/ 606 h 658"/>
                        <a:gd name="T46" fmla="*/ 131 w 447"/>
                        <a:gd name="T47" fmla="*/ 609 h 658"/>
                        <a:gd name="T48" fmla="*/ 181 w 447"/>
                        <a:gd name="T49" fmla="*/ 623 h 658"/>
                        <a:gd name="T50" fmla="*/ 212 w 447"/>
                        <a:gd name="T51" fmla="*/ 613 h 658"/>
                        <a:gd name="T52" fmla="*/ 244 w 447"/>
                        <a:gd name="T53" fmla="*/ 557 h 658"/>
                        <a:gd name="T54" fmla="*/ 248 w 447"/>
                        <a:gd name="T55" fmla="*/ 477 h 658"/>
                        <a:gd name="T56" fmla="*/ 239 w 447"/>
                        <a:gd name="T57" fmla="*/ 404 h 658"/>
                        <a:gd name="T58" fmla="*/ 212 w 447"/>
                        <a:gd name="T59" fmla="*/ 317 h 658"/>
                        <a:gd name="T60" fmla="*/ 212 w 447"/>
                        <a:gd name="T61" fmla="*/ 268 h 6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7" h="658">
                          <a:moveTo>
                            <a:pt x="212" y="268"/>
                          </a:moveTo>
                          <a:lnTo>
                            <a:pt x="212" y="233"/>
                          </a:lnTo>
                          <a:lnTo>
                            <a:pt x="230" y="174"/>
                          </a:lnTo>
                          <a:lnTo>
                            <a:pt x="284" y="80"/>
                          </a:lnTo>
                          <a:lnTo>
                            <a:pt x="370" y="0"/>
                          </a:lnTo>
                          <a:lnTo>
                            <a:pt x="424" y="0"/>
                          </a:lnTo>
                          <a:lnTo>
                            <a:pt x="447" y="38"/>
                          </a:lnTo>
                          <a:lnTo>
                            <a:pt x="415" y="91"/>
                          </a:lnTo>
                          <a:lnTo>
                            <a:pt x="348" y="129"/>
                          </a:lnTo>
                          <a:lnTo>
                            <a:pt x="307" y="167"/>
                          </a:lnTo>
                          <a:lnTo>
                            <a:pt x="266" y="223"/>
                          </a:lnTo>
                          <a:lnTo>
                            <a:pt x="257" y="261"/>
                          </a:lnTo>
                          <a:lnTo>
                            <a:pt x="262" y="303"/>
                          </a:lnTo>
                          <a:lnTo>
                            <a:pt x="284" y="373"/>
                          </a:lnTo>
                          <a:lnTo>
                            <a:pt x="289" y="449"/>
                          </a:lnTo>
                          <a:lnTo>
                            <a:pt x="280" y="547"/>
                          </a:lnTo>
                          <a:lnTo>
                            <a:pt x="257" y="616"/>
                          </a:lnTo>
                          <a:lnTo>
                            <a:pt x="217" y="658"/>
                          </a:lnTo>
                          <a:lnTo>
                            <a:pt x="190" y="658"/>
                          </a:lnTo>
                          <a:lnTo>
                            <a:pt x="104" y="637"/>
                          </a:lnTo>
                          <a:lnTo>
                            <a:pt x="27" y="634"/>
                          </a:lnTo>
                          <a:lnTo>
                            <a:pt x="0" y="620"/>
                          </a:lnTo>
                          <a:lnTo>
                            <a:pt x="50" y="606"/>
                          </a:lnTo>
                          <a:lnTo>
                            <a:pt x="131" y="609"/>
                          </a:lnTo>
                          <a:lnTo>
                            <a:pt x="181" y="623"/>
                          </a:lnTo>
                          <a:lnTo>
                            <a:pt x="212" y="613"/>
                          </a:lnTo>
                          <a:lnTo>
                            <a:pt x="244" y="557"/>
                          </a:lnTo>
                          <a:lnTo>
                            <a:pt x="248" y="477"/>
                          </a:lnTo>
                          <a:lnTo>
                            <a:pt x="239" y="404"/>
                          </a:lnTo>
                          <a:lnTo>
                            <a:pt x="212" y="317"/>
                          </a:lnTo>
                          <a:lnTo>
                            <a:pt x="212" y="26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2" name="Freeform 17">
                      <a:extLst>
                        <a:ext uri="{FF2B5EF4-FFF2-40B4-BE49-F238E27FC236}">
                          <a16:creationId xmlns:a16="http://schemas.microsoft.com/office/drawing/2014/main" id="{A52D75F2-9F66-4092-B2E6-804521451216}"/>
                        </a:ext>
                      </a:extLst>
                    </p:cNvPr>
                    <p:cNvSpPr>
                      <a:spLocks/>
                    </p:cNvSpPr>
                    <p:nvPr/>
                  </p:nvSpPr>
                  <p:spPr bwMode="auto">
                    <a:xfrm flipH="1">
                      <a:off x="1353" y="1223"/>
                      <a:ext cx="282" cy="326"/>
                    </a:xfrm>
                    <a:custGeom>
                      <a:avLst/>
                      <a:gdLst>
                        <a:gd name="T0" fmla="*/ 81 w 282"/>
                        <a:gd name="T1" fmla="*/ 137 h 326"/>
                        <a:gd name="T2" fmla="*/ 78 w 282"/>
                        <a:gd name="T3" fmla="*/ 84 h 326"/>
                        <a:gd name="T4" fmla="*/ 88 w 282"/>
                        <a:gd name="T5" fmla="*/ 35 h 326"/>
                        <a:gd name="T6" fmla="*/ 127 w 282"/>
                        <a:gd name="T7" fmla="*/ 7 h 326"/>
                        <a:gd name="T8" fmla="*/ 173 w 282"/>
                        <a:gd name="T9" fmla="*/ 0 h 326"/>
                        <a:gd name="T10" fmla="*/ 208 w 282"/>
                        <a:gd name="T11" fmla="*/ 4 h 326"/>
                        <a:gd name="T12" fmla="*/ 240 w 282"/>
                        <a:gd name="T13" fmla="*/ 25 h 326"/>
                        <a:gd name="T14" fmla="*/ 257 w 282"/>
                        <a:gd name="T15" fmla="*/ 60 h 326"/>
                        <a:gd name="T16" fmla="*/ 278 w 282"/>
                        <a:gd name="T17" fmla="*/ 130 h 326"/>
                        <a:gd name="T18" fmla="*/ 282 w 282"/>
                        <a:gd name="T19" fmla="*/ 207 h 326"/>
                        <a:gd name="T20" fmla="*/ 271 w 282"/>
                        <a:gd name="T21" fmla="*/ 263 h 326"/>
                        <a:gd name="T22" fmla="*/ 250 w 282"/>
                        <a:gd name="T23" fmla="*/ 298 h 326"/>
                        <a:gd name="T24" fmla="*/ 215 w 282"/>
                        <a:gd name="T25" fmla="*/ 319 h 326"/>
                        <a:gd name="T26" fmla="*/ 187 w 282"/>
                        <a:gd name="T27" fmla="*/ 326 h 326"/>
                        <a:gd name="T28" fmla="*/ 145 w 282"/>
                        <a:gd name="T29" fmla="*/ 315 h 326"/>
                        <a:gd name="T30" fmla="*/ 123 w 282"/>
                        <a:gd name="T31" fmla="*/ 284 h 326"/>
                        <a:gd name="T32" fmla="*/ 102 w 282"/>
                        <a:gd name="T33" fmla="*/ 238 h 326"/>
                        <a:gd name="T34" fmla="*/ 85 w 282"/>
                        <a:gd name="T35" fmla="*/ 186 h 326"/>
                        <a:gd name="T36" fmla="*/ 53 w 282"/>
                        <a:gd name="T37" fmla="*/ 207 h 326"/>
                        <a:gd name="T38" fmla="*/ 18 w 282"/>
                        <a:gd name="T39" fmla="*/ 221 h 326"/>
                        <a:gd name="T40" fmla="*/ 4 w 282"/>
                        <a:gd name="T41" fmla="*/ 221 h 326"/>
                        <a:gd name="T42" fmla="*/ 0 w 282"/>
                        <a:gd name="T43" fmla="*/ 207 h 326"/>
                        <a:gd name="T44" fmla="*/ 7 w 282"/>
                        <a:gd name="T45" fmla="*/ 189 h 326"/>
                        <a:gd name="T46" fmla="*/ 60 w 282"/>
                        <a:gd name="T47" fmla="*/ 168 h 326"/>
                        <a:gd name="T48" fmla="*/ 81 w 282"/>
                        <a:gd name="T49" fmla="*/ 137 h 3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82" h="326">
                          <a:moveTo>
                            <a:pt x="81" y="137"/>
                          </a:moveTo>
                          <a:lnTo>
                            <a:pt x="78" y="84"/>
                          </a:lnTo>
                          <a:lnTo>
                            <a:pt x="88" y="35"/>
                          </a:lnTo>
                          <a:lnTo>
                            <a:pt x="127" y="7"/>
                          </a:lnTo>
                          <a:lnTo>
                            <a:pt x="173" y="0"/>
                          </a:lnTo>
                          <a:lnTo>
                            <a:pt x="208" y="4"/>
                          </a:lnTo>
                          <a:lnTo>
                            <a:pt x="240" y="25"/>
                          </a:lnTo>
                          <a:lnTo>
                            <a:pt x="257" y="60"/>
                          </a:lnTo>
                          <a:lnTo>
                            <a:pt x="278" y="130"/>
                          </a:lnTo>
                          <a:lnTo>
                            <a:pt x="282" y="207"/>
                          </a:lnTo>
                          <a:lnTo>
                            <a:pt x="271" y="263"/>
                          </a:lnTo>
                          <a:lnTo>
                            <a:pt x="250" y="298"/>
                          </a:lnTo>
                          <a:lnTo>
                            <a:pt x="215" y="319"/>
                          </a:lnTo>
                          <a:lnTo>
                            <a:pt x="187" y="326"/>
                          </a:lnTo>
                          <a:lnTo>
                            <a:pt x="145" y="315"/>
                          </a:lnTo>
                          <a:lnTo>
                            <a:pt x="123" y="284"/>
                          </a:lnTo>
                          <a:lnTo>
                            <a:pt x="102" y="238"/>
                          </a:lnTo>
                          <a:lnTo>
                            <a:pt x="85" y="186"/>
                          </a:lnTo>
                          <a:lnTo>
                            <a:pt x="53" y="207"/>
                          </a:lnTo>
                          <a:lnTo>
                            <a:pt x="18" y="221"/>
                          </a:lnTo>
                          <a:lnTo>
                            <a:pt x="4" y="221"/>
                          </a:lnTo>
                          <a:lnTo>
                            <a:pt x="0" y="207"/>
                          </a:lnTo>
                          <a:lnTo>
                            <a:pt x="7" y="189"/>
                          </a:lnTo>
                          <a:lnTo>
                            <a:pt x="60" y="168"/>
                          </a:lnTo>
                          <a:lnTo>
                            <a:pt x="81" y="1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63" name="Group 18">
                      <a:extLst>
                        <a:ext uri="{FF2B5EF4-FFF2-40B4-BE49-F238E27FC236}">
                          <a16:creationId xmlns:a16="http://schemas.microsoft.com/office/drawing/2014/main" id="{2F5BB2A0-E1A8-43E2-BB1B-D0114B55F321}"/>
                        </a:ext>
                      </a:extLst>
                    </p:cNvPr>
                    <p:cNvGrpSpPr>
                      <a:grpSpLocks/>
                    </p:cNvGrpSpPr>
                    <p:nvPr/>
                  </p:nvGrpSpPr>
                  <p:grpSpPr bwMode="auto">
                    <a:xfrm flipH="1">
                      <a:off x="1212" y="1104"/>
                      <a:ext cx="277" cy="235"/>
                      <a:chOff x="1590" y="1104"/>
                      <a:chExt cx="277" cy="235"/>
                    </a:xfrm>
                  </p:grpSpPr>
                  <p:sp>
                    <p:nvSpPr>
                      <p:cNvPr id="364" name="Freeform 19">
                        <a:extLst>
                          <a:ext uri="{FF2B5EF4-FFF2-40B4-BE49-F238E27FC236}">
                            <a16:creationId xmlns:a16="http://schemas.microsoft.com/office/drawing/2014/main" id="{1ECA284B-01B9-4883-8326-D423D57FAA47}"/>
                          </a:ext>
                        </a:extLst>
                      </p:cNvPr>
                      <p:cNvSpPr>
                        <a:spLocks/>
                      </p:cNvSpPr>
                      <p:nvPr/>
                    </p:nvSpPr>
                    <p:spPr bwMode="auto">
                      <a:xfrm>
                        <a:off x="1683" y="1257"/>
                        <a:ext cx="184" cy="82"/>
                      </a:xfrm>
                      <a:custGeom>
                        <a:avLst/>
                        <a:gdLst>
                          <a:gd name="T0" fmla="*/ 13 w 184"/>
                          <a:gd name="T1" fmla="*/ 82 h 82"/>
                          <a:gd name="T2" fmla="*/ 0 w 184"/>
                          <a:gd name="T3" fmla="*/ 71 h 82"/>
                          <a:gd name="T4" fmla="*/ 0 w 184"/>
                          <a:gd name="T5" fmla="*/ 45 h 82"/>
                          <a:gd name="T6" fmla="*/ 16 w 184"/>
                          <a:gd name="T7" fmla="*/ 17 h 82"/>
                          <a:gd name="T8" fmla="*/ 36 w 184"/>
                          <a:gd name="T9" fmla="*/ 9 h 82"/>
                          <a:gd name="T10" fmla="*/ 61 w 184"/>
                          <a:gd name="T11" fmla="*/ 22 h 82"/>
                          <a:gd name="T12" fmla="*/ 86 w 184"/>
                          <a:gd name="T13" fmla="*/ 19 h 82"/>
                          <a:gd name="T14" fmla="*/ 102 w 184"/>
                          <a:gd name="T15" fmla="*/ 0 h 82"/>
                          <a:gd name="T16" fmla="*/ 123 w 184"/>
                          <a:gd name="T17" fmla="*/ 2 h 82"/>
                          <a:gd name="T18" fmla="*/ 155 w 184"/>
                          <a:gd name="T19" fmla="*/ 15 h 82"/>
                          <a:gd name="T20" fmla="*/ 182 w 184"/>
                          <a:gd name="T21" fmla="*/ 13 h 82"/>
                          <a:gd name="T22" fmla="*/ 184 w 184"/>
                          <a:gd name="T23" fmla="*/ 32 h 82"/>
                          <a:gd name="T24" fmla="*/ 175 w 184"/>
                          <a:gd name="T25" fmla="*/ 45 h 82"/>
                          <a:gd name="T26" fmla="*/ 141 w 184"/>
                          <a:gd name="T27" fmla="*/ 43 h 82"/>
                          <a:gd name="T28" fmla="*/ 118 w 184"/>
                          <a:gd name="T29" fmla="*/ 39 h 82"/>
                          <a:gd name="T30" fmla="*/ 105 w 184"/>
                          <a:gd name="T31" fmla="*/ 48 h 82"/>
                          <a:gd name="T32" fmla="*/ 91 w 184"/>
                          <a:gd name="T33" fmla="*/ 67 h 82"/>
                          <a:gd name="T34" fmla="*/ 66 w 184"/>
                          <a:gd name="T35" fmla="*/ 62 h 82"/>
                          <a:gd name="T36" fmla="*/ 54 w 184"/>
                          <a:gd name="T37" fmla="*/ 56 h 82"/>
                          <a:gd name="T38" fmla="*/ 45 w 184"/>
                          <a:gd name="T39" fmla="*/ 63 h 82"/>
                          <a:gd name="T40" fmla="*/ 32 w 184"/>
                          <a:gd name="T41" fmla="*/ 76 h 82"/>
                          <a:gd name="T42" fmla="*/ 13 w 184"/>
                          <a:gd name="T43" fmla="*/ 82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4" h="82">
                            <a:moveTo>
                              <a:pt x="13" y="82"/>
                            </a:moveTo>
                            <a:lnTo>
                              <a:pt x="0" y="71"/>
                            </a:lnTo>
                            <a:lnTo>
                              <a:pt x="0" y="45"/>
                            </a:lnTo>
                            <a:lnTo>
                              <a:pt x="16" y="17"/>
                            </a:lnTo>
                            <a:lnTo>
                              <a:pt x="36" y="9"/>
                            </a:lnTo>
                            <a:lnTo>
                              <a:pt x="61" y="22"/>
                            </a:lnTo>
                            <a:lnTo>
                              <a:pt x="86" y="19"/>
                            </a:lnTo>
                            <a:lnTo>
                              <a:pt x="102" y="0"/>
                            </a:lnTo>
                            <a:lnTo>
                              <a:pt x="123" y="2"/>
                            </a:lnTo>
                            <a:lnTo>
                              <a:pt x="155" y="15"/>
                            </a:lnTo>
                            <a:lnTo>
                              <a:pt x="182" y="13"/>
                            </a:lnTo>
                            <a:lnTo>
                              <a:pt x="184" y="32"/>
                            </a:lnTo>
                            <a:lnTo>
                              <a:pt x="175" y="45"/>
                            </a:lnTo>
                            <a:lnTo>
                              <a:pt x="141" y="43"/>
                            </a:lnTo>
                            <a:lnTo>
                              <a:pt x="118" y="39"/>
                            </a:lnTo>
                            <a:lnTo>
                              <a:pt x="105" y="48"/>
                            </a:lnTo>
                            <a:lnTo>
                              <a:pt x="91" y="67"/>
                            </a:lnTo>
                            <a:lnTo>
                              <a:pt x="66" y="62"/>
                            </a:lnTo>
                            <a:lnTo>
                              <a:pt x="54" y="56"/>
                            </a:lnTo>
                            <a:lnTo>
                              <a:pt x="45" y="63"/>
                            </a:lnTo>
                            <a:lnTo>
                              <a:pt x="32" y="76"/>
                            </a:lnTo>
                            <a:lnTo>
                              <a:pt x="13" y="8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20">
                        <a:extLst>
                          <a:ext uri="{FF2B5EF4-FFF2-40B4-BE49-F238E27FC236}">
                            <a16:creationId xmlns:a16="http://schemas.microsoft.com/office/drawing/2014/main" id="{BB596A58-F376-4D56-AA6F-78071AD430DA}"/>
                          </a:ext>
                        </a:extLst>
                      </p:cNvPr>
                      <p:cNvSpPr>
                        <a:spLocks/>
                      </p:cNvSpPr>
                      <p:nvPr/>
                    </p:nvSpPr>
                    <p:spPr bwMode="auto">
                      <a:xfrm>
                        <a:off x="1654" y="1193"/>
                        <a:ext cx="178" cy="114"/>
                      </a:xfrm>
                      <a:custGeom>
                        <a:avLst/>
                        <a:gdLst>
                          <a:gd name="T0" fmla="*/ 23 w 178"/>
                          <a:gd name="T1" fmla="*/ 114 h 114"/>
                          <a:gd name="T2" fmla="*/ 11 w 178"/>
                          <a:gd name="T3" fmla="*/ 108 h 114"/>
                          <a:gd name="T4" fmla="*/ 0 w 178"/>
                          <a:gd name="T5" fmla="*/ 79 h 114"/>
                          <a:gd name="T6" fmla="*/ 11 w 178"/>
                          <a:gd name="T7" fmla="*/ 51 h 114"/>
                          <a:gd name="T8" fmla="*/ 27 w 178"/>
                          <a:gd name="T9" fmla="*/ 39 h 114"/>
                          <a:gd name="T10" fmla="*/ 56 w 178"/>
                          <a:gd name="T11" fmla="*/ 42 h 114"/>
                          <a:gd name="T12" fmla="*/ 76 w 178"/>
                          <a:gd name="T13" fmla="*/ 35 h 114"/>
                          <a:gd name="T14" fmla="*/ 90 w 178"/>
                          <a:gd name="T15" fmla="*/ 13 h 114"/>
                          <a:gd name="T16" fmla="*/ 111 w 178"/>
                          <a:gd name="T17" fmla="*/ 4 h 114"/>
                          <a:gd name="T18" fmla="*/ 146 w 178"/>
                          <a:gd name="T19" fmla="*/ 9 h 114"/>
                          <a:gd name="T20" fmla="*/ 171 w 178"/>
                          <a:gd name="T21" fmla="*/ 0 h 114"/>
                          <a:gd name="T22" fmla="*/ 178 w 178"/>
                          <a:gd name="T23" fmla="*/ 17 h 114"/>
                          <a:gd name="T24" fmla="*/ 171 w 178"/>
                          <a:gd name="T25" fmla="*/ 33 h 114"/>
                          <a:gd name="T26" fmla="*/ 140 w 178"/>
                          <a:gd name="T27" fmla="*/ 42 h 114"/>
                          <a:gd name="T28" fmla="*/ 120 w 178"/>
                          <a:gd name="T29" fmla="*/ 40 h 114"/>
                          <a:gd name="T30" fmla="*/ 108 w 178"/>
                          <a:gd name="T31" fmla="*/ 57 h 114"/>
                          <a:gd name="T32" fmla="*/ 97 w 178"/>
                          <a:gd name="T33" fmla="*/ 79 h 114"/>
                          <a:gd name="T34" fmla="*/ 72 w 178"/>
                          <a:gd name="T35" fmla="*/ 81 h 114"/>
                          <a:gd name="T36" fmla="*/ 59 w 178"/>
                          <a:gd name="T37" fmla="*/ 79 h 114"/>
                          <a:gd name="T38" fmla="*/ 47 w 178"/>
                          <a:gd name="T39" fmla="*/ 88 h 114"/>
                          <a:gd name="T40" fmla="*/ 41 w 178"/>
                          <a:gd name="T41" fmla="*/ 99 h 114"/>
                          <a:gd name="T42" fmla="*/ 23 w 178"/>
                          <a:gd name="T43" fmla="*/ 114 h 1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8" h="114">
                            <a:moveTo>
                              <a:pt x="23" y="114"/>
                            </a:moveTo>
                            <a:lnTo>
                              <a:pt x="11" y="108"/>
                            </a:lnTo>
                            <a:lnTo>
                              <a:pt x="0" y="79"/>
                            </a:lnTo>
                            <a:lnTo>
                              <a:pt x="11" y="51"/>
                            </a:lnTo>
                            <a:lnTo>
                              <a:pt x="27" y="39"/>
                            </a:lnTo>
                            <a:lnTo>
                              <a:pt x="56" y="42"/>
                            </a:lnTo>
                            <a:lnTo>
                              <a:pt x="76" y="35"/>
                            </a:lnTo>
                            <a:lnTo>
                              <a:pt x="90" y="13"/>
                            </a:lnTo>
                            <a:lnTo>
                              <a:pt x="111" y="4"/>
                            </a:lnTo>
                            <a:lnTo>
                              <a:pt x="146" y="9"/>
                            </a:lnTo>
                            <a:lnTo>
                              <a:pt x="171" y="0"/>
                            </a:lnTo>
                            <a:lnTo>
                              <a:pt x="178" y="17"/>
                            </a:lnTo>
                            <a:lnTo>
                              <a:pt x="171" y="33"/>
                            </a:lnTo>
                            <a:lnTo>
                              <a:pt x="140" y="42"/>
                            </a:lnTo>
                            <a:lnTo>
                              <a:pt x="120" y="40"/>
                            </a:lnTo>
                            <a:lnTo>
                              <a:pt x="108" y="57"/>
                            </a:lnTo>
                            <a:lnTo>
                              <a:pt x="97" y="79"/>
                            </a:lnTo>
                            <a:lnTo>
                              <a:pt x="72" y="81"/>
                            </a:lnTo>
                            <a:lnTo>
                              <a:pt x="59" y="79"/>
                            </a:lnTo>
                            <a:lnTo>
                              <a:pt x="47" y="88"/>
                            </a:lnTo>
                            <a:lnTo>
                              <a:pt x="41" y="99"/>
                            </a:lnTo>
                            <a:lnTo>
                              <a:pt x="23" y="11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21">
                        <a:extLst>
                          <a:ext uri="{FF2B5EF4-FFF2-40B4-BE49-F238E27FC236}">
                            <a16:creationId xmlns:a16="http://schemas.microsoft.com/office/drawing/2014/main" id="{A493D528-0EFE-4446-8A9B-9E4BB0D46DD0}"/>
                          </a:ext>
                        </a:extLst>
                      </p:cNvPr>
                      <p:cNvSpPr>
                        <a:spLocks/>
                      </p:cNvSpPr>
                      <p:nvPr/>
                    </p:nvSpPr>
                    <p:spPr bwMode="auto">
                      <a:xfrm>
                        <a:off x="1630" y="1154"/>
                        <a:ext cx="161" cy="138"/>
                      </a:xfrm>
                      <a:custGeom>
                        <a:avLst/>
                        <a:gdLst>
                          <a:gd name="T0" fmla="*/ 31 w 161"/>
                          <a:gd name="T1" fmla="*/ 138 h 138"/>
                          <a:gd name="T2" fmla="*/ 16 w 161"/>
                          <a:gd name="T3" fmla="*/ 133 h 138"/>
                          <a:gd name="T4" fmla="*/ 0 w 161"/>
                          <a:gd name="T5" fmla="*/ 109 h 138"/>
                          <a:gd name="T6" fmla="*/ 5 w 161"/>
                          <a:gd name="T7" fmla="*/ 78 h 138"/>
                          <a:gd name="T8" fmla="*/ 16 w 161"/>
                          <a:gd name="T9" fmla="*/ 65 h 138"/>
                          <a:gd name="T10" fmla="*/ 43 w 161"/>
                          <a:gd name="T11" fmla="*/ 62 h 138"/>
                          <a:gd name="T12" fmla="*/ 65 w 161"/>
                          <a:gd name="T13" fmla="*/ 51 h 138"/>
                          <a:gd name="T14" fmla="*/ 72 w 161"/>
                          <a:gd name="T15" fmla="*/ 25 h 138"/>
                          <a:gd name="T16" fmla="*/ 92 w 161"/>
                          <a:gd name="T17" fmla="*/ 15 h 138"/>
                          <a:gd name="T18" fmla="*/ 127 w 161"/>
                          <a:gd name="T19" fmla="*/ 13 h 138"/>
                          <a:gd name="T20" fmla="*/ 148 w 161"/>
                          <a:gd name="T21" fmla="*/ 0 h 138"/>
                          <a:gd name="T22" fmla="*/ 161 w 161"/>
                          <a:gd name="T23" fmla="*/ 13 h 138"/>
                          <a:gd name="T24" fmla="*/ 156 w 161"/>
                          <a:gd name="T25" fmla="*/ 25 h 138"/>
                          <a:gd name="T26" fmla="*/ 128 w 161"/>
                          <a:gd name="T27" fmla="*/ 44 h 138"/>
                          <a:gd name="T28" fmla="*/ 107 w 161"/>
                          <a:gd name="T29" fmla="*/ 49 h 138"/>
                          <a:gd name="T30" fmla="*/ 99 w 161"/>
                          <a:gd name="T31" fmla="*/ 65 h 138"/>
                          <a:gd name="T32" fmla="*/ 94 w 161"/>
                          <a:gd name="T33" fmla="*/ 91 h 138"/>
                          <a:gd name="T34" fmla="*/ 69 w 161"/>
                          <a:gd name="T35" fmla="*/ 98 h 138"/>
                          <a:gd name="T36" fmla="*/ 54 w 161"/>
                          <a:gd name="T37" fmla="*/ 94 h 138"/>
                          <a:gd name="T38" fmla="*/ 45 w 161"/>
                          <a:gd name="T39" fmla="*/ 105 h 138"/>
                          <a:gd name="T40" fmla="*/ 40 w 161"/>
                          <a:gd name="T41" fmla="*/ 123 h 138"/>
                          <a:gd name="T42" fmla="*/ 31 w 161"/>
                          <a:gd name="T43" fmla="*/ 138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1" h="138">
                            <a:moveTo>
                              <a:pt x="31" y="138"/>
                            </a:moveTo>
                            <a:lnTo>
                              <a:pt x="16" y="133"/>
                            </a:lnTo>
                            <a:lnTo>
                              <a:pt x="0" y="109"/>
                            </a:lnTo>
                            <a:lnTo>
                              <a:pt x="5" y="78"/>
                            </a:lnTo>
                            <a:lnTo>
                              <a:pt x="16" y="65"/>
                            </a:lnTo>
                            <a:lnTo>
                              <a:pt x="43" y="62"/>
                            </a:lnTo>
                            <a:lnTo>
                              <a:pt x="65" y="51"/>
                            </a:lnTo>
                            <a:lnTo>
                              <a:pt x="72" y="25"/>
                            </a:lnTo>
                            <a:lnTo>
                              <a:pt x="92" y="15"/>
                            </a:lnTo>
                            <a:lnTo>
                              <a:pt x="127" y="13"/>
                            </a:lnTo>
                            <a:lnTo>
                              <a:pt x="148" y="0"/>
                            </a:lnTo>
                            <a:lnTo>
                              <a:pt x="161" y="13"/>
                            </a:lnTo>
                            <a:lnTo>
                              <a:pt x="156" y="25"/>
                            </a:lnTo>
                            <a:lnTo>
                              <a:pt x="128" y="44"/>
                            </a:lnTo>
                            <a:lnTo>
                              <a:pt x="107" y="49"/>
                            </a:lnTo>
                            <a:lnTo>
                              <a:pt x="99" y="65"/>
                            </a:lnTo>
                            <a:lnTo>
                              <a:pt x="94" y="91"/>
                            </a:lnTo>
                            <a:lnTo>
                              <a:pt x="69" y="98"/>
                            </a:lnTo>
                            <a:lnTo>
                              <a:pt x="54" y="94"/>
                            </a:lnTo>
                            <a:lnTo>
                              <a:pt x="45" y="105"/>
                            </a:lnTo>
                            <a:lnTo>
                              <a:pt x="40" y="123"/>
                            </a:lnTo>
                            <a:lnTo>
                              <a:pt x="31" y="13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22">
                        <a:extLst>
                          <a:ext uri="{FF2B5EF4-FFF2-40B4-BE49-F238E27FC236}">
                            <a16:creationId xmlns:a16="http://schemas.microsoft.com/office/drawing/2014/main" id="{6E0F2F15-A57F-48FC-9E1D-4B1B78A778FA}"/>
                          </a:ext>
                        </a:extLst>
                      </p:cNvPr>
                      <p:cNvSpPr>
                        <a:spLocks/>
                      </p:cNvSpPr>
                      <p:nvPr/>
                    </p:nvSpPr>
                    <p:spPr bwMode="auto">
                      <a:xfrm>
                        <a:off x="1590" y="1104"/>
                        <a:ext cx="123" cy="174"/>
                      </a:xfrm>
                      <a:custGeom>
                        <a:avLst/>
                        <a:gdLst>
                          <a:gd name="T0" fmla="*/ 48 w 123"/>
                          <a:gd name="T1" fmla="*/ 172 h 174"/>
                          <a:gd name="T2" fmla="*/ 31 w 123"/>
                          <a:gd name="T3" fmla="*/ 174 h 174"/>
                          <a:gd name="T4" fmla="*/ 9 w 123"/>
                          <a:gd name="T5" fmla="*/ 158 h 174"/>
                          <a:gd name="T6" fmla="*/ 0 w 123"/>
                          <a:gd name="T7" fmla="*/ 131 h 174"/>
                          <a:gd name="T8" fmla="*/ 4 w 123"/>
                          <a:gd name="T9" fmla="*/ 113 h 174"/>
                          <a:gd name="T10" fmla="*/ 29 w 123"/>
                          <a:gd name="T11" fmla="*/ 97 h 174"/>
                          <a:gd name="T12" fmla="*/ 46 w 123"/>
                          <a:gd name="T13" fmla="*/ 79 h 174"/>
                          <a:gd name="T14" fmla="*/ 46 w 123"/>
                          <a:gd name="T15" fmla="*/ 52 h 174"/>
                          <a:gd name="T16" fmla="*/ 59 w 123"/>
                          <a:gd name="T17" fmla="*/ 39 h 174"/>
                          <a:gd name="T18" fmla="*/ 90 w 123"/>
                          <a:gd name="T19" fmla="*/ 22 h 174"/>
                          <a:gd name="T20" fmla="*/ 106 w 123"/>
                          <a:gd name="T21" fmla="*/ 0 h 174"/>
                          <a:gd name="T22" fmla="*/ 121 w 123"/>
                          <a:gd name="T23" fmla="*/ 7 h 174"/>
                          <a:gd name="T24" fmla="*/ 123 w 123"/>
                          <a:gd name="T25" fmla="*/ 22 h 174"/>
                          <a:gd name="T26" fmla="*/ 105 w 123"/>
                          <a:gd name="T27" fmla="*/ 47 h 174"/>
                          <a:gd name="T28" fmla="*/ 84 w 123"/>
                          <a:gd name="T29" fmla="*/ 61 h 174"/>
                          <a:gd name="T30" fmla="*/ 86 w 123"/>
                          <a:gd name="T31" fmla="*/ 81 h 174"/>
                          <a:gd name="T32" fmla="*/ 90 w 123"/>
                          <a:gd name="T33" fmla="*/ 104 h 174"/>
                          <a:gd name="T34" fmla="*/ 68 w 123"/>
                          <a:gd name="T35" fmla="*/ 118 h 174"/>
                          <a:gd name="T36" fmla="*/ 59 w 123"/>
                          <a:gd name="T37" fmla="*/ 124 h 174"/>
                          <a:gd name="T38" fmla="*/ 51 w 123"/>
                          <a:gd name="T39" fmla="*/ 138 h 174"/>
                          <a:gd name="T40" fmla="*/ 50 w 123"/>
                          <a:gd name="T41" fmla="*/ 152 h 174"/>
                          <a:gd name="T42" fmla="*/ 48 w 123"/>
                          <a:gd name="T43" fmla="*/ 172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3" h="174">
                            <a:moveTo>
                              <a:pt x="48" y="172"/>
                            </a:moveTo>
                            <a:lnTo>
                              <a:pt x="31" y="174"/>
                            </a:lnTo>
                            <a:lnTo>
                              <a:pt x="9" y="158"/>
                            </a:lnTo>
                            <a:lnTo>
                              <a:pt x="0" y="131"/>
                            </a:lnTo>
                            <a:lnTo>
                              <a:pt x="4" y="113"/>
                            </a:lnTo>
                            <a:lnTo>
                              <a:pt x="29" y="97"/>
                            </a:lnTo>
                            <a:lnTo>
                              <a:pt x="46" y="79"/>
                            </a:lnTo>
                            <a:lnTo>
                              <a:pt x="46" y="52"/>
                            </a:lnTo>
                            <a:lnTo>
                              <a:pt x="59" y="39"/>
                            </a:lnTo>
                            <a:lnTo>
                              <a:pt x="90" y="22"/>
                            </a:lnTo>
                            <a:lnTo>
                              <a:pt x="106" y="0"/>
                            </a:lnTo>
                            <a:lnTo>
                              <a:pt x="121" y="7"/>
                            </a:lnTo>
                            <a:lnTo>
                              <a:pt x="123" y="22"/>
                            </a:lnTo>
                            <a:lnTo>
                              <a:pt x="105" y="47"/>
                            </a:lnTo>
                            <a:lnTo>
                              <a:pt x="84" y="61"/>
                            </a:lnTo>
                            <a:lnTo>
                              <a:pt x="86" y="81"/>
                            </a:lnTo>
                            <a:lnTo>
                              <a:pt x="90" y="104"/>
                            </a:lnTo>
                            <a:lnTo>
                              <a:pt x="68" y="118"/>
                            </a:lnTo>
                            <a:lnTo>
                              <a:pt x="59" y="124"/>
                            </a:lnTo>
                            <a:lnTo>
                              <a:pt x="51" y="138"/>
                            </a:lnTo>
                            <a:lnTo>
                              <a:pt x="50" y="152"/>
                            </a:lnTo>
                            <a:lnTo>
                              <a:pt x="48" y="1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351" name="Group 23">
                    <a:extLst>
                      <a:ext uri="{FF2B5EF4-FFF2-40B4-BE49-F238E27FC236}">
                        <a16:creationId xmlns:a16="http://schemas.microsoft.com/office/drawing/2014/main" id="{66173E21-A734-4C78-A027-C75ECD95DBB3}"/>
                      </a:ext>
                    </a:extLst>
                  </p:cNvPr>
                  <p:cNvGrpSpPr>
                    <a:grpSpLocks/>
                  </p:cNvGrpSpPr>
                  <p:nvPr/>
                </p:nvGrpSpPr>
                <p:grpSpPr bwMode="auto">
                  <a:xfrm rot="4286940" flipH="1">
                    <a:off x="1038" y="766"/>
                    <a:ext cx="141" cy="50"/>
                    <a:chOff x="4032" y="2817"/>
                    <a:chExt cx="417" cy="635"/>
                  </a:xfrm>
                </p:grpSpPr>
                <p:sp>
                  <p:nvSpPr>
                    <p:cNvPr id="355" name="Oval 24">
                      <a:extLst>
                        <a:ext uri="{FF2B5EF4-FFF2-40B4-BE49-F238E27FC236}">
                          <a16:creationId xmlns:a16="http://schemas.microsoft.com/office/drawing/2014/main" id="{7581439F-C9A5-4605-8936-463ADE095EFC}"/>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56" name="Oval 25">
                      <a:extLst>
                        <a:ext uri="{FF2B5EF4-FFF2-40B4-BE49-F238E27FC236}">
                          <a16:creationId xmlns:a16="http://schemas.microsoft.com/office/drawing/2014/main" id="{0772F80D-AA9D-4048-B96D-9B3B7B266D10}"/>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nvGrpSpPr>
                  <p:cNvPr id="352" name="Group 26">
                    <a:extLst>
                      <a:ext uri="{FF2B5EF4-FFF2-40B4-BE49-F238E27FC236}">
                        <a16:creationId xmlns:a16="http://schemas.microsoft.com/office/drawing/2014/main" id="{09A38E8B-DD90-4297-88C2-FBF2AD28930A}"/>
                      </a:ext>
                    </a:extLst>
                  </p:cNvPr>
                  <p:cNvGrpSpPr>
                    <a:grpSpLocks/>
                  </p:cNvGrpSpPr>
                  <p:nvPr/>
                </p:nvGrpSpPr>
                <p:grpSpPr bwMode="auto">
                  <a:xfrm rot="4286940" flipH="1">
                    <a:off x="962" y="766"/>
                    <a:ext cx="141" cy="50"/>
                    <a:chOff x="4032" y="2817"/>
                    <a:chExt cx="417" cy="635"/>
                  </a:xfrm>
                </p:grpSpPr>
                <p:sp>
                  <p:nvSpPr>
                    <p:cNvPr id="353" name="Oval 27">
                      <a:extLst>
                        <a:ext uri="{FF2B5EF4-FFF2-40B4-BE49-F238E27FC236}">
                          <a16:creationId xmlns:a16="http://schemas.microsoft.com/office/drawing/2014/main" id="{9C142C5F-4FD2-4A97-8C06-15B40B95321A}"/>
                        </a:ext>
                      </a:extLst>
                    </p:cNvPr>
                    <p:cNvSpPr>
                      <a:spLocks noChangeArrowheads="1"/>
                    </p:cNvSpPr>
                    <p:nvPr/>
                  </p:nvSpPr>
                  <p:spPr bwMode="auto">
                    <a:xfrm>
                      <a:off x="4032" y="2817"/>
                      <a:ext cx="417" cy="635"/>
                    </a:xfrm>
                    <a:prstGeom prst="ellipse">
                      <a:avLst/>
                    </a:prstGeom>
                    <a:solidFill>
                      <a:schemeClr val="tx2"/>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54" name="Oval 28">
                      <a:extLst>
                        <a:ext uri="{FF2B5EF4-FFF2-40B4-BE49-F238E27FC236}">
                          <a16:creationId xmlns:a16="http://schemas.microsoft.com/office/drawing/2014/main" id="{FA72F8BC-3550-4C30-A9AA-7117EEA6818B}"/>
                        </a:ext>
                      </a:extLst>
                    </p:cNvPr>
                    <p:cNvSpPr>
                      <a:spLocks noChangeArrowheads="1"/>
                    </p:cNvSpPr>
                    <p:nvPr/>
                  </p:nvSpPr>
                  <p:spPr bwMode="auto">
                    <a:xfrm>
                      <a:off x="4080" y="2928"/>
                      <a:ext cx="240" cy="240"/>
                    </a:xfrm>
                    <a:prstGeom prst="ellipse">
                      <a:avLst/>
                    </a:prstGeom>
                    <a:solidFill>
                      <a:schemeClr val="bg2"/>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0" rIns="274320" anchor="ctr">
                      <a:spAutoFit/>
                    </a:bodyP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3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grpSp>
            </p:grpSp>
            <p:sp>
              <p:nvSpPr>
                <p:cNvPr id="349" name="Oval 29">
                  <a:extLst>
                    <a:ext uri="{FF2B5EF4-FFF2-40B4-BE49-F238E27FC236}">
                      <a16:creationId xmlns:a16="http://schemas.microsoft.com/office/drawing/2014/main" id="{65B09AB1-174C-4839-B111-5A8B1367146A}"/>
                    </a:ext>
                  </a:extLst>
                </p:cNvPr>
                <p:cNvSpPr>
                  <a:spLocks noChangeArrowheads="1"/>
                </p:cNvSpPr>
                <p:nvPr/>
              </p:nvSpPr>
              <p:spPr bwMode="auto">
                <a:xfrm>
                  <a:off x="1098" y="1008"/>
                  <a:ext cx="198" cy="74"/>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0" rIns="274320" anchor="ctr"/>
                <a:lstStyle>
                  <a:lvl1pPr>
                    <a:defRPr sz="3200">
                      <a:solidFill>
                        <a:schemeClr val="tx1"/>
                      </a:solidFill>
                      <a:latin typeface="Times New Roman" panose="02020603050405020304" pitchFamily="18" charset="0"/>
                    </a:defRPr>
                  </a:lvl1pPr>
                  <a:lvl2pPr marL="742950" indent="-285750">
                    <a:defRPr sz="3200">
                      <a:solidFill>
                        <a:schemeClr val="tx1"/>
                      </a:solidFill>
                      <a:latin typeface="Times New Roman" panose="02020603050405020304" pitchFamily="18" charset="0"/>
                    </a:defRPr>
                  </a:lvl2pPr>
                  <a:lvl3pPr marL="1143000" indent="-228600">
                    <a:defRPr sz="3200">
                      <a:solidFill>
                        <a:schemeClr val="tx1"/>
                      </a:solidFill>
                      <a:latin typeface="Times New Roman" panose="02020603050405020304" pitchFamily="18" charset="0"/>
                    </a:defRPr>
                  </a:lvl3pPr>
                  <a:lvl4pPr marL="1600200" indent="-228600">
                    <a:defRPr sz="3200">
                      <a:solidFill>
                        <a:schemeClr val="tx1"/>
                      </a:solidFill>
                      <a:latin typeface="Times New Roman" panose="02020603050405020304" pitchFamily="18" charset="0"/>
                    </a:defRPr>
                  </a:lvl4pPr>
                  <a:lvl5pPr marL="2057400" indent="-228600">
                    <a:defRPr sz="3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altLang="en-US" sz="24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endParaRPr>
                </a:p>
              </p:txBody>
            </p:sp>
          </p:grpSp>
          <p:sp>
            <p:nvSpPr>
              <p:cNvPr id="346" name="Freeform 30">
                <a:extLst>
                  <a:ext uri="{FF2B5EF4-FFF2-40B4-BE49-F238E27FC236}">
                    <a16:creationId xmlns:a16="http://schemas.microsoft.com/office/drawing/2014/main" id="{825E5711-BB7A-4EAD-B97A-59F332C3D8C7}"/>
                  </a:ext>
                </a:extLst>
              </p:cNvPr>
              <p:cNvSpPr>
                <a:spLocks noChangeAspect="1"/>
              </p:cNvSpPr>
              <p:nvPr/>
            </p:nvSpPr>
            <p:spPr bwMode="auto">
              <a:xfrm>
                <a:off x="1153" y="2448"/>
                <a:ext cx="446" cy="375"/>
              </a:xfrm>
              <a:custGeom>
                <a:avLst/>
                <a:gdLst>
                  <a:gd name="T0" fmla="*/ 194 w 446"/>
                  <a:gd name="T1" fmla="*/ 93 h 375"/>
                  <a:gd name="T2" fmla="*/ 183 w 446"/>
                  <a:gd name="T3" fmla="*/ 57 h 375"/>
                  <a:gd name="T4" fmla="*/ 164 w 446"/>
                  <a:gd name="T5" fmla="*/ 22 h 375"/>
                  <a:gd name="T6" fmla="*/ 131 w 446"/>
                  <a:gd name="T7" fmla="*/ 0 h 375"/>
                  <a:gd name="T8" fmla="*/ 93 w 446"/>
                  <a:gd name="T9" fmla="*/ 0 h 375"/>
                  <a:gd name="T10" fmla="*/ 54 w 446"/>
                  <a:gd name="T11" fmla="*/ 13 h 375"/>
                  <a:gd name="T12" fmla="*/ 2 w 446"/>
                  <a:gd name="T13" fmla="*/ 57 h 375"/>
                  <a:gd name="T14" fmla="*/ 0 w 446"/>
                  <a:gd name="T15" fmla="*/ 79 h 375"/>
                  <a:gd name="T16" fmla="*/ 16 w 446"/>
                  <a:gd name="T17" fmla="*/ 115 h 375"/>
                  <a:gd name="T18" fmla="*/ 68 w 446"/>
                  <a:gd name="T19" fmla="*/ 159 h 375"/>
                  <a:gd name="T20" fmla="*/ 68 w 446"/>
                  <a:gd name="T21" fmla="*/ 177 h 375"/>
                  <a:gd name="T22" fmla="*/ 46 w 446"/>
                  <a:gd name="T23" fmla="*/ 203 h 375"/>
                  <a:gd name="T24" fmla="*/ 49 w 446"/>
                  <a:gd name="T25" fmla="*/ 225 h 375"/>
                  <a:gd name="T26" fmla="*/ 63 w 446"/>
                  <a:gd name="T27" fmla="*/ 234 h 375"/>
                  <a:gd name="T28" fmla="*/ 80 w 446"/>
                  <a:gd name="T29" fmla="*/ 243 h 375"/>
                  <a:gd name="T30" fmla="*/ 80 w 446"/>
                  <a:gd name="T31" fmla="*/ 265 h 375"/>
                  <a:gd name="T32" fmla="*/ 52 w 446"/>
                  <a:gd name="T33" fmla="*/ 305 h 375"/>
                  <a:gd name="T34" fmla="*/ 54 w 446"/>
                  <a:gd name="T35" fmla="*/ 322 h 375"/>
                  <a:gd name="T36" fmla="*/ 82 w 446"/>
                  <a:gd name="T37" fmla="*/ 344 h 375"/>
                  <a:gd name="T38" fmla="*/ 123 w 446"/>
                  <a:gd name="T39" fmla="*/ 327 h 375"/>
                  <a:gd name="T40" fmla="*/ 142 w 446"/>
                  <a:gd name="T41" fmla="*/ 331 h 375"/>
                  <a:gd name="T42" fmla="*/ 189 w 446"/>
                  <a:gd name="T43" fmla="*/ 340 h 375"/>
                  <a:gd name="T44" fmla="*/ 232 w 446"/>
                  <a:gd name="T45" fmla="*/ 366 h 375"/>
                  <a:gd name="T46" fmla="*/ 259 w 446"/>
                  <a:gd name="T47" fmla="*/ 375 h 375"/>
                  <a:gd name="T48" fmla="*/ 355 w 446"/>
                  <a:gd name="T49" fmla="*/ 356 h 375"/>
                  <a:gd name="T50" fmla="*/ 446 w 446"/>
                  <a:gd name="T51" fmla="*/ 273 h 375"/>
                  <a:gd name="T52" fmla="*/ 408 w 446"/>
                  <a:gd name="T53" fmla="*/ 349 h 375"/>
                  <a:gd name="T54" fmla="*/ 325 w 446"/>
                  <a:gd name="T55" fmla="*/ 364 h 375"/>
                  <a:gd name="T56" fmla="*/ 431 w 446"/>
                  <a:gd name="T57" fmla="*/ 303 h 375"/>
                  <a:gd name="T58" fmla="*/ 393 w 446"/>
                  <a:gd name="T59" fmla="*/ 273 h 375"/>
                  <a:gd name="T60" fmla="*/ 281 w 446"/>
                  <a:gd name="T61" fmla="*/ 260 h 375"/>
                  <a:gd name="T62" fmla="*/ 197 w 446"/>
                  <a:gd name="T63" fmla="*/ 247 h 375"/>
                  <a:gd name="T64" fmla="*/ 153 w 446"/>
                  <a:gd name="T65" fmla="*/ 238 h 375"/>
                  <a:gd name="T66" fmla="*/ 161 w 446"/>
                  <a:gd name="T67" fmla="*/ 221 h 375"/>
                  <a:gd name="T68" fmla="*/ 186 w 446"/>
                  <a:gd name="T69" fmla="*/ 199 h 375"/>
                  <a:gd name="T70" fmla="*/ 180 w 446"/>
                  <a:gd name="T71" fmla="*/ 172 h 375"/>
                  <a:gd name="T72" fmla="*/ 156 w 446"/>
                  <a:gd name="T73" fmla="*/ 146 h 375"/>
                  <a:gd name="T74" fmla="*/ 156 w 446"/>
                  <a:gd name="T75" fmla="*/ 124 h 375"/>
                  <a:gd name="T76" fmla="*/ 169 w 446"/>
                  <a:gd name="T77" fmla="*/ 75 h 375"/>
                  <a:gd name="T78" fmla="*/ 147 w 446"/>
                  <a:gd name="T79" fmla="*/ 167 h 37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46" h="375">
                    <a:moveTo>
                      <a:pt x="194" y="93"/>
                    </a:moveTo>
                    <a:lnTo>
                      <a:pt x="183" y="57"/>
                    </a:lnTo>
                    <a:lnTo>
                      <a:pt x="164" y="22"/>
                    </a:lnTo>
                    <a:lnTo>
                      <a:pt x="131" y="0"/>
                    </a:lnTo>
                    <a:lnTo>
                      <a:pt x="93" y="0"/>
                    </a:lnTo>
                    <a:lnTo>
                      <a:pt x="54" y="13"/>
                    </a:lnTo>
                    <a:lnTo>
                      <a:pt x="2" y="57"/>
                    </a:lnTo>
                    <a:lnTo>
                      <a:pt x="0" y="79"/>
                    </a:lnTo>
                    <a:lnTo>
                      <a:pt x="16" y="115"/>
                    </a:lnTo>
                    <a:lnTo>
                      <a:pt x="68" y="159"/>
                    </a:lnTo>
                    <a:lnTo>
                      <a:pt x="68" y="177"/>
                    </a:lnTo>
                    <a:lnTo>
                      <a:pt x="46" y="203"/>
                    </a:lnTo>
                    <a:lnTo>
                      <a:pt x="49" y="225"/>
                    </a:lnTo>
                    <a:lnTo>
                      <a:pt x="63" y="234"/>
                    </a:lnTo>
                    <a:lnTo>
                      <a:pt x="80" y="243"/>
                    </a:lnTo>
                    <a:lnTo>
                      <a:pt x="80" y="265"/>
                    </a:lnTo>
                    <a:lnTo>
                      <a:pt x="52" y="305"/>
                    </a:lnTo>
                    <a:lnTo>
                      <a:pt x="54" y="322"/>
                    </a:lnTo>
                    <a:lnTo>
                      <a:pt x="82" y="344"/>
                    </a:lnTo>
                    <a:lnTo>
                      <a:pt x="123" y="327"/>
                    </a:lnTo>
                    <a:lnTo>
                      <a:pt x="142" y="331"/>
                    </a:lnTo>
                    <a:lnTo>
                      <a:pt x="189" y="340"/>
                    </a:lnTo>
                    <a:lnTo>
                      <a:pt x="232" y="366"/>
                    </a:lnTo>
                    <a:lnTo>
                      <a:pt x="259" y="375"/>
                    </a:lnTo>
                    <a:lnTo>
                      <a:pt x="355" y="356"/>
                    </a:lnTo>
                    <a:lnTo>
                      <a:pt x="446" y="273"/>
                    </a:lnTo>
                    <a:lnTo>
                      <a:pt x="408" y="349"/>
                    </a:lnTo>
                    <a:lnTo>
                      <a:pt x="325" y="364"/>
                    </a:lnTo>
                    <a:lnTo>
                      <a:pt x="431" y="303"/>
                    </a:lnTo>
                    <a:lnTo>
                      <a:pt x="393" y="273"/>
                    </a:lnTo>
                    <a:lnTo>
                      <a:pt x="281" y="260"/>
                    </a:lnTo>
                    <a:lnTo>
                      <a:pt x="197" y="247"/>
                    </a:lnTo>
                    <a:lnTo>
                      <a:pt x="153" y="238"/>
                    </a:lnTo>
                    <a:lnTo>
                      <a:pt x="161" y="221"/>
                    </a:lnTo>
                    <a:lnTo>
                      <a:pt x="186" y="199"/>
                    </a:lnTo>
                    <a:lnTo>
                      <a:pt x="180" y="172"/>
                    </a:lnTo>
                    <a:lnTo>
                      <a:pt x="156" y="146"/>
                    </a:lnTo>
                    <a:lnTo>
                      <a:pt x="156" y="124"/>
                    </a:lnTo>
                    <a:lnTo>
                      <a:pt x="169" y="75"/>
                    </a:lnTo>
                    <a:lnTo>
                      <a:pt x="147" y="167"/>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7" name="Freeform 31">
                <a:extLst>
                  <a:ext uri="{FF2B5EF4-FFF2-40B4-BE49-F238E27FC236}">
                    <a16:creationId xmlns:a16="http://schemas.microsoft.com/office/drawing/2014/main" id="{510B3D87-905D-4948-98E2-EFD05653F4DE}"/>
                  </a:ext>
                </a:extLst>
              </p:cNvPr>
              <p:cNvSpPr>
                <a:spLocks/>
              </p:cNvSpPr>
              <p:nvPr/>
            </p:nvSpPr>
            <p:spPr bwMode="auto">
              <a:xfrm>
                <a:off x="1440" y="2304"/>
                <a:ext cx="470" cy="320"/>
              </a:xfrm>
              <a:custGeom>
                <a:avLst/>
                <a:gdLst>
                  <a:gd name="T0" fmla="*/ 88 w 470"/>
                  <a:gd name="T1" fmla="*/ 0 h 320"/>
                  <a:gd name="T2" fmla="*/ 48 w 470"/>
                  <a:gd name="T3" fmla="*/ 9 h 320"/>
                  <a:gd name="T4" fmla="*/ 13 w 470"/>
                  <a:gd name="T5" fmla="*/ 77 h 320"/>
                  <a:gd name="T6" fmla="*/ 0 w 470"/>
                  <a:gd name="T7" fmla="*/ 133 h 320"/>
                  <a:gd name="T8" fmla="*/ 8 w 470"/>
                  <a:gd name="T9" fmla="*/ 133 h 320"/>
                  <a:gd name="T10" fmla="*/ 19 w 470"/>
                  <a:gd name="T11" fmla="*/ 124 h 320"/>
                  <a:gd name="T12" fmla="*/ 31 w 470"/>
                  <a:gd name="T13" fmla="*/ 133 h 320"/>
                  <a:gd name="T14" fmla="*/ 25 w 470"/>
                  <a:gd name="T15" fmla="*/ 152 h 320"/>
                  <a:gd name="T16" fmla="*/ 17 w 470"/>
                  <a:gd name="T17" fmla="*/ 181 h 320"/>
                  <a:gd name="T18" fmla="*/ 23 w 470"/>
                  <a:gd name="T19" fmla="*/ 206 h 320"/>
                  <a:gd name="T20" fmla="*/ 35 w 470"/>
                  <a:gd name="T21" fmla="*/ 200 h 320"/>
                  <a:gd name="T22" fmla="*/ 40 w 470"/>
                  <a:gd name="T23" fmla="*/ 220 h 320"/>
                  <a:gd name="T24" fmla="*/ 35 w 470"/>
                  <a:gd name="T25" fmla="*/ 253 h 320"/>
                  <a:gd name="T26" fmla="*/ 40 w 470"/>
                  <a:gd name="T27" fmla="*/ 301 h 320"/>
                  <a:gd name="T28" fmla="*/ 48 w 470"/>
                  <a:gd name="T29" fmla="*/ 320 h 320"/>
                  <a:gd name="T30" fmla="*/ 65 w 470"/>
                  <a:gd name="T31" fmla="*/ 320 h 320"/>
                  <a:gd name="T32" fmla="*/ 88 w 470"/>
                  <a:gd name="T33" fmla="*/ 306 h 320"/>
                  <a:gd name="T34" fmla="*/ 103 w 470"/>
                  <a:gd name="T35" fmla="*/ 301 h 320"/>
                  <a:gd name="T36" fmla="*/ 111 w 470"/>
                  <a:gd name="T37" fmla="*/ 291 h 320"/>
                  <a:gd name="T38" fmla="*/ 132 w 470"/>
                  <a:gd name="T39" fmla="*/ 282 h 320"/>
                  <a:gd name="T40" fmla="*/ 178 w 470"/>
                  <a:gd name="T41" fmla="*/ 291 h 320"/>
                  <a:gd name="T42" fmla="*/ 195 w 470"/>
                  <a:gd name="T43" fmla="*/ 301 h 320"/>
                  <a:gd name="T44" fmla="*/ 204 w 470"/>
                  <a:gd name="T45" fmla="*/ 277 h 320"/>
                  <a:gd name="T46" fmla="*/ 394 w 470"/>
                  <a:gd name="T47" fmla="*/ 264 h 320"/>
                  <a:gd name="T48" fmla="*/ 470 w 470"/>
                  <a:gd name="T49" fmla="*/ 219 h 320"/>
                  <a:gd name="T50" fmla="*/ 341 w 470"/>
                  <a:gd name="T51" fmla="*/ 205 h 320"/>
                  <a:gd name="T52" fmla="*/ 265 w 470"/>
                  <a:gd name="T53" fmla="*/ 205 h 320"/>
                  <a:gd name="T54" fmla="*/ 197 w 470"/>
                  <a:gd name="T55" fmla="*/ 205 h 320"/>
                  <a:gd name="T56" fmla="*/ 181 w 470"/>
                  <a:gd name="T57" fmla="*/ 177 h 320"/>
                  <a:gd name="T58" fmla="*/ 135 w 470"/>
                  <a:gd name="T59" fmla="*/ 177 h 320"/>
                  <a:gd name="T60" fmla="*/ 120 w 470"/>
                  <a:gd name="T61" fmla="*/ 172 h 320"/>
                  <a:gd name="T62" fmla="*/ 101 w 470"/>
                  <a:gd name="T63" fmla="*/ 162 h 320"/>
                  <a:gd name="T64" fmla="*/ 94 w 470"/>
                  <a:gd name="T65" fmla="*/ 143 h 320"/>
                  <a:gd name="T66" fmla="*/ 97 w 470"/>
                  <a:gd name="T67" fmla="*/ 124 h 320"/>
                  <a:gd name="T68" fmla="*/ 93 w 470"/>
                  <a:gd name="T69" fmla="*/ 106 h 320"/>
                  <a:gd name="T70" fmla="*/ 84 w 470"/>
                  <a:gd name="T71" fmla="*/ 91 h 320"/>
                  <a:gd name="T72" fmla="*/ 90 w 470"/>
                  <a:gd name="T73" fmla="*/ 67 h 320"/>
                  <a:gd name="T74" fmla="*/ 107 w 470"/>
                  <a:gd name="T75" fmla="*/ 52 h 320"/>
                  <a:gd name="T76" fmla="*/ 105 w 470"/>
                  <a:gd name="T77" fmla="*/ 29 h 320"/>
                  <a:gd name="T78" fmla="*/ 88 w 470"/>
                  <a:gd name="T79" fmla="*/ 0 h 32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70" h="320">
                    <a:moveTo>
                      <a:pt x="88" y="0"/>
                    </a:moveTo>
                    <a:lnTo>
                      <a:pt x="48" y="9"/>
                    </a:lnTo>
                    <a:lnTo>
                      <a:pt x="13" y="77"/>
                    </a:lnTo>
                    <a:lnTo>
                      <a:pt x="0" y="133"/>
                    </a:lnTo>
                    <a:lnTo>
                      <a:pt x="8" y="133"/>
                    </a:lnTo>
                    <a:lnTo>
                      <a:pt x="19" y="124"/>
                    </a:lnTo>
                    <a:lnTo>
                      <a:pt x="31" y="133"/>
                    </a:lnTo>
                    <a:lnTo>
                      <a:pt x="25" y="152"/>
                    </a:lnTo>
                    <a:lnTo>
                      <a:pt x="17" y="181"/>
                    </a:lnTo>
                    <a:lnTo>
                      <a:pt x="23" y="206"/>
                    </a:lnTo>
                    <a:lnTo>
                      <a:pt x="35" y="200"/>
                    </a:lnTo>
                    <a:lnTo>
                      <a:pt x="40" y="220"/>
                    </a:lnTo>
                    <a:lnTo>
                      <a:pt x="35" y="253"/>
                    </a:lnTo>
                    <a:lnTo>
                      <a:pt x="40" y="301"/>
                    </a:lnTo>
                    <a:lnTo>
                      <a:pt x="48" y="320"/>
                    </a:lnTo>
                    <a:lnTo>
                      <a:pt x="65" y="320"/>
                    </a:lnTo>
                    <a:lnTo>
                      <a:pt x="88" y="306"/>
                    </a:lnTo>
                    <a:lnTo>
                      <a:pt x="103" y="301"/>
                    </a:lnTo>
                    <a:lnTo>
                      <a:pt x="111" y="291"/>
                    </a:lnTo>
                    <a:lnTo>
                      <a:pt x="132" y="282"/>
                    </a:lnTo>
                    <a:lnTo>
                      <a:pt x="178" y="291"/>
                    </a:lnTo>
                    <a:lnTo>
                      <a:pt x="195" y="301"/>
                    </a:lnTo>
                    <a:lnTo>
                      <a:pt x="204" y="277"/>
                    </a:lnTo>
                    <a:lnTo>
                      <a:pt x="394" y="264"/>
                    </a:lnTo>
                    <a:lnTo>
                      <a:pt x="470" y="219"/>
                    </a:lnTo>
                    <a:lnTo>
                      <a:pt x="341" y="205"/>
                    </a:lnTo>
                    <a:lnTo>
                      <a:pt x="265" y="205"/>
                    </a:lnTo>
                    <a:lnTo>
                      <a:pt x="197" y="205"/>
                    </a:lnTo>
                    <a:lnTo>
                      <a:pt x="181" y="177"/>
                    </a:lnTo>
                    <a:lnTo>
                      <a:pt x="135" y="177"/>
                    </a:lnTo>
                    <a:lnTo>
                      <a:pt x="120" y="172"/>
                    </a:lnTo>
                    <a:lnTo>
                      <a:pt x="101" y="162"/>
                    </a:lnTo>
                    <a:lnTo>
                      <a:pt x="94" y="143"/>
                    </a:lnTo>
                    <a:lnTo>
                      <a:pt x="97" y="124"/>
                    </a:lnTo>
                    <a:lnTo>
                      <a:pt x="93" y="106"/>
                    </a:lnTo>
                    <a:lnTo>
                      <a:pt x="84" y="91"/>
                    </a:lnTo>
                    <a:lnTo>
                      <a:pt x="90" y="67"/>
                    </a:lnTo>
                    <a:lnTo>
                      <a:pt x="107" y="52"/>
                    </a:lnTo>
                    <a:lnTo>
                      <a:pt x="105" y="29"/>
                    </a:lnTo>
                    <a:lnTo>
                      <a:pt x="8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69" name="TextBox 368">
            <a:extLst>
              <a:ext uri="{FF2B5EF4-FFF2-40B4-BE49-F238E27FC236}">
                <a16:creationId xmlns:a16="http://schemas.microsoft.com/office/drawing/2014/main" id="{EBF558D6-E368-4DB1-BE28-DC0C2DC2BFC3}"/>
              </a:ext>
            </a:extLst>
          </p:cNvPr>
          <p:cNvSpPr txBox="1"/>
          <p:nvPr/>
        </p:nvSpPr>
        <p:spPr>
          <a:xfrm>
            <a:off x="6239558" y="290009"/>
            <a:ext cx="5540778"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Calibri" panose="020F0502020204030204"/>
                <a:ea typeface="+mn-ea"/>
                <a:cs typeface="+mn-cs"/>
              </a:rPr>
              <a:t>Move1: move disk 1 from peg A to peg 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Calibri" panose="020F0502020204030204"/>
                <a:ea typeface="+mn-ea"/>
                <a:cs typeface="+mn-cs"/>
              </a:rPr>
              <a:t>Move2: move disk 2 from  peg A to peg 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Calibri" panose="020F0502020204030204"/>
                <a:ea typeface="+mn-ea"/>
                <a:cs typeface="+mn-cs"/>
              </a:rPr>
              <a:t>Move3: move disk 1 from peg C to peg 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Calibri" panose="020F0502020204030204"/>
                <a:ea typeface="+mn-ea"/>
                <a:cs typeface="+mn-cs"/>
              </a:rPr>
              <a:t>Move4: move disk 3 from  peg A to peg 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Calibri" panose="020F0502020204030204"/>
                <a:ea typeface="+mn-ea"/>
                <a:cs typeface="+mn-cs"/>
              </a:rPr>
              <a:t>Move5: move disk 1 from peg B to peg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Calibri" panose="020F0502020204030204"/>
                <a:ea typeface="+mn-ea"/>
                <a:cs typeface="+mn-cs"/>
              </a:rPr>
              <a:t>Move6: move disk 2 from  peg B to peg 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Calibri" panose="020F0502020204030204"/>
                <a:ea typeface="+mn-ea"/>
                <a:cs typeface="+mn-cs"/>
              </a:rPr>
              <a:t>Move7: move disk 1 from peg A to peg C </a:t>
            </a:r>
          </a:p>
        </p:txBody>
      </p:sp>
      <p:sp>
        <p:nvSpPr>
          <p:cNvPr id="370" name="Freeform: Shape 369">
            <a:extLst>
              <a:ext uri="{FF2B5EF4-FFF2-40B4-BE49-F238E27FC236}">
                <a16:creationId xmlns:a16="http://schemas.microsoft.com/office/drawing/2014/main" id="{6BAD6138-46CA-4559-B5FD-D53F54D60F8F}"/>
              </a:ext>
            </a:extLst>
          </p:cNvPr>
          <p:cNvSpPr/>
          <p:nvPr/>
        </p:nvSpPr>
        <p:spPr>
          <a:xfrm>
            <a:off x="1392702" y="5781822"/>
            <a:ext cx="914400" cy="731520"/>
          </a:xfrm>
          <a:custGeom>
            <a:avLst/>
            <a:gdLst>
              <a:gd name="connsiteX0" fmla="*/ 0 w 914400"/>
              <a:gd name="connsiteY0" fmla="*/ 731520 h 731520"/>
              <a:gd name="connsiteX1" fmla="*/ 0 w 914400"/>
              <a:gd name="connsiteY1" fmla="*/ 731520 h 731520"/>
              <a:gd name="connsiteX2" fmla="*/ 182880 w 914400"/>
              <a:gd name="connsiteY2" fmla="*/ 576775 h 731520"/>
              <a:gd name="connsiteX3" fmla="*/ 225083 w 914400"/>
              <a:gd name="connsiteY3" fmla="*/ 534572 h 731520"/>
              <a:gd name="connsiteX4" fmla="*/ 239150 w 914400"/>
              <a:gd name="connsiteY4" fmla="*/ 492369 h 731520"/>
              <a:gd name="connsiteX5" fmla="*/ 281353 w 914400"/>
              <a:gd name="connsiteY5" fmla="*/ 450166 h 731520"/>
              <a:gd name="connsiteX6" fmla="*/ 309489 w 914400"/>
              <a:gd name="connsiteY6" fmla="*/ 407963 h 731520"/>
              <a:gd name="connsiteX7" fmla="*/ 337624 w 914400"/>
              <a:gd name="connsiteY7" fmla="*/ 351692 h 731520"/>
              <a:gd name="connsiteX8" fmla="*/ 422030 w 914400"/>
              <a:gd name="connsiteY8" fmla="*/ 239150 h 731520"/>
              <a:gd name="connsiteX9" fmla="*/ 436098 w 914400"/>
              <a:gd name="connsiteY9" fmla="*/ 196947 h 731520"/>
              <a:gd name="connsiteX10" fmla="*/ 464233 w 914400"/>
              <a:gd name="connsiteY10" fmla="*/ 154744 h 731520"/>
              <a:gd name="connsiteX11" fmla="*/ 492369 w 914400"/>
              <a:gd name="connsiteY11" fmla="*/ 70338 h 731520"/>
              <a:gd name="connsiteX12" fmla="*/ 506436 w 914400"/>
              <a:gd name="connsiteY12" fmla="*/ 0 h 731520"/>
              <a:gd name="connsiteX13" fmla="*/ 506436 w 914400"/>
              <a:gd name="connsiteY13" fmla="*/ 0 h 731520"/>
              <a:gd name="connsiteX14" fmla="*/ 576775 w 914400"/>
              <a:gd name="connsiteY14" fmla="*/ 98473 h 731520"/>
              <a:gd name="connsiteX15" fmla="*/ 647113 w 914400"/>
              <a:gd name="connsiteY15" fmla="*/ 196947 h 731520"/>
              <a:gd name="connsiteX16" fmla="*/ 661181 w 914400"/>
              <a:gd name="connsiteY16" fmla="*/ 239150 h 731520"/>
              <a:gd name="connsiteX17" fmla="*/ 717452 w 914400"/>
              <a:gd name="connsiteY17" fmla="*/ 295421 h 731520"/>
              <a:gd name="connsiteX18" fmla="*/ 731520 w 914400"/>
              <a:gd name="connsiteY18" fmla="*/ 337624 h 731520"/>
              <a:gd name="connsiteX19" fmla="*/ 787790 w 914400"/>
              <a:gd name="connsiteY19" fmla="*/ 422030 h 731520"/>
              <a:gd name="connsiteX20" fmla="*/ 829993 w 914400"/>
              <a:gd name="connsiteY20" fmla="*/ 492369 h 731520"/>
              <a:gd name="connsiteX21" fmla="*/ 844061 w 914400"/>
              <a:gd name="connsiteY21" fmla="*/ 534572 h 731520"/>
              <a:gd name="connsiteX22" fmla="*/ 872196 w 914400"/>
              <a:gd name="connsiteY22" fmla="*/ 576775 h 731520"/>
              <a:gd name="connsiteX23" fmla="*/ 900332 w 914400"/>
              <a:gd name="connsiteY23" fmla="*/ 661181 h 731520"/>
              <a:gd name="connsiteX24" fmla="*/ 914400 w 914400"/>
              <a:gd name="connsiteY24" fmla="*/ 618978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4400" h="731520">
                <a:moveTo>
                  <a:pt x="0" y="731520"/>
                </a:moveTo>
                <a:lnTo>
                  <a:pt x="0" y="731520"/>
                </a:lnTo>
                <a:cubicBezTo>
                  <a:pt x="130849" y="638055"/>
                  <a:pt x="69951" y="689703"/>
                  <a:pt x="182880" y="576775"/>
                </a:cubicBezTo>
                <a:lnTo>
                  <a:pt x="225083" y="534572"/>
                </a:lnTo>
                <a:cubicBezTo>
                  <a:pt x="229772" y="520504"/>
                  <a:pt x="230925" y="504707"/>
                  <a:pt x="239150" y="492369"/>
                </a:cubicBezTo>
                <a:cubicBezTo>
                  <a:pt x="250185" y="475816"/>
                  <a:pt x="268617" y="465449"/>
                  <a:pt x="281353" y="450166"/>
                </a:cubicBezTo>
                <a:cubicBezTo>
                  <a:pt x="292177" y="437177"/>
                  <a:pt x="301101" y="422643"/>
                  <a:pt x="309489" y="407963"/>
                </a:cubicBezTo>
                <a:cubicBezTo>
                  <a:pt x="319893" y="389755"/>
                  <a:pt x="326835" y="369674"/>
                  <a:pt x="337624" y="351692"/>
                </a:cubicBezTo>
                <a:cubicBezTo>
                  <a:pt x="385343" y="272160"/>
                  <a:pt x="376225" y="284957"/>
                  <a:pt x="422030" y="239150"/>
                </a:cubicBezTo>
                <a:cubicBezTo>
                  <a:pt x="426719" y="225082"/>
                  <a:pt x="429466" y="210210"/>
                  <a:pt x="436098" y="196947"/>
                </a:cubicBezTo>
                <a:cubicBezTo>
                  <a:pt x="443659" y="181825"/>
                  <a:pt x="457366" y="170194"/>
                  <a:pt x="464233" y="154744"/>
                </a:cubicBezTo>
                <a:cubicBezTo>
                  <a:pt x="476278" y="127643"/>
                  <a:pt x="482991" y="98473"/>
                  <a:pt x="492369" y="70338"/>
                </a:cubicBezTo>
                <a:cubicBezTo>
                  <a:pt x="509402" y="19240"/>
                  <a:pt x="506436" y="42962"/>
                  <a:pt x="506436" y="0"/>
                </a:cubicBezTo>
                <a:lnTo>
                  <a:pt x="506436" y="0"/>
                </a:lnTo>
                <a:cubicBezTo>
                  <a:pt x="529882" y="32824"/>
                  <a:pt x="555118" y="64441"/>
                  <a:pt x="576775" y="98473"/>
                </a:cubicBezTo>
                <a:cubicBezTo>
                  <a:pt x="641584" y="200316"/>
                  <a:pt x="563730" y="113564"/>
                  <a:pt x="647113" y="196947"/>
                </a:cubicBezTo>
                <a:cubicBezTo>
                  <a:pt x="651802" y="211015"/>
                  <a:pt x="652562" y="227083"/>
                  <a:pt x="661181" y="239150"/>
                </a:cubicBezTo>
                <a:cubicBezTo>
                  <a:pt x="676599" y="260735"/>
                  <a:pt x="717452" y="295421"/>
                  <a:pt x="717452" y="295421"/>
                </a:cubicBezTo>
                <a:cubicBezTo>
                  <a:pt x="722141" y="309489"/>
                  <a:pt x="724319" y="324661"/>
                  <a:pt x="731520" y="337624"/>
                </a:cubicBezTo>
                <a:cubicBezTo>
                  <a:pt x="747942" y="367183"/>
                  <a:pt x="777097" y="389951"/>
                  <a:pt x="787790" y="422030"/>
                </a:cubicBezTo>
                <a:cubicBezTo>
                  <a:pt x="806052" y="476816"/>
                  <a:pt x="791373" y="453747"/>
                  <a:pt x="829993" y="492369"/>
                </a:cubicBezTo>
                <a:cubicBezTo>
                  <a:pt x="834682" y="506437"/>
                  <a:pt x="837429" y="521309"/>
                  <a:pt x="844061" y="534572"/>
                </a:cubicBezTo>
                <a:cubicBezTo>
                  <a:pt x="851622" y="549694"/>
                  <a:pt x="865329" y="561325"/>
                  <a:pt x="872196" y="576775"/>
                </a:cubicBezTo>
                <a:cubicBezTo>
                  <a:pt x="884241" y="603876"/>
                  <a:pt x="900332" y="661181"/>
                  <a:pt x="900332" y="661181"/>
                </a:cubicBezTo>
                <a:lnTo>
                  <a:pt x="914400" y="618978"/>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1" name="Freeform: Shape 370">
            <a:extLst>
              <a:ext uri="{FF2B5EF4-FFF2-40B4-BE49-F238E27FC236}">
                <a16:creationId xmlns:a16="http://schemas.microsoft.com/office/drawing/2014/main" id="{1FD8EB87-F072-408E-BFB1-8FC835618053}"/>
              </a:ext>
            </a:extLst>
          </p:cNvPr>
          <p:cNvSpPr/>
          <p:nvPr/>
        </p:nvSpPr>
        <p:spPr>
          <a:xfrm>
            <a:off x="5120640" y="5641145"/>
            <a:ext cx="1111348" cy="647113"/>
          </a:xfrm>
          <a:custGeom>
            <a:avLst/>
            <a:gdLst>
              <a:gd name="connsiteX0" fmla="*/ 0 w 1111348"/>
              <a:gd name="connsiteY0" fmla="*/ 647113 h 647113"/>
              <a:gd name="connsiteX1" fmla="*/ 0 w 1111348"/>
              <a:gd name="connsiteY1" fmla="*/ 647113 h 647113"/>
              <a:gd name="connsiteX2" fmla="*/ 70338 w 1111348"/>
              <a:gd name="connsiteY2" fmla="*/ 534572 h 647113"/>
              <a:gd name="connsiteX3" fmla="*/ 112542 w 1111348"/>
              <a:gd name="connsiteY3" fmla="*/ 520504 h 647113"/>
              <a:gd name="connsiteX4" fmla="*/ 140677 w 1111348"/>
              <a:gd name="connsiteY4" fmla="*/ 478301 h 647113"/>
              <a:gd name="connsiteX5" fmla="*/ 225083 w 1111348"/>
              <a:gd name="connsiteY5" fmla="*/ 422030 h 647113"/>
              <a:gd name="connsiteX6" fmla="*/ 281354 w 1111348"/>
              <a:gd name="connsiteY6" fmla="*/ 351692 h 647113"/>
              <a:gd name="connsiteX7" fmla="*/ 309489 w 1111348"/>
              <a:gd name="connsiteY7" fmla="*/ 309489 h 647113"/>
              <a:gd name="connsiteX8" fmla="*/ 351692 w 1111348"/>
              <a:gd name="connsiteY8" fmla="*/ 281353 h 647113"/>
              <a:gd name="connsiteX9" fmla="*/ 379828 w 1111348"/>
              <a:gd name="connsiteY9" fmla="*/ 211015 h 647113"/>
              <a:gd name="connsiteX10" fmla="*/ 407963 w 1111348"/>
              <a:gd name="connsiteY10" fmla="*/ 168812 h 647113"/>
              <a:gd name="connsiteX11" fmla="*/ 450166 w 1111348"/>
              <a:gd name="connsiteY11" fmla="*/ 98473 h 647113"/>
              <a:gd name="connsiteX12" fmla="*/ 478302 w 1111348"/>
              <a:gd name="connsiteY12" fmla="*/ 0 h 647113"/>
              <a:gd name="connsiteX13" fmla="*/ 478302 w 1111348"/>
              <a:gd name="connsiteY13" fmla="*/ 0 h 647113"/>
              <a:gd name="connsiteX14" fmla="*/ 562708 w 1111348"/>
              <a:gd name="connsiteY14" fmla="*/ 98473 h 647113"/>
              <a:gd name="connsiteX15" fmla="*/ 633046 w 1111348"/>
              <a:gd name="connsiteY15" fmla="*/ 168812 h 647113"/>
              <a:gd name="connsiteX16" fmla="*/ 745588 w 1111348"/>
              <a:gd name="connsiteY16" fmla="*/ 295421 h 647113"/>
              <a:gd name="connsiteX17" fmla="*/ 886265 w 1111348"/>
              <a:gd name="connsiteY17" fmla="*/ 422030 h 647113"/>
              <a:gd name="connsiteX18" fmla="*/ 970671 w 1111348"/>
              <a:gd name="connsiteY18" fmla="*/ 534572 h 647113"/>
              <a:gd name="connsiteX19" fmla="*/ 984738 w 1111348"/>
              <a:gd name="connsiteY19" fmla="*/ 576775 h 647113"/>
              <a:gd name="connsiteX20" fmla="*/ 1041009 w 1111348"/>
              <a:gd name="connsiteY20" fmla="*/ 633046 h 647113"/>
              <a:gd name="connsiteX21" fmla="*/ 1111348 w 1111348"/>
              <a:gd name="connsiteY21" fmla="*/ 604910 h 647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1348" h="647113">
                <a:moveTo>
                  <a:pt x="0" y="647113"/>
                </a:moveTo>
                <a:lnTo>
                  <a:pt x="0" y="647113"/>
                </a:lnTo>
                <a:cubicBezTo>
                  <a:pt x="23446" y="609599"/>
                  <a:pt x="40948" y="567636"/>
                  <a:pt x="70338" y="534572"/>
                </a:cubicBezTo>
                <a:cubicBezTo>
                  <a:pt x="80190" y="523489"/>
                  <a:pt x="100963" y="529768"/>
                  <a:pt x="112542" y="520504"/>
                </a:cubicBezTo>
                <a:cubicBezTo>
                  <a:pt x="125744" y="509942"/>
                  <a:pt x="127953" y="489434"/>
                  <a:pt x="140677" y="478301"/>
                </a:cubicBezTo>
                <a:cubicBezTo>
                  <a:pt x="166125" y="456034"/>
                  <a:pt x="225083" y="422030"/>
                  <a:pt x="225083" y="422030"/>
                </a:cubicBezTo>
                <a:cubicBezTo>
                  <a:pt x="311679" y="292134"/>
                  <a:pt x="201173" y="451918"/>
                  <a:pt x="281354" y="351692"/>
                </a:cubicBezTo>
                <a:cubicBezTo>
                  <a:pt x="291916" y="338490"/>
                  <a:pt x="297534" y="321444"/>
                  <a:pt x="309489" y="309489"/>
                </a:cubicBezTo>
                <a:cubicBezTo>
                  <a:pt x="321444" y="297534"/>
                  <a:pt x="337624" y="290732"/>
                  <a:pt x="351692" y="281353"/>
                </a:cubicBezTo>
                <a:cubicBezTo>
                  <a:pt x="361071" y="257907"/>
                  <a:pt x="368535" y="233601"/>
                  <a:pt x="379828" y="211015"/>
                </a:cubicBezTo>
                <a:cubicBezTo>
                  <a:pt x="387389" y="195893"/>
                  <a:pt x="400402" y="183934"/>
                  <a:pt x="407963" y="168812"/>
                </a:cubicBezTo>
                <a:cubicBezTo>
                  <a:pt x="444487" y="95764"/>
                  <a:pt x="395212" y="153429"/>
                  <a:pt x="450166" y="98473"/>
                </a:cubicBezTo>
                <a:cubicBezTo>
                  <a:pt x="479785" y="9619"/>
                  <a:pt x="478302" y="43724"/>
                  <a:pt x="478302" y="0"/>
                </a:cubicBezTo>
                <a:lnTo>
                  <a:pt x="478302" y="0"/>
                </a:lnTo>
                <a:cubicBezTo>
                  <a:pt x="506437" y="32824"/>
                  <a:pt x="533495" y="66604"/>
                  <a:pt x="562708" y="98473"/>
                </a:cubicBezTo>
                <a:cubicBezTo>
                  <a:pt x="585114" y="122915"/>
                  <a:pt x="610865" y="144166"/>
                  <a:pt x="633046" y="168812"/>
                </a:cubicBezTo>
                <a:cubicBezTo>
                  <a:pt x="696375" y="239178"/>
                  <a:pt x="676490" y="236193"/>
                  <a:pt x="745588" y="295421"/>
                </a:cubicBezTo>
                <a:cubicBezTo>
                  <a:pt x="819078" y="358413"/>
                  <a:pt x="795981" y="286601"/>
                  <a:pt x="886265" y="422030"/>
                </a:cubicBezTo>
                <a:cubicBezTo>
                  <a:pt x="949892" y="517473"/>
                  <a:pt x="918624" y="482527"/>
                  <a:pt x="970671" y="534572"/>
                </a:cubicBezTo>
                <a:cubicBezTo>
                  <a:pt x="975360" y="548640"/>
                  <a:pt x="976119" y="564708"/>
                  <a:pt x="984738" y="576775"/>
                </a:cubicBezTo>
                <a:cubicBezTo>
                  <a:pt x="1000156" y="598360"/>
                  <a:pt x="1041009" y="633046"/>
                  <a:pt x="1041009" y="633046"/>
                </a:cubicBezTo>
                <a:lnTo>
                  <a:pt x="1111348" y="60491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3" name="TextBox 372">
            <a:extLst>
              <a:ext uri="{FF2B5EF4-FFF2-40B4-BE49-F238E27FC236}">
                <a16:creationId xmlns:a16="http://schemas.microsoft.com/office/drawing/2014/main" id="{8A99919B-DBF0-4CA3-B641-96044247A32B}"/>
              </a:ext>
            </a:extLst>
          </p:cNvPr>
          <p:cNvSpPr txBox="1"/>
          <p:nvPr/>
        </p:nvSpPr>
        <p:spPr>
          <a:xfrm>
            <a:off x="95957" y="6241056"/>
            <a:ext cx="89069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Move1</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5" name="TextBox 374">
            <a:extLst>
              <a:ext uri="{FF2B5EF4-FFF2-40B4-BE49-F238E27FC236}">
                <a16:creationId xmlns:a16="http://schemas.microsoft.com/office/drawing/2014/main" id="{FD1B8BF8-6E55-4411-A214-26128FFE61B1}"/>
              </a:ext>
            </a:extLst>
          </p:cNvPr>
          <p:cNvSpPr txBox="1"/>
          <p:nvPr/>
        </p:nvSpPr>
        <p:spPr>
          <a:xfrm>
            <a:off x="1520151" y="5427918"/>
            <a:ext cx="1055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Move2</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6" name="TextBox 375">
            <a:extLst>
              <a:ext uri="{FF2B5EF4-FFF2-40B4-BE49-F238E27FC236}">
                <a16:creationId xmlns:a16="http://schemas.microsoft.com/office/drawing/2014/main" id="{D1FF34DB-F68C-43AA-8163-B42762DCC137}"/>
              </a:ext>
            </a:extLst>
          </p:cNvPr>
          <p:cNvSpPr txBox="1"/>
          <p:nvPr/>
        </p:nvSpPr>
        <p:spPr>
          <a:xfrm>
            <a:off x="2756772" y="3696032"/>
            <a:ext cx="1055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Move4</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7" name="TextBox 376">
            <a:extLst>
              <a:ext uri="{FF2B5EF4-FFF2-40B4-BE49-F238E27FC236}">
                <a16:creationId xmlns:a16="http://schemas.microsoft.com/office/drawing/2014/main" id="{B067D288-1CEE-43F9-8E23-CF4C603A4AA8}"/>
              </a:ext>
            </a:extLst>
          </p:cNvPr>
          <p:cNvSpPr txBox="1"/>
          <p:nvPr/>
        </p:nvSpPr>
        <p:spPr>
          <a:xfrm>
            <a:off x="2800558" y="6423499"/>
            <a:ext cx="1055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Move3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8" name="TextBox 377">
            <a:extLst>
              <a:ext uri="{FF2B5EF4-FFF2-40B4-BE49-F238E27FC236}">
                <a16:creationId xmlns:a16="http://schemas.microsoft.com/office/drawing/2014/main" id="{92273C54-A441-465F-8A0F-2DB73C81A8D1}"/>
              </a:ext>
            </a:extLst>
          </p:cNvPr>
          <p:cNvSpPr txBox="1"/>
          <p:nvPr/>
        </p:nvSpPr>
        <p:spPr>
          <a:xfrm>
            <a:off x="4641476" y="6481955"/>
            <a:ext cx="1055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Move5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TextBox 378">
            <a:extLst>
              <a:ext uri="{FF2B5EF4-FFF2-40B4-BE49-F238E27FC236}">
                <a16:creationId xmlns:a16="http://schemas.microsoft.com/office/drawing/2014/main" id="{AFEB61E5-20E6-4EA3-99E1-85E75CE249BF}"/>
              </a:ext>
            </a:extLst>
          </p:cNvPr>
          <p:cNvSpPr txBox="1"/>
          <p:nvPr/>
        </p:nvSpPr>
        <p:spPr>
          <a:xfrm>
            <a:off x="5190575" y="5412172"/>
            <a:ext cx="1055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Move6</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TextBox 379">
            <a:extLst>
              <a:ext uri="{FF2B5EF4-FFF2-40B4-BE49-F238E27FC236}">
                <a16:creationId xmlns:a16="http://schemas.microsoft.com/office/drawing/2014/main" id="{75224930-09A7-4F82-8400-2F8E42A0921D}"/>
              </a:ext>
            </a:extLst>
          </p:cNvPr>
          <p:cNvSpPr txBox="1"/>
          <p:nvPr/>
        </p:nvSpPr>
        <p:spPr>
          <a:xfrm>
            <a:off x="6892610" y="6453904"/>
            <a:ext cx="1055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Move7</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FF4637A2-D69E-45B5-8F9E-4F054C095EBF}"/>
              </a:ext>
            </a:extLst>
          </p:cNvPr>
          <p:cNvSpPr/>
          <p:nvPr/>
        </p:nvSpPr>
        <p:spPr>
          <a:xfrm>
            <a:off x="6784907" y="3642985"/>
            <a:ext cx="4669227"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FFC000"/>
                </a:solidFill>
                <a:effectLst/>
                <a:uLnTx/>
                <a:uFillTx/>
                <a:latin typeface="Calibri" panose="020F0502020204030204"/>
                <a:ea typeface="+mn-ea"/>
                <a:cs typeface="+mn-cs"/>
              </a:rPr>
              <a:t>Refer code in next page</a:t>
            </a:r>
          </a:p>
        </p:txBody>
      </p:sp>
    </p:spTree>
    <p:extLst>
      <p:ext uri="{BB962C8B-B14F-4D97-AF65-F5344CB8AC3E}">
        <p14:creationId xmlns:p14="http://schemas.microsoft.com/office/powerpoint/2010/main" val="2335510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4CA489-FB28-4D82-A320-5823CA910817}"/>
              </a:ext>
            </a:extLst>
          </p:cNvPr>
          <p:cNvSpPr txBox="1"/>
          <p:nvPr/>
        </p:nvSpPr>
        <p:spPr>
          <a:xfrm>
            <a:off x="360282" y="1179467"/>
            <a:ext cx="11831718"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towers(3, ‘A’, ‘C’,’B’)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800" b="0" i="0" u="none" strike="noStrike" kern="1200" cap="none" spc="0" normalizeH="0" baseline="0" noProof="0" dirty="0">
              <a:ln>
                <a:noFill/>
              </a:ln>
              <a:solidFill>
                <a:srgbClr val="FF0000"/>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function[] = towers(n,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frompeg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auxpeg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if (n ==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fprintf</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('\t move disk 1 from peg %c to peg %c \n’,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frompeg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else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towers(n-1,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frompeg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auxpeg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fprintf</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('\t move disk %d from  peg %c to peg %c \n',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n,frompeg,topeg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towers(n-1,auxpeg,topeg,frompeg);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end;</a:t>
            </a:r>
          </a:p>
        </p:txBody>
      </p:sp>
      <p:grpSp>
        <p:nvGrpSpPr>
          <p:cNvPr id="30" name="Group 29">
            <a:extLst>
              <a:ext uri="{FF2B5EF4-FFF2-40B4-BE49-F238E27FC236}">
                <a16:creationId xmlns:a16="http://schemas.microsoft.com/office/drawing/2014/main" id="{2627E8DF-81BB-4510-9C39-3FD31CD97D3E}"/>
              </a:ext>
            </a:extLst>
          </p:cNvPr>
          <p:cNvGrpSpPr/>
          <p:nvPr/>
        </p:nvGrpSpPr>
        <p:grpSpPr>
          <a:xfrm>
            <a:off x="6372213" y="301579"/>
            <a:ext cx="5697079" cy="1523719"/>
            <a:chOff x="6034589" y="400053"/>
            <a:chExt cx="5697079" cy="1523719"/>
          </a:xfrm>
        </p:grpSpPr>
        <p:grpSp>
          <p:nvGrpSpPr>
            <p:cNvPr id="16" name="Group 15">
              <a:extLst>
                <a:ext uri="{FF2B5EF4-FFF2-40B4-BE49-F238E27FC236}">
                  <a16:creationId xmlns:a16="http://schemas.microsoft.com/office/drawing/2014/main" id="{409F61BF-06F2-4513-B00D-845ED9567400}"/>
                </a:ext>
              </a:extLst>
            </p:cNvPr>
            <p:cNvGrpSpPr/>
            <p:nvPr/>
          </p:nvGrpSpPr>
          <p:grpSpPr>
            <a:xfrm>
              <a:off x="6034589" y="1208112"/>
              <a:ext cx="815926" cy="624220"/>
              <a:chOff x="9748912" y="1489467"/>
              <a:chExt cx="815926" cy="624220"/>
            </a:xfrm>
          </p:grpSpPr>
          <p:sp>
            <p:nvSpPr>
              <p:cNvPr id="13" name="Rectangle 12">
                <a:extLst>
                  <a:ext uri="{FF2B5EF4-FFF2-40B4-BE49-F238E27FC236}">
                    <a16:creationId xmlns:a16="http://schemas.microsoft.com/office/drawing/2014/main" id="{BB7DE06E-4773-4717-B606-60BC9C2602EC}"/>
                  </a:ext>
                </a:extLst>
              </p:cNvPr>
              <p:cNvSpPr/>
              <p:nvPr/>
            </p:nvSpPr>
            <p:spPr bwMode="auto">
              <a:xfrm>
                <a:off x="9748912" y="1930807"/>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4" name="Rectangle 13">
                <a:extLst>
                  <a:ext uri="{FF2B5EF4-FFF2-40B4-BE49-F238E27FC236}">
                    <a16:creationId xmlns:a16="http://schemas.microsoft.com/office/drawing/2014/main" id="{AED2393C-293D-4A1B-B7B8-545A1E9118B9}"/>
                  </a:ext>
                </a:extLst>
              </p:cNvPr>
              <p:cNvSpPr/>
              <p:nvPr/>
            </p:nvSpPr>
            <p:spPr bwMode="auto">
              <a:xfrm>
                <a:off x="9825112" y="1722438"/>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5" name="Rectangle 14">
                <a:extLst>
                  <a:ext uri="{FF2B5EF4-FFF2-40B4-BE49-F238E27FC236}">
                    <a16:creationId xmlns:a16="http://schemas.microsoft.com/office/drawing/2014/main" id="{C897AE67-AE36-4596-895F-3EA381F9972B}"/>
                  </a:ext>
                </a:extLst>
              </p:cNvPr>
              <p:cNvSpPr/>
              <p:nvPr/>
            </p:nvSpPr>
            <p:spPr bwMode="auto">
              <a:xfrm>
                <a:off x="9917725" y="1489467"/>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12" name="Group 11">
              <a:extLst>
                <a:ext uri="{FF2B5EF4-FFF2-40B4-BE49-F238E27FC236}">
                  <a16:creationId xmlns:a16="http://schemas.microsoft.com/office/drawing/2014/main" id="{DE261EF4-F013-4397-A76C-C518A9DE2A92}"/>
                </a:ext>
              </a:extLst>
            </p:cNvPr>
            <p:cNvGrpSpPr/>
            <p:nvPr/>
          </p:nvGrpSpPr>
          <p:grpSpPr>
            <a:xfrm>
              <a:off x="6238456" y="400053"/>
              <a:ext cx="1836964" cy="1413825"/>
              <a:chOff x="7799971" y="705149"/>
              <a:chExt cx="1836964" cy="1413825"/>
            </a:xfrm>
          </p:grpSpPr>
          <p:sp>
            <p:nvSpPr>
              <p:cNvPr id="9" name="TextBox 8">
                <a:extLst>
                  <a:ext uri="{FF2B5EF4-FFF2-40B4-BE49-F238E27FC236}">
                    <a16:creationId xmlns:a16="http://schemas.microsoft.com/office/drawing/2014/main" id="{7F5720B8-D45E-46FE-87FA-91A45CE14CF1}"/>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11" name="Group 10">
                <a:extLst>
                  <a:ext uri="{FF2B5EF4-FFF2-40B4-BE49-F238E27FC236}">
                    <a16:creationId xmlns:a16="http://schemas.microsoft.com/office/drawing/2014/main" id="{A9D1E76E-6C54-4E37-A209-18574A54E992}"/>
                  </a:ext>
                </a:extLst>
              </p:cNvPr>
              <p:cNvGrpSpPr/>
              <p:nvPr/>
            </p:nvGrpSpPr>
            <p:grpSpPr>
              <a:xfrm>
                <a:off x="7799971" y="756127"/>
                <a:ext cx="1836964" cy="1362847"/>
                <a:chOff x="7849658" y="15788"/>
                <a:chExt cx="1836964" cy="1362847"/>
              </a:xfrm>
            </p:grpSpPr>
            <p:sp>
              <p:nvSpPr>
                <p:cNvPr id="5" name="Rectangle 4">
                  <a:extLst>
                    <a:ext uri="{FF2B5EF4-FFF2-40B4-BE49-F238E27FC236}">
                      <a16:creationId xmlns:a16="http://schemas.microsoft.com/office/drawing/2014/main" id="{765E6015-5B00-438A-BDBA-9D30F896DCAD}"/>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6" name="Rectangle 5">
                  <a:extLst>
                    <a:ext uri="{FF2B5EF4-FFF2-40B4-BE49-F238E27FC236}">
                      <a16:creationId xmlns:a16="http://schemas.microsoft.com/office/drawing/2014/main" id="{10373094-EA6C-46FA-8B99-6468D704F508}"/>
                    </a:ext>
                  </a:extLst>
                </p:cNvPr>
                <p:cNvSpPr/>
                <p:nvPr/>
              </p:nvSpPr>
              <p:spPr bwMode="auto">
                <a:xfrm>
                  <a:off x="866335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7" name="Rectangle 6">
                  <a:extLst>
                    <a:ext uri="{FF2B5EF4-FFF2-40B4-BE49-F238E27FC236}">
                      <a16:creationId xmlns:a16="http://schemas.microsoft.com/office/drawing/2014/main" id="{F80E6AEF-7B19-4655-A457-FBF3B792192E}"/>
                    </a:ext>
                  </a:extLst>
                </p:cNvPr>
                <p:cNvSpPr/>
                <p:nvPr/>
              </p:nvSpPr>
              <p:spPr bwMode="auto">
                <a:xfrm>
                  <a:off x="9419493"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8" name="TextBox 7">
                  <a:extLst>
                    <a:ext uri="{FF2B5EF4-FFF2-40B4-BE49-F238E27FC236}">
                      <a16:creationId xmlns:a16="http://schemas.microsoft.com/office/drawing/2014/main" id="{E82D0FE7-A0AF-4C9A-BA67-F5BFC16795FF}"/>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10" name="TextBox 9">
                  <a:extLst>
                    <a:ext uri="{FF2B5EF4-FFF2-40B4-BE49-F238E27FC236}">
                      <a16:creationId xmlns:a16="http://schemas.microsoft.com/office/drawing/2014/main" id="{4569F409-D7A9-4E33-855D-4736275F76E6}"/>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grpSp>
          <p:nvGrpSpPr>
            <p:cNvPr id="17" name="Group 16">
              <a:extLst>
                <a:ext uri="{FF2B5EF4-FFF2-40B4-BE49-F238E27FC236}">
                  <a16:creationId xmlns:a16="http://schemas.microsoft.com/office/drawing/2014/main" id="{523B453B-81D5-4088-B149-54A1E0C68A4A}"/>
                </a:ext>
              </a:extLst>
            </p:cNvPr>
            <p:cNvGrpSpPr/>
            <p:nvPr/>
          </p:nvGrpSpPr>
          <p:grpSpPr>
            <a:xfrm>
              <a:off x="10915742" y="1299552"/>
              <a:ext cx="815926" cy="624220"/>
              <a:chOff x="9748912" y="1489467"/>
              <a:chExt cx="815926" cy="624220"/>
            </a:xfrm>
          </p:grpSpPr>
          <p:sp>
            <p:nvSpPr>
              <p:cNvPr id="18" name="Rectangle 17">
                <a:extLst>
                  <a:ext uri="{FF2B5EF4-FFF2-40B4-BE49-F238E27FC236}">
                    <a16:creationId xmlns:a16="http://schemas.microsoft.com/office/drawing/2014/main" id="{67C5F429-C9C7-4467-8F38-FC89BA1DF72D}"/>
                  </a:ext>
                </a:extLst>
              </p:cNvPr>
              <p:cNvSpPr/>
              <p:nvPr/>
            </p:nvSpPr>
            <p:spPr bwMode="auto">
              <a:xfrm>
                <a:off x="9748912" y="1930807"/>
                <a:ext cx="8159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9" name="Rectangle 18">
                <a:extLst>
                  <a:ext uri="{FF2B5EF4-FFF2-40B4-BE49-F238E27FC236}">
                    <a16:creationId xmlns:a16="http://schemas.microsoft.com/office/drawing/2014/main" id="{5E69B70B-D484-4D06-BEFF-BC0ED774632E}"/>
                  </a:ext>
                </a:extLst>
              </p:cNvPr>
              <p:cNvSpPr/>
              <p:nvPr/>
            </p:nvSpPr>
            <p:spPr bwMode="auto">
              <a:xfrm>
                <a:off x="9825112" y="1722438"/>
                <a:ext cx="663526"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0" name="Rectangle 19">
                <a:extLst>
                  <a:ext uri="{FF2B5EF4-FFF2-40B4-BE49-F238E27FC236}">
                    <a16:creationId xmlns:a16="http://schemas.microsoft.com/office/drawing/2014/main" id="{2C1C7BBB-F78B-42D7-B300-FD25C5442109}"/>
                  </a:ext>
                </a:extLst>
              </p:cNvPr>
              <p:cNvSpPr/>
              <p:nvPr/>
            </p:nvSpPr>
            <p:spPr bwMode="auto">
              <a:xfrm>
                <a:off x="9917725" y="1489467"/>
                <a:ext cx="478299" cy="182880"/>
              </a:xfrm>
              <a:prstGeom prst="rect">
                <a:avLst/>
              </a:prstGeom>
              <a:solidFill>
                <a:srgbClr val="00B0F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21" name="Group 20">
              <a:extLst>
                <a:ext uri="{FF2B5EF4-FFF2-40B4-BE49-F238E27FC236}">
                  <a16:creationId xmlns:a16="http://schemas.microsoft.com/office/drawing/2014/main" id="{AECED23F-8404-4F93-A803-8130F445298E}"/>
                </a:ext>
              </a:extLst>
            </p:cNvPr>
            <p:cNvGrpSpPr/>
            <p:nvPr/>
          </p:nvGrpSpPr>
          <p:grpSpPr>
            <a:xfrm>
              <a:off x="9662430" y="451896"/>
              <a:ext cx="1836964" cy="1413825"/>
              <a:chOff x="7799971" y="705149"/>
              <a:chExt cx="1836964" cy="1413825"/>
            </a:xfrm>
          </p:grpSpPr>
          <p:sp>
            <p:nvSpPr>
              <p:cNvPr id="22" name="TextBox 21">
                <a:extLst>
                  <a:ext uri="{FF2B5EF4-FFF2-40B4-BE49-F238E27FC236}">
                    <a16:creationId xmlns:a16="http://schemas.microsoft.com/office/drawing/2014/main" id="{2CBDFD44-3DB5-413B-8FB0-FB7C88669C98}"/>
                  </a:ext>
                </a:extLst>
              </p:cNvPr>
              <p:cNvSpPr txBox="1"/>
              <p:nvPr/>
            </p:nvSpPr>
            <p:spPr>
              <a:xfrm>
                <a:off x="8542764" y="705149"/>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B</a:t>
                </a:r>
              </a:p>
            </p:txBody>
          </p:sp>
          <p:grpSp>
            <p:nvGrpSpPr>
              <p:cNvPr id="23" name="Group 22">
                <a:extLst>
                  <a:ext uri="{FF2B5EF4-FFF2-40B4-BE49-F238E27FC236}">
                    <a16:creationId xmlns:a16="http://schemas.microsoft.com/office/drawing/2014/main" id="{9A3BCE3C-0A37-4CFD-83E9-2E995B45D68E}"/>
                  </a:ext>
                </a:extLst>
              </p:cNvPr>
              <p:cNvGrpSpPr/>
              <p:nvPr/>
            </p:nvGrpSpPr>
            <p:grpSpPr>
              <a:xfrm>
                <a:off x="7799971" y="756127"/>
                <a:ext cx="1836964" cy="1362847"/>
                <a:chOff x="7849658" y="15788"/>
                <a:chExt cx="1836964" cy="1362847"/>
              </a:xfrm>
            </p:grpSpPr>
            <p:sp>
              <p:nvSpPr>
                <p:cNvPr id="24" name="Rectangle 23">
                  <a:extLst>
                    <a:ext uri="{FF2B5EF4-FFF2-40B4-BE49-F238E27FC236}">
                      <a16:creationId xmlns:a16="http://schemas.microsoft.com/office/drawing/2014/main" id="{1B504087-CC4D-495C-9341-7748028CC010}"/>
                    </a:ext>
                  </a:extLst>
                </p:cNvPr>
                <p:cNvSpPr/>
                <p:nvPr/>
              </p:nvSpPr>
              <p:spPr bwMode="auto">
                <a:xfrm>
                  <a:off x="796231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5" name="Rectangle 24">
                  <a:extLst>
                    <a:ext uri="{FF2B5EF4-FFF2-40B4-BE49-F238E27FC236}">
                      <a16:creationId xmlns:a16="http://schemas.microsoft.com/office/drawing/2014/main" id="{8A107B43-2A90-4DBA-AAB0-F3DFC008FB52}"/>
                    </a:ext>
                  </a:extLst>
                </p:cNvPr>
                <p:cNvSpPr/>
                <p:nvPr/>
              </p:nvSpPr>
              <p:spPr bwMode="auto">
                <a:xfrm>
                  <a:off x="8663354"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6" name="Rectangle 25">
                  <a:extLst>
                    <a:ext uri="{FF2B5EF4-FFF2-40B4-BE49-F238E27FC236}">
                      <a16:creationId xmlns:a16="http://schemas.microsoft.com/office/drawing/2014/main" id="{6CB4E595-1E6B-4292-801E-27B4531FB5EB}"/>
                    </a:ext>
                  </a:extLst>
                </p:cNvPr>
                <p:cNvSpPr/>
                <p:nvPr/>
              </p:nvSpPr>
              <p:spPr bwMode="auto">
                <a:xfrm>
                  <a:off x="9419493" y="351693"/>
                  <a:ext cx="182880" cy="1026942"/>
                </a:xfrm>
                <a:prstGeom prst="rect">
                  <a:avLst/>
                </a:prstGeom>
                <a:solidFill>
                  <a:srgbClr val="FFC000"/>
                </a:solidFill>
                <a:ln w="38100" cap="flat" cmpd="sng" algn="ctr">
                  <a:solidFill>
                    <a:schemeClr val="hlink"/>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27" name="TextBox 26">
                  <a:extLst>
                    <a:ext uri="{FF2B5EF4-FFF2-40B4-BE49-F238E27FC236}">
                      <a16:creationId xmlns:a16="http://schemas.microsoft.com/office/drawing/2014/main" id="{3C8BC0F8-8C91-4FEE-B334-FAE0AEE8C18F}"/>
                    </a:ext>
                  </a:extLst>
                </p:cNvPr>
                <p:cNvSpPr txBox="1"/>
                <p:nvPr/>
              </p:nvSpPr>
              <p:spPr>
                <a:xfrm>
                  <a:off x="9335244"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C</a:t>
                  </a:r>
                </a:p>
              </p:txBody>
            </p:sp>
            <p:sp>
              <p:nvSpPr>
                <p:cNvPr id="28" name="TextBox 27">
                  <a:extLst>
                    <a:ext uri="{FF2B5EF4-FFF2-40B4-BE49-F238E27FC236}">
                      <a16:creationId xmlns:a16="http://schemas.microsoft.com/office/drawing/2014/main" id="{824B0242-A168-4FAC-964A-61C243AAFBAF}"/>
                    </a:ext>
                  </a:extLst>
                </p:cNvPr>
                <p:cNvSpPr txBox="1"/>
                <p:nvPr/>
              </p:nvSpPr>
              <p:spPr>
                <a:xfrm>
                  <a:off x="7849658" y="15788"/>
                  <a:ext cx="3513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A</a:t>
                  </a:r>
                </a:p>
              </p:txBody>
            </p:sp>
          </p:grpSp>
        </p:grpSp>
        <p:sp>
          <p:nvSpPr>
            <p:cNvPr id="29" name="Arrow: Right 28">
              <a:extLst>
                <a:ext uri="{FF2B5EF4-FFF2-40B4-BE49-F238E27FC236}">
                  <a16:creationId xmlns:a16="http://schemas.microsoft.com/office/drawing/2014/main" id="{65F13BA8-2460-4814-8CC4-3C97C7F9B49D}"/>
                </a:ext>
              </a:extLst>
            </p:cNvPr>
            <p:cNvSpPr/>
            <p:nvPr/>
          </p:nvSpPr>
          <p:spPr bwMode="auto">
            <a:xfrm>
              <a:off x="8482818" y="1097280"/>
              <a:ext cx="774108" cy="526683"/>
            </a:xfrm>
            <a:prstGeom prst="right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sp>
        <p:nvSpPr>
          <p:cNvPr id="31" name="Arrow: Up 30">
            <a:extLst>
              <a:ext uri="{FF2B5EF4-FFF2-40B4-BE49-F238E27FC236}">
                <a16:creationId xmlns:a16="http://schemas.microsoft.com/office/drawing/2014/main" id="{083744CF-60BB-41C0-9FBF-F24159A664CB}"/>
              </a:ext>
            </a:extLst>
          </p:cNvPr>
          <p:cNvSpPr/>
          <p:nvPr/>
        </p:nvSpPr>
        <p:spPr bwMode="auto">
          <a:xfrm>
            <a:off x="2250831" y="670911"/>
            <a:ext cx="182880" cy="327895"/>
          </a:xfrm>
          <a:prstGeom prst="upArrow">
            <a:avLst/>
          </a:pr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32" name="TextBox 31">
            <a:extLst>
              <a:ext uri="{FF2B5EF4-FFF2-40B4-BE49-F238E27FC236}">
                <a16:creationId xmlns:a16="http://schemas.microsoft.com/office/drawing/2014/main" id="{2274544C-74FE-4927-B9F0-BEDD6A76D2CC}"/>
              </a:ext>
            </a:extLst>
          </p:cNvPr>
          <p:cNvSpPr txBox="1"/>
          <p:nvPr/>
        </p:nvSpPr>
        <p:spPr>
          <a:xfrm>
            <a:off x="1026851" y="232937"/>
            <a:ext cx="281371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Times New Roman"/>
                <a:ea typeface="+mn-ea"/>
                <a:cs typeface="+mn-cs"/>
              </a:rPr>
              <a:t>Move A to C with help of B </a:t>
            </a:r>
          </a:p>
        </p:txBody>
      </p:sp>
    </p:spTree>
    <p:extLst>
      <p:ext uri="{BB962C8B-B14F-4D97-AF65-F5344CB8AC3E}">
        <p14:creationId xmlns:p14="http://schemas.microsoft.com/office/powerpoint/2010/main" val="4119886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5A3660-5B41-4155-B2B3-860C89AC831A}"/>
              </a:ext>
            </a:extLst>
          </p:cNvPr>
          <p:cNvSpPr txBox="1"/>
          <p:nvPr/>
        </p:nvSpPr>
        <p:spPr>
          <a:xfrm>
            <a:off x="229530" y="1164134"/>
            <a:ext cx="11790192"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towers(3, ‘A’, ‘C’,’B’)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800" b="0" i="0" u="none" strike="noStrike" kern="1200" cap="none" spc="0" normalizeH="0" baseline="0" noProof="0" dirty="0">
              <a:ln>
                <a:noFill/>
              </a:ln>
              <a:solidFill>
                <a:srgbClr val="FF0000"/>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function[] = towers(n,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frompeg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auxpeg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if (n ==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fprintf</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('\t move disk 1 from peg %c to peg %c \n’,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frompeg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else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towers(n-1,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frompeg,auxpeg,topeg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fprintf</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('\t move disk %d from  peg %c to peg %c \n',  </a:t>
            </a:r>
            <a:r>
              <a:rPr kumimoji="0" lang="en-IN" sz="2800" b="0" i="0" u="none" strike="noStrike" kern="1200" cap="none" spc="0" normalizeH="0" baseline="0" noProof="0" dirty="0" err="1">
                <a:ln>
                  <a:noFill/>
                </a:ln>
                <a:solidFill>
                  <a:srgbClr val="FF0000"/>
                </a:solidFill>
                <a:effectLst/>
                <a:uLnTx/>
                <a:uFillTx/>
                <a:latin typeface="Times New Roman"/>
                <a:ea typeface="+mn-ea"/>
                <a:cs typeface="+mn-cs"/>
              </a:rPr>
              <a:t>n,frompeg,topeg</a:t>
            </a: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 towers(n-1,auxpeg,topeg,frompeg);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FF0000"/>
                </a:solidFill>
                <a:effectLst/>
                <a:uLnTx/>
                <a:uFillTx/>
                <a:latin typeface="Times New Roman"/>
                <a:ea typeface="+mn-ea"/>
                <a:cs typeface="+mn-cs"/>
              </a:rPr>
              <a:t>end;</a:t>
            </a:r>
          </a:p>
        </p:txBody>
      </p:sp>
      <p:sp>
        <p:nvSpPr>
          <p:cNvPr id="3" name="Rectangle 2">
            <a:extLst>
              <a:ext uri="{FF2B5EF4-FFF2-40B4-BE49-F238E27FC236}">
                <a16:creationId xmlns:a16="http://schemas.microsoft.com/office/drawing/2014/main" id="{241E0923-7F69-4D53-BD1A-B7354BBDC5D8}"/>
              </a:ext>
            </a:extLst>
          </p:cNvPr>
          <p:cNvSpPr/>
          <p:nvPr/>
        </p:nvSpPr>
        <p:spPr>
          <a:xfrm>
            <a:off x="841909" y="0"/>
            <a:ext cx="8705909"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A5A5A5"/>
                </a:solidFill>
                <a:effectLst/>
                <a:uLnTx/>
                <a:uFillTx/>
                <a:latin typeface="Calibri" panose="020F0502020204030204"/>
                <a:ea typeface="+mn-ea"/>
                <a:cs typeface="+mn-cs"/>
              </a:rPr>
              <a:t>Q1 Modify the code . Function should return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A5A5A5"/>
                </a:solidFill>
                <a:effectLst/>
                <a:uLnTx/>
                <a:uFillTx/>
                <a:latin typeface="Calibri" panose="020F0502020204030204"/>
                <a:ea typeface="+mn-ea"/>
                <a:cs typeface="+mn-cs"/>
              </a:rPr>
              <a:t>Number of steps taken </a:t>
            </a:r>
          </a:p>
        </p:txBody>
      </p:sp>
    </p:spTree>
    <p:extLst>
      <p:ext uri="{BB962C8B-B14F-4D97-AF65-F5344CB8AC3E}">
        <p14:creationId xmlns:p14="http://schemas.microsoft.com/office/powerpoint/2010/main" val="4107713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504FBD-C095-4D66-AD3F-644F53234394}"/>
              </a:ext>
            </a:extLst>
          </p:cNvPr>
          <p:cNvSpPr/>
          <p:nvPr/>
        </p:nvSpPr>
        <p:spPr>
          <a:xfrm>
            <a:off x="373651" y="371060"/>
            <a:ext cx="9271384"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A5A5A5"/>
                </a:solidFill>
                <a:effectLst/>
                <a:uLnTx/>
                <a:uFillTx/>
                <a:latin typeface="Calibri" panose="020F0502020204030204"/>
                <a:ea typeface="+mn-ea"/>
                <a:cs typeface="+mn-cs"/>
              </a:rPr>
              <a:t>Q2  Animate the Tower of Hanoi either by using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A5A5A5"/>
                </a:solidFill>
                <a:effectLst/>
                <a:uLnTx/>
                <a:uFillTx/>
                <a:latin typeface="Calibri" panose="020F0502020204030204"/>
                <a:ea typeface="+mn-ea"/>
                <a:cs typeface="+mn-cs"/>
              </a:rPr>
              <a:t>MATLAB, MIT ‘Scratch’ or ‘SNAP’  or processing </a:t>
            </a:r>
          </a:p>
        </p:txBody>
      </p:sp>
      <p:pic>
        <p:nvPicPr>
          <p:cNvPr id="3" name="Picture 4" descr="Tower Of Hanoi">
            <a:extLst>
              <a:ext uri="{FF2B5EF4-FFF2-40B4-BE49-F238E27FC236}">
                <a16:creationId xmlns:a16="http://schemas.microsoft.com/office/drawing/2014/main" id="{5CD4BAF5-0EE7-478A-81C8-0EA7723C849A}"/>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726242" y="3429000"/>
            <a:ext cx="4566202" cy="260925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214883A-00B8-49B2-AB39-93B1F4FAC455}"/>
              </a:ext>
            </a:extLst>
          </p:cNvPr>
          <p:cNvSpPr/>
          <p:nvPr/>
        </p:nvSpPr>
        <p:spPr>
          <a:xfrm>
            <a:off x="7404671" y="1674674"/>
            <a:ext cx="3913379" cy="1754326"/>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FFC000"/>
                </a:solidFill>
                <a:effectLst/>
                <a:uLnTx/>
                <a:uFillTx/>
                <a:latin typeface="Calibri" panose="020F0502020204030204"/>
                <a:ea typeface="+mn-ea"/>
                <a:cs typeface="+mn-cs"/>
              </a:rPr>
              <a:t>Animation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FFC000"/>
                </a:solidFill>
                <a:effectLst/>
                <a:uLnTx/>
                <a:uFillTx/>
                <a:latin typeface="Calibri" panose="020F0502020204030204"/>
                <a:ea typeface="+mn-ea"/>
                <a:cs typeface="+mn-cs"/>
              </a:rPr>
              <a:t>Source: Disk 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solidFill>
                  <a:srgbClr val="FFC000"/>
                </a:solidFill>
                <a:effectLst/>
                <a:uLnTx/>
                <a:uFillTx/>
                <a:latin typeface="Calibri" panose="020F0502020204030204"/>
                <a:ea typeface="+mn-ea"/>
                <a:cs typeface="+mn-cs"/>
              </a:rPr>
              <a:t>Destination: Disk B </a:t>
            </a:r>
          </a:p>
        </p:txBody>
      </p:sp>
    </p:spTree>
    <p:extLst>
      <p:ext uri="{BB962C8B-B14F-4D97-AF65-F5344CB8AC3E}">
        <p14:creationId xmlns:p14="http://schemas.microsoft.com/office/powerpoint/2010/main" val="15350489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CC0395-B084-B65B-6580-3EDF8B79510A}"/>
              </a:ext>
            </a:extLst>
          </p:cNvPr>
          <p:cNvSpPr/>
          <p:nvPr/>
        </p:nvSpPr>
        <p:spPr>
          <a:xfrm>
            <a:off x="2597253" y="2377400"/>
            <a:ext cx="699749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Projects using Recursion</a:t>
            </a:r>
          </a:p>
        </p:txBody>
      </p:sp>
    </p:spTree>
    <p:extLst>
      <p:ext uri="{BB962C8B-B14F-4D97-AF65-F5344CB8AC3E}">
        <p14:creationId xmlns:p14="http://schemas.microsoft.com/office/powerpoint/2010/main" val="2117427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AEC5DB-D646-1001-7C91-70EADFFA377C}"/>
              </a:ext>
            </a:extLst>
          </p:cNvPr>
          <p:cNvSpPr/>
          <p:nvPr/>
        </p:nvSpPr>
        <p:spPr>
          <a:xfrm>
            <a:off x="1289388" y="699997"/>
            <a:ext cx="9370643" cy="1754326"/>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Programming let you create the </a:t>
            </a:r>
          </a:p>
          <a:p>
            <a:pPr algn="ctr"/>
            <a:r>
              <a:rPr lang="en-US" sz="5400" dirty="0">
                <a:ln w="0"/>
                <a:effectLst>
                  <a:outerShdw blurRad="38100" dist="19050" dir="2700000" algn="tl" rotWithShape="0">
                    <a:schemeClr val="dk1">
                      <a:alpha val="40000"/>
                    </a:schemeClr>
                  </a:outerShdw>
                </a:effectLst>
              </a:rPr>
              <a:t>unimaginable</a:t>
            </a: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8E739789-5EBC-A477-1D89-BA672B4CBD63}"/>
              </a:ext>
            </a:extLst>
          </p:cNvPr>
          <p:cNvPicPr>
            <a:picLocks noChangeAspect="1"/>
          </p:cNvPicPr>
          <p:nvPr/>
        </p:nvPicPr>
        <p:blipFill>
          <a:blip r:embed="rId2"/>
          <a:stretch>
            <a:fillRect/>
          </a:stretch>
        </p:blipFill>
        <p:spPr>
          <a:xfrm>
            <a:off x="1637514" y="4008127"/>
            <a:ext cx="9624894" cy="2552921"/>
          </a:xfrm>
          <a:prstGeom prst="rect">
            <a:avLst/>
          </a:prstGeom>
        </p:spPr>
      </p:pic>
      <p:sp>
        <p:nvSpPr>
          <p:cNvPr id="2" name="Rectangle 1">
            <a:extLst>
              <a:ext uri="{FF2B5EF4-FFF2-40B4-BE49-F238E27FC236}">
                <a16:creationId xmlns:a16="http://schemas.microsoft.com/office/drawing/2014/main" id="{64158D24-8419-6D22-5C63-6CB3BCF5835E}"/>
              </a:ext>
            </a:extLst>
          </p:cNvPr>
          <p:cNvSpPr/>
          <p:nvPr/>
        </p:nvSpPr>
        <p:spPr>
          <a:xfrm>
            <a:off x="75564" y="2967335"/>
            <a:ext cx="4253730" cy="923330"/>
          </a:xfrm>
          <a:prstGeom prst="rect">
            <a:avLst/>
          </a:prstGeom>
          <a:solidFill>
            <a:schemeClr val="accent2">
              <a:lumMod val="40000"/>
              <a:lumOff val="60000"/>
            </a:schemeClr>
          </a:solid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Read the book</a:t>
            </a:r>
          </a:p>
        </p:txBody>
      </p:sp>
    </p:spTree>
    <p:extLst>
      <p:ext uri="{BB962C8B-B14F-4D97-AF65-F5344CB8AC3E}">
        <p14:creationId xmlns:p14="http://schemas.microsoft.com/office/powerpoint/2010/main" val="38601923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849779-A3F6-4D64-E024-A2FA0958C77A}"/>
              </a:ext>
            </a:extLst>
          </p:cNvPr>
          <p:cNvPicPr>
            <a:picLocks noChangeAspect="1"/>
          </p:cNvPicPr>
          <p:nvPr/>
        </p:nvPicPr>
        <p:blipFill>
          <a:blip r:embed="rId2"/>
          <a:stretch>
            <a:fillRect/>
          </a:stretch>
        </p:blipFill>
        <p:spPr>
          <a:xfrm>
            <a:off x="5135133" y="94961"/>
            <a:ext cx="5913632" cy="6668078"/>
          </a:xfrm>
          <a:prstGeom prst="rect">
            <a:avLst/>
          </a:prstGeom>
        </p:spPr>
      </p:pic>
      <p:sp>
        <p:nvSpPr>
          <p:cNvPr id="4" name="Rectangle 3">
            <a:extLst>
              <a:ext uri="{FF2B5EF4-FFF2-40B4-BE49-F238E27FC236}">
                <a16:creationId xmlns:a16="http://schemas.microsoft.com/office/drawing/2014/main" id="{269F5B1E-387D-DD34-34CE-2FD487FC77BE}"/>
              </a:ext>
            </a:extLst>
          </p:cNvPr>
          <p:cNvSpPr/>
          <p:nvPr/>
        </p:nvSpPr>
        <p:spPr>
          <a:xfrm>
            <a:off x="114893" y="528935"/>
            <a:ext cx="4253730" cy="923330"/>
          </a:xfrm>
          <a:prstGeom prst="rect">
            <a:avLst/>
          </a:prstGeom>
          <a:solidFill>
            <a:schemeClr val="accent2">
              <a:lumMod val="40000"/>
              <a:lumOff val="60000"/>
            </a:schemeClr>
          </a:solid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Read the book</a:t>
            </a:r>
          </a:p>
        </p:txBody>
      </p:sp>
    </p:spTree>
    <p:extLst>
      <p:ext uri="{BB962C8B-B14F-4D97-AF65-F5344CB8AC3E}">
        <p14:creationId xmlns:p14="http://schemas.microsoft.com/office/powerpoint/2010/main" val="420028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7DC021-D980-7DF7-53A6-26E4000CB387}"/>
              </a:ext>
            </a:extLst>
          </p:cNvPr>
          <p:cNvPicPr>
            <a:picLocks noChangeAspect="1"/>
          </p:cNvPicPr>
          <p:nvPr/>
        </p:nvPicPr>
        <p:blipFill>
          <a:blip r:embed="rId2"/>
          <a:stretch>
            <a:fillRect/>
          </a:stretch>
        </p:blipFill>
        <p:spPr>
          <a:xfrm>
            <a:off x="5475661" y="881406"/>
            <a:ext cx="4612233" cy="4894801"/>
          </a:xfrm>
          <a:prstGeom prst="rect">
            <a:avLst/>
          </a:prstGeom>
        </p:spPr>
      </p:pic>
      <p:sp>
        <p:nvSpPr>
          <p:cNvPr id="4" name="Rectangle 3">
            <a:extLst>
              <a:ext uri="{FF2B5EF4-FFF2-40B4-BE49-F238E27FC236}">
                <a16:creationId xmlns:a16="http://schemas.microsoft.com/office/drawing/2014/main" id="{3534D1CE-C297-CE29-36C7-E0BBE15501A8}"/>
              </a:ext>
            </a:extLst>
          </p:cNvPr>
          <p:cNvSpPr/>
          <p:nvPr/>
        </p:nvSpPr>
        <p:spPr>
          <a:xfrm>
            <a:off x="419693" y="951723"/>
            <a:ext cx="4253730" cy="923330"/>
          </a:xfrm>
          <a:prstGeom prst="rect">
            <a:avLst/>
          </a:prstGeom>
          <a:solidFill>
            <a:schemeClr val="accent2">
              <a:lumMod val="40000"/>
              <a:lumOff val="60000"/>
            </a:schemeClr>
          </a:solid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Read the book</a:t>
            </a:r>
          </a:p>
        </p:txBody>
      </p:sp>
    </p:spTree>
    <p:extLst>
      <p:ext uri="{BB962C8B-B14F-4D97-AF65-F5344CB8AC3E}">
        <p14:creationId xmlns:p14="http://schemas.microsoft.com/office/powerpoint/2010/main" val="8490304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69DB39-3AF0-AB35-4176-5FA6CE8D3411}"/>
              </a:ext>
            </a:extLst>
          </p:cNvPr>
          <p:cNvPicPr>
            <a:picLocks noChangeAspect="1"/>
          </p:cNvPicPr>
          <p:nvPr/>
        </p:nvPicPr>
        <p:blipFill>
          <a:blip r:embed="rId2"/>
          <a:stretch>
            <a:fillRect/>
          </a:stretch>
        </p:blipFill>
        <p:spPr>
          <a:xfrm>
            <a:off x="359591" y="130628"/>
            <a:ext cx="6200702" cy="6232178"/>
          </a:xfrm>
          <a:prstGeom prst="rect">
            <a:avLst/>
          </a:prstGeom>
        </p:spPr>
      </p:pic>
      <p:sp>
        <p:nvSpPr>
          <p:cNvPr id="5" name="TextBox 4">
            <a:extLst>
              <a:ext uri="{FF2B5EF4-FFF2-40B4-BE49-F238E27FC236}">
                <a16:creationId xmlns:a16="http://schemas.microsoft.com/office/drawing/2014/main" id="{9D897209-49EE-6DE8-B306-BE24AF9C577D}"/>
              </a:ext>
            </a:extLst>
          </p:cNvPr>
          <p:cNvSpPr txBox="1"/>
          <p:nvPr/>
        </p:nvSpPr>
        <p:spPr>
          <a:xfrm>
            <a:off x="6494978" y="1966040"/>
            <a:ext cx="4079810" cy="461665"/>
          </a:xfrm>
          <a:prstGeom prst="rect">
            <a:avLst/>
          </a:prstGeom>
          <a:noFill/>
        </p:spPr>
        <p:txBody>
          <a:bodyPr wrap="square">
            <a:spAutoFit/>
          </a:bodyPr>
          <a:lstStyle/>
          <a:p>
            <a:r>
              <a:rPr lang="en-IN" sz="2400" dirty="0"/>
              <a:t>Some imaginary inflorescences</a:t>
            </a:r>
          </a:p>
        </p:txBody>
      </p:sp>
    </p:spTree>
    <p:extLst>
      <p:ext uri="{BB962C8B-B14F-4D97-AF65-F5344CB8AC3E}">
        <p14:creationId xmlns:p14="http://schemas.microsoft.com/office/powerpoint/2010/main" val="28056473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B42822-BD9F-1362-7E53-D83BCA313BEF}"/>
              </a:ext>
            </a:extLst>
          </p:cNvPr>
          <p:cNvPicPr>
            <a:picLocks noChangeAspect="1"/>
          </p:cNvPicPr>
          <p:nvPr/>
        </p:nvPicPr>
        <p:blipFill>
          <a:blip r:embed="rId2"/>
          <a:stretch>
            <a:fillRect/>
          </a:stretch>
        </p:blipFill>
        <p:spPr>
          <a:xfrm>
            <a:off x="2097066" y="312166"/>
            <a:ext cx="7826418" cy="5852667"/>
          </a:xfrm>
          <a:prstGeom prst="rect">
            <a:avLst/>
          </a:prstGeom>
        </p:spPr>
      </p:pic>
    </p:spTree>
    <p:extLst>
      <p:ext uri="{BB962C8B-B14F-4D97-AF65-F5344CB8AC3E}">
        <p14:creationId xmlns:p14="http://schemas.microsoft.com/office/powerpoint/2010/main" val="25598387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5D1656-7975-A513-8536-FBC221D307A1}"/>
              </a:ext>
            </a:extLst>
          </p:cNvPr>
          <p:cNvPicPr>
            <a:picLocks noChangeAspect="1"/>
          </p:cNvPicPr>
          <p:nvPr/>
        </p:nvPicPr>
        <p:blipFill>
          <a:blip r:embed="rId2"/>
          <a:stretch>
            <a:fillRect/>
          </a:stretch>
        </p:blipFill>
        <p:spPr>
          <a:xfrm>
            <a:off x="1933238" y="262622"/>
            <a:ext cx="7773074" cy="6180356"/>
          </a:xfrm>
          <a:prstGeom prst="rect">
            <a:avLst/>
          </a:prstGeom>
        </p:spPr>
      </p:pic>
    </p:spTree>
    <p:extLst>
      <p:ext uri="{BB962C8B-B14F-4D97-AF65-F5344CB8AC3E}">
        <p14:creationId xmlns:p14="http://schemas.microsoft.com/office/powerpoint/2010/main" val="9193927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9983AE-42E9-F3CC-ECB0-EB4A0ECA99DB}"/>
              </a:ext>
            </a:extLst>
          </p:cNvPr>
          <p:cNvPicPr>
            <a:picLocks noChangeAspect="1"/>
          </p:cNvPicPr>
          <p:nvPr/>
        </p:nvPicPr>
        <p:blipFill>
          <a:blip r:embed="rId2"/>
          <a:stretch>
            <a:fillRect/>
          </a:stretch>
        </p:blipFill>
        <p:spPr>
          <a:xfrm>
            <a:off x="2243756" y="176895"/>
            <a:ext cx="7704488" cy="6218459"/>
          </a:xfrm>
          <a:prstGeom prst="rect">
            <a:avLst/>
          </a:prstGeom>
        </p:spPr>
      </p:pic>
    </p:spTree>
    <p:extLst>
      <p:ext uri="{BB962C8B-B14F-4D97-AF65-F5344CB8AC3E}">
        <p14:creationId xmlns:p14="http://schemas.microsoft.com/office/powerpoint/2010/main" val="12754449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7F7A11-41CE-F099-7811-584B408DAC0C}"/>
              </a:ext>
            </a:extLst>
          </p:cNvPr>
          <p:cNvPicPr>
            <a:picLocks noChangeAspect="1"/>
          </p:cNvPicPr>
          <p:nvPr/>
        </p:nvPicPr>
        <p:blipFill>
          <a:blip r:embed="rId2"/>
          <a:stretch>
            <a:fillRect/>
          </a:stretch>
        </p:blipFill>
        <p:spPr>
          <a:xfrm>
            <a:off x="1313735" y="696736"/>
            <a:ext cx="3947502" cy="4214225"/>
          </a:xfrm>
          <a:prstGeom prst="rect">
            <a:avLst/>
          </a:prstGeom>
        </p:spPr>
      </p:pic>
      <p:sp>
        <p:nvSpPr>
          <p:cNvPr id="5" name="TextBox 4">
            <a:extLst>
              <a:ext uri="{FF2B5EF4-FFF2-40B4-BE49-F238E27FC236}">
                <a16:creationId xmlns:a16="http://schemas.microsoft.com/office/drawing/2014/main" id="{C5108625-6F7B-52E3-DFE6-016C138575AD}"/>
              </a:ext>
            </a:extLst>
          </p:cNvPr>
          <p:cNvSpPr txBox="1"/>
          <p:nvPr/>
        </p:nvSpPr>
        <p:spPr>
          <a:xfrm>
            <a:off x="2115717" y="5175771"/>
            <a:ext cx="1943100" cy="369332"/>
          </a:xfrm>
          <a:prstGeom prst="rect">
            <a:avLst/>
          </a:prstGeom>
          <a:noFill/>
        </p:spPr>
        <p:txBody>
          <a:bodyPr wrap="square">
            <a:spAutoFit/>
          </a:bodyPr>
          <a:lstStyle/>
          <a:p>
            <a:r>
              <a:rPr lang="en-IN" dirty="0"/>
              <a:t>A decorative plant </a:t>
            </a:r>
          </a:p>
        </p:txBody>
      </p:sp>
    </p:spTree>
    <p:extLst>
      <p:ext uri="{BB962C8B-B14F-4D97-AF65-F5344CB8AC3E}">
        <p14:creationId xmlns:p14="http://schemas.microsoft.com/office/powerpoint/2010/main" val="7789347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8F454C-3A50-BF15-8F74-83229E260C14}"/>
              </a:ext>
            </a:extLst>
          </p:cNvPr>
          <p:cNvPicPr>
            <a:picLocks noChangeAspect="1"/>
          </p:cNvPicPr>
          <p:nvPr/>
        </p:nvPicPr>
        <p:blipFill>
          <a:blip r:embed="rId2"/>
          <a:stretch>
            <a:fillRect/>
          </a:stretch>
        </p:blipFill>
        <p:spPr>
          <a:xfrm>
            <a:off x="1062462" y="384946"/>
            <a:ext cx="9576782" cy="3580564"/>
          </a:xfrm>
          <a:prstGeom prst="rect">
            <a:avLst/>
          </a:prstGeom>
        </p:spPr>
      </p:pic>
    </p:spTree>
    <p:extLst>
      <p:ext uri="{BB962C8B-B14F-4D97-AF65-F5344CB8AC3E}">
        <p14:creationId xmlns:p14="http://schemas.microsoft.com/office/powerpoint/2010/main" val="18818428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8D49E8-DFA0-4442-49AF-AE8224CF2F97}"/>
              </a:ext>
            </a:extLst>
          </p:cNvPr>
          <p:cNvPicPr>
            <a:picLocks noChangeAspect="1"/>
          </p:cNvPicPr>
          <p:nvPr/>
        </p:nvPicPr>
        <p:blipFill>
          <a:blip r:embed="rId2"/>
          <a:stretch>
            <a:fillRect/>
          </a:stretch>
        </p:blipFill>
        <p:spPr>
          <a:xfrm>
            <a:off x="2346769" y="1064909"/>
            <a:ext cx="6806562" cy="3609727"/>
          </a:xfrm>
          <a:prstGeom prst="rect">
            <a:avLst/>
          </a:prstGeom>
        </p:spPr>
      </p:pic>
      <p:sp>
        <p:nvSpPr>
          <p:cNvPr id="4" name="Rectangle 3">
            <a:extLst>
              <a:ext uri="{FF2B5EF4-FFF2-40B4-BE49-F238E27FC236}">
                <a16:creationId xmlns:a16="http://schemas.microsoft.com/office/drawing/2014/main" id="{FAB0A19D-45B3-B980-1928-892916DD1D01}"/>
              </a:ext>
            </a:extLst>
          </p:cNvPr>
          <p:cNvSpPr/>
          <p:nvPr/>
        </p:nvSpPr>
        <p:spPr>
          <a:xfrm>
            <a:off x="2346769" y="998376"/>
            <a:ext cx="6969728" cy="3816220"/>
          </a:xfrm>
          <a:prstGeom prst="rect">
            <a:avLst/>
          </a:prstGeom>
          <a:noFill/>
          <a:ln w="666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813114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31BEE6-E7CB-60AF-D093-9D561FCE5804}"/>
              </a:ext>
            </a:extLst>
          </p:cNvPr>
          <p:cNvPicPr>
            <a:picLocks noChangeAspect="1"/>
          </p:cNvPicPr>
          <p:nvPr/>
        </p:nvPicPr>
        <p:blipFill>
          <a:blip r:embed="rId2"/>
          <a:stretch>
            <a:fillRect/>
          </a:stretch>
        </p:blipFill>
        <p:spPr>
          <a:xfrm>
            <a:off x="1764921" y="1516616"/>
            <a:ext cx="9241286" cy="3293923"/>
          </a:xfrm>
          <a:prstGeom prst="rect">
            <a:avLst/>
          </a:prstGeom>
        </p:spPr>
      </p:pic>
      <p:sp>
        <p:nvSpPr>
          <p:cNvPr id="4" name="Rectangle 3">
            <a:extLst>
              <a:ext uri="{FF2B5EF4-FFF2-40B4-BE49-F238E27FC236}">
                <a16:creationId xmlns:a16="http://schemas.microsoft.com/office/drawing/2014/main" id="{435799AB-8AFA-FB04-8037-4B981F06C435}"/>
              </a:ext>
            </a:extLst>
          </p:cNvPr>
          <p:cNvSpPr/>
          <p:nvPr/>
        </p:nvSpPr>
        <p:spPr>
          <a:xfrm>
            <a:off x="1620078" y="998375"/>
            <a:ext cx="9491870" cy="4130215"/>
          </a:xfrm>
          <a:prstGeom prst="rect">
            <a:avLst/>
          </a:prstGeom>
          <a:noFill/>
          <a:ln w="666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92380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93B56B-C91F-3B69-2375-38F7F4712978}"/>
              </a:ext>
            </a:extLst>
          </p:cNvPr>
          <p:cNvPicPr>
            <a:picLocks noChangeAspect="1"/>
          </p:cNvPicPr>
          <p:nvPr/>
        </p:nvPicPr>
        <p:blipFill>
          <a:blip r:embed="rId2"/>
          <a:stretch>
            <a:fillRect/>
          </a:stretch>
        </p:blipFill>
        <p:spPr>
          <a:xfrm>
            <a:off x="1746582" y="1262914"/>
            <a:ext cx="9314993" cy="3118586"/>
          </a:xfrm>
          <a:prstGeom prst="rect">
            <a:avLst/>
          </a:prstGeom>
        </p:spPr>
      </p:pic>
      <p:sp>
        <p:nvSpPr>
          <p:cNvPr id="4" name="Rectangle 3">
            <a:extLst>
              <a:ext uri="{FF2B5EF4-FFF2-40B4-BE49-F238E27FC236}">
                <a16:creationId xmlns:a16="http://schemas.microsoft.com/office/drawing/2014/main" id="{047AE2E2-9743-8342-0175-BF4DE2BF02D7}"/>
              </a:ext>
            </a:extLst>
          </p:cNvPr>
          <p:cNvSpPr/>
          <p:nvPr/>
        </p:nvSpPr>
        <p:spPr>
          <a:xfrm>
            <a:off x="1620078" y="998375"/>
            <a:ext cx="9491870" cy="4130215"/>
          </a:xfrm>
          <a:prstGeom prst="rect">
            <a:avLst/>
          </a:prstGeom>
          <a:noFill/>
          <a:ln w="666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042663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1D0948-DDE0-61BA-789A-9ED68E393C0A}"/>
              </a:ext>
            </a:extLst>
          </p:cNvPr>
          <p:cNvSpPr/>
          <p:nvPr/>
        </p:nvSpPr>
        <p:spPr>
          <a:xfrm>
            <a:off x="2941983" y="159026"/>
            <a:ext cx="6402042" cy="6549887"/>
          </a:xfrm>
          <a:prstGeom prst="rect">
            <a:avLst/>
          </a:prstGeom>
          <a:solidFill>
            <a:srgbClr val="00B0F0"/>
          </a:solidFill>
          <a:ln w="666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7EEA61D2-1BDF-6EC1-8F26-120525F8CF7E}"/>
              </a:ext>
            </a:extLst>
          </p:cNvPr>
          <p:cNvPicPr>
            <a:picLocks noChangeAspect="1"/>
          </p:cNvPicPr>
          <p:nvPr/>
        </p:nvPicPr>
        <p:blipFill>
          <a:blip r:embed="rId2"/>
          <a:stretch>
            <a:fillRect/>
          </a:stretch>
        </p:blipFill>
        <p:spPr>
          <a:xfrm>
            <a:off x="3150615" y="262615"/>
            <a:ext cx="5890770" cy="6332769"/>
          </a:xfrm>
          <a:prstGeom prst="rect">
            <a:avLst/>
          </a:prstGeom>
        </p:spPr>
      </p:pic>
    </p:spTree>
    <p:extLst>
      <p:ext uri="{BB962C8B-B14F-4D97-AF65-F5344CB8AC3E}">
        <p14:creationId xmlns:p14="http://schemas.microsoft.com/office/powerpoint/2010/main" val="766305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D020A6-E315-266C-7683-09810DD1B778}"/>
              </a:ext>
            </a:extLst>
          </p:cNvPr>
          <p:cNvPicPr>
            <a:picLocks noChangeAspect="1"/>
          </p:cNvPicPr>
          <p:nvPr/>
        </p:nvPicPr>
        <p:blipFill>
          <a:blip r:embed="rId2"/>
          <a:stretch>
            <a:fillRect/>
          </a:stretch>
        </p:blipFill>
        <p:spPr>
          <a:xfrm>
            <a:off x="1139422" y="4326056"/>
            <a:ext cx="3109394" cy="512136"/>
          </a:xfrm>
          <a:prstGeom prst="rect">
            <a:avLst/>
          </a:prstGeom>
        </p:spPr>
      </p:pic>
      <p:pic>
        <p:nvPicPr>
          <p:cNvPr id="9" name="Picture 8">
            <a:extLst>
              <a:ext uri="{FF2B5EF4-FFF2-40B4-BE49-F238E27FC236}">
                <a16:creationId xmlns:a16="http://schemas.microsoft.com/office/drawing/2014/main" id="{F779CDDC-F050-3D1B-73FF-B7F077E8AFF5}"/>
              </a:ext>
            </a:extLst>
          </p:cNvPr>
          <p:cNvPicPr>
            <a:picLocks noChangeAspect="1"/>
          </p:cNvPicPr>
          <p:nvPr/>
        </p:nvPicPr>
        <p:blipFill>
          <a:blip r:embed="rId3"/>
          <a:stretch>
            <a:fillRect/>
          </a:stretch>
        </p:blipFill>
        <p:spPr>
          <a:xfrm>
            <a:off x="6528662" y="407111"/>
            <a:ext cx="4991533" cy="5707875"/>
          </a:xfrm>
          <a:prstGeom prst="rect">
            <a:avLst/>
          </a:prstGeom>
        </p:spPr>
      </p:pic>
      <p:sp>
        <p:nvSpPr>
          <p:cNvPr id="2" name="Rectangle 1">
            <a:extLst>
              <a:ext uri="{FF2B5EF4-FFF2-40B4-BE49-F238E27FC236}">
                <a16:creationId xmlns:a16="http://schemas.microsoft.com/office/drawing/2014/main" id="{550EFC54-529F-593F-DE37-53D9F5A7FFFF}"/>
              </a:ext>
            </a:extLst>
          </p:cNvPr>
          <p:cNvSpPr/>
          <p:nvPr/>
        </p:nvSpPr>
        <p:spPr>
          <a:xfrm>
            <a:off x="108294" y="4920233"/>
            <a:ext cx="5200591" cy="707886"/>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Prescribing Plat Growth </a:t>
            </a:r>
          </a:p>
        </p:txBody>
      </p:sp>
      <p:grpSp>
        <p:nvGrpSpPr>
          <p:cNvPr id="11" name="Group 10">
            <a:extLst>
              <a:ext uri="{FF2B5EF4-FFF2-40B4-BE49-F238E27FC236}">
                <a16:creationId xmlns:a16="http://schemas.microsoft.com/office/drawing/2014/main" id="{9BCB0D46-6E22-F4B8-DBAE-400BC2C9D6CC}"/>
              </a:ext>
            </a:extLst>
          </p:cNvPr>
          <p:cNvGrpSpPr/>
          <p:nvPr/>
        </p:nvGrpSpPr>
        <p:grpSpPr>
          <a:xfrm>
            <a:off x="1139422" y="1327073"/>
            <a:ext cx="2597921" cy="2774190"/>
            <a:chOff x="2708589" y="729914"/>
            <a:chExt cx="2597921" cy="2774190"/>
          </a:xfrm>
        </p:grpSpPr>
        <p:pic>
          <p:nvPicPr>
            <p:cNvPr id="5" name="Picture 4">
              <a:extLst>
                <a:ext uri="{FF2B5EF4-FFF2-40B4-BE49-F238E27FC236}">
                  <a16:creationId xmlns:a16="http://schemas.microsoft.com/office/drawing/2014/main" id="{76C68AD8-EDCF-006B-9CAB-FCD21E478054}"/>
                </a:ext>
              </a:extLst>
            </p:cNvPr>
            <p:cNvPicPr>
              <a:picLocks noChangeAspect="1"/>
            </p:cNvPicPr>
            <p:nvPr/>
          </p:nvPicPr>
          <p:blipFill>
            <a:blip r:embed="rId4"/>
            <a:stretch>
              <a:fillRect/>
            </a:stretch>
          </p:blipFill>
          <p:spPr>
            <a:xfrm>
              <a:off x="2777903" y="729914"/>
              <a:ext cx="2528607" cy="2774190"/>
            </a:xfrm>
            <a:prstGeom prst="rect">
              <a:avLst/>
            </a:prstGeom>
          </p:spPr>
        </p:pic>
        <p:sp>
          <p:nvSpPr>
            <p:cNvPr id="3" name="Rectangle 2">
              <a:extLst>
                <a:ext uri="{FF2B5EF4-FFF2-40B4-BE49-F238E27FC236}">
                  <a16:creationId xmlns:a16="http://schemas.microsoft.com/office/drawing/2014/main" id="{C9D4659B-7E8D-C6B6-3CF0-F42F44474740}"/>
                </a:ext>
              </a:extLst>
            </p:cNvPr>
            <p:cNvSpPr/>
            <p:nvPr/>
          </p:nvSpPr>
          <p:spPr>
            <a:xfrm>
              <a:off x="3840049" y="2243807"/>
              <a:ext cx="301686"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I</a:t>
              </a:r>
            </a:p>
          </p:txBody>
        </p:sp>
        <p:sp>
          <p:nvSpPr>
            <p:cNvPr id="4" name="Rectangle 3">
              <a:extLst>
                <a:ext uri="{FF2B5EF4-FFF2-40B4-BE49-F238E27FC236}">
                  <a16:creationId xmlns:a16="http://schemas.microsoft.com/office/drawing/2014/main" id="{4A31F8E7-43C6-F903-A06B-B12468614B38}"/>
                </a:ext>
              </a:extLst>
            </p:cNvPr>
            <p:cNvSpPr/>
            <p:nvPr/>
          </p:nvSpPr>
          <p:spPr>
            <a:xfrm>
              <a:off x="3824776" y="2807230"/>
              <a:ext cx="301686"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I</a:t>
              </a:r>
            </a:p>
          </p:txBody>
        </p:sp>
        <p:sp>
          <p:nvSpPr>
            <p:cNvPr id="6" name="Rectangle 5">
              <a:extLst>
                <a:ext uri="{FF2B5EF4-FFF2-40B4-BE49-F238E27FC236}">
                  <a16:creationId xmlns:a16="http://schemas.microsoft.com/office/drawing/2014/main" id="{C07F5ABB-B00F-816C-E22A-E3C9B135D530}"/>
                </a:ext>
              </a:extLst>
            </p:cNvPr>
            <p:cNvSpPr/>
            <p:nvPr/>
          </p:nvSpPr>
          <p:spPr>
            <a:xfrm>
              <a:off x="4368019" y="2305363"/>
              <a:ext cx="904415"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rPr>
                <a:t>[ILF]</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15A1530D-A74C-D016-B63C-3BE9EE800175}"/>
                </a:ext>
              </a:extLst>
            </p:cNvPr>
            <p:cNvSpPr/>
            <p:nvPr/>
          </p:nvSpPr>
          <p:spPr>
            <a:xfrm>
              <a:off x="2708589" y="1902030"/>
              <a:ext cx="986168" cy="646331"/>
            </a:xfrm>
            <a:prstGeom prst="rect">
              <a:avLst/>
            </a:prstGeom>
            <a:noFill/>
          </p:spPr>
          <p:txBody>
            <a:bodyPr wrap="none" lIns="91440" tIns="45720" rIns="91440" bIns="45720">
              <a:spAutoFit/>
            </a:bodyPr>
            <a:lstStyle/>
            <a:p>
              <a:pPr algn="ctr"/>
              <a:r>
                <a:rPr lang="en-US" sz="3600" dirty="0">
                  <a:ln w="0"/>
                  <a:effectLst>
                    <a:outerShdw blurRad="38100" dist="19050" dir="2700000" algn="tl" rotWithShape="0">
                      <a:schemeClr val="dk1">
                        <a:alpha val="40000"/>
                      </a:schemeClr>
                    </a:outerShdw>
                  </a:effectLst>
                </a:rPr>
                <a:t>(ILF)</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6A5D93A9-A076-F39F-D0C4-DF2D1DDADA23}"/>
                </a:ext>
              </a:extLst>
            </p:cNvPr>
            <p:cNvSpPr/>
            <p:nvPr/>
          </p:nvSpPr>
          <p:spPr>
            <a:xfrm>
              <a:off x="4370035" y="778049"/>
              <a:ext cx="936475"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ILF*</a:t>
              </a:r>
            </a:p>
          </p:txBody>
        </p:sp>
      </p:grpSp>
    </p:spTree>
    <p:extLst>
      <p:ext uri="{BB962C8B-B14F-4D97-AF65-F5344CB8AC3E}">
        <p14:creationId xmlns:p14="http://schemas.microsoft.com/office/powerpoint/2010/main" val="96367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63EC11-1DD7-32E1-8855-1776FDED5922}"/>
              </a:ext>
            </a:extLst>
          </p:cNvPr>
          <p:cNvPicPr>
            <a:picLocks noChangeAspect="1"/>
          </p:cNvPicPr>
          <p:nvPr/>
        </p:nvPicPr>
        <p:blipFill>
          <a:blip r:embed="rId2"/>
          <a:stretch>
            <a:fillRect/>
          </a:stretch>
        </p:blipFill>
        <p:spPr>
          <a:xfrm>
            <a:off x="2186601" y="304529"/>
            <a:ext cx="7818798" cy="6248942"/>
          </a:xfrm>
          <a:prstGeom prst="rect">
            <a:avLst/>
          </a:prstGeom>
        </p:spPr>
      </p:pic>
    </p:spTree>
    <p:extLst>
      <p:ext uri="{BB962C8B-B14F-4D97-AF65-F5344CB8AC3E}">
        <p14:creationId xmlns:p14="http://schemas.microsoft.com/office/powerpoint/2010/main" val="34007016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838C3B-0631-657C-B28A-2CAD13C21178}"/>
              </a:ext>
            </a:extLst>
          </p:cNvPr>
          <p:cNvPicPr>
            <a:picLocks noChangeAspect="1"/>
          </p:cNvPicPr>
          <p:nvPr/>
        </p:nvPicPr>
        <p:blipFill>
          <a:blip r:embed="rId2"/>
          <a:stretch>
            <a:fillRect/>
          </a:stretch>
        </p:blipFill>
        <p:spPr>
          <a:xfrm>
            <a:off x="2228515" y="312150"/>
            <a:ext cx="7734970" cy="6233700"/>
          </a:xfrm>
          <a:prstGeom prst="rect">
            <a:avLst/>
          </a:prstGeom>
        </p:spPr>
      </p:pic>
    </p:spTree>
    <p:extLst>
      <p:ext uri="{BB962C8B-B14F-4D97-AF65-F5344CB8AC3E}">
        <p14:creationId xmlns:p14="http://schemas.microsoft.com/office/powerpoint/2010/main" val="26477407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66A87E-BCEF-B18C-BFB0-2F0119F8B389}"/>
              </a:ext>
            </a:extLst>
          </p:cNvPr>
          <p:cNvPicPr>
            <a:picLocks noChangeAspect="1"/>
          </p:cNvPicPr>
          <p:nvPr/>
        </p:nvPicPr>
        <p:blipFill>
          <a:blip r:embed="rId2"/>
          <a:stretch>
            <a:fillRect/>
          </a:stretch>
        </p:blipFill>
        <p:spPr>
          <a:xfrm>
            <a:off x="2217084" y="506476"/>
            <a:ext cx="7757832" cy="5845047"/>
          </a:xfrm>
          <a:prstGeom prst="rect">
            <a:avLst/>
          </a:prstGeom>
        </p:spPr>
      </p:pic>
    </p:spTree>
    <p:extLst>
      <p:ext uri="{BB962C8B-B14F-4D97-AF65-F5344CB8AC3E}">
        <p14:creationId xmlns:p14="http://schemas.microsoft.com/office/powerpoint/2010/main" val="13420286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620CB5-D1DA-B882-CF6F-FF9C49853C38}"/>
              </a:ext>
            </a:extLst>
          </p:cNvPr>
          <p:cNvSpPr/>
          <p:nvPr/>
        </p:nvSpPr>
        <p:spPr>
          <a:xfrm>
            <a:off x="5152120" y="2967335"/>
            <a:ext cx="188776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Extras</a:t>
            </a:r>
          </a:p>
        </p:txBody>
      </p:sp>
    </p:spTree>
    <p:extLst>
      <p:ext uri="{BB962C8B-B14F-4D97-AF65-F5344CB8AC3E}">
        <p14:creationId xmlns:p14="http://schemas.microsoft.com/office/powerpoint/2010/main" val="10253226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6C3886-4B7B-8D06-1FB6-339E07CE5A63}"/>
              </a:ext>
            </a:extLst>
          </p:cNvPr>
          <p:cNvSpPr txBox="1"/>
          <p:nvPr/>
        </p:nvSpPr>
        <p:spPr>
          <a:xfrm>
            <a:off x="772109" y="651885"/>
            <a:ext cx="9454242" cy="5262979"/>
          </a:xfrm>
          <a:prstGeom prst="rect">
            <a:avLst/>
          </a:prstGeom>
          <a:noFill/>
        </p:spPr>
        <p:txBody>
          <a:bodyPr wrap="square">
            <a:spAutoFit/>
          </a:bodyPr>
          <a:lstStyle/>
          <a:p>
            <a:r>
              <a:rPr lang="en-US" sz="4800" dirty="0">
                <a:solidFill>
                  <a:srgbClr val="FF0000"/>
                </a:solidFill>
              </a:rPr>
              <a:t>break statement </a:t>
            </a:r>
          </a:p>
          <a:p>
            <a:r>
              <a:rPr lang="en-US" sz="4800" dirty="0"/>
              <a:t>The break statement ends a loop, e.g.: </a:t>
            </a:r>
          </a:p>
          <a:p>
            <a:r>
              <a:rPr lang="en-US" sz="4800" dirty="0"/>
              <a:t>for </a:t>
            </a:r>
            <a:r>
              <a:rPr lang="en-US" sz="4800" dirty="0" err="1"/>
              <a:t>i</a:t>
            </a:r>
            <a:r>
              <a:rPr lang="en-US" sz="4800" dirty="0"/>
              <a:t>=1:10 </a:t>
            </a:r>
          </a:p>
          <a:p>
            <a:r>
              <a:rPr lang="en-US" sz="4800" dirty="0"/>
              <a:t>if </a:t>
            </a:r>
            <a:r>
              <a:rPr lang="en-US" sz="4800" dirty="0" err="1"/>
              <a:t>i</a:t>
            </a:r>
            <a:r>
              <a:rPr lang="en-US" sz="4800" dirty="0"/>
              <a:t>==5 break end </a:t>
            </a:r>
          </a:p>
          <a:p>
            <a:r>
              <a:rPr lang="en-US" sz="4800" dirty="0" err="1"/>
              <a:t>disp</a:t>
            </a:r>
            <a:r>
              <a:rPr lang="en-US" sz="4800" dirty="0"/>
              <a:t>(</a:t>
            </a:r>
            <a:r>
              <a:rPr lang="en-US" sz="4800" dirty="0" err="1"/>
              <a:t>i</a:t>
            </a:r>
            <a:r>
              <a:rPr lang="en-US" sz="4800" dirty="0"/>
              <a:t>) </a:t>
            </a:r>
          </a:p>
          <a:p>
            <a:r>
              <a:rPr lang="en-US" sz="4800" dirty="0"/>
              <a:t>end</a:t>
            </a:r>
            <a:endParaRPr lang="en-IN" sz="4800" dirty="0"/>
          </a:p>
        </p:txBody>
      </p:sp>
      <p:sp>
        <p:nvSpPr>
          <p:cNvPr id="5" name="TextBox 4">
            <a:extLst>
              <a:ext uri="{FF2B5EF4-FFF2-40B4-BE49-F238E27FC236}">
                <a16:creationId xmlns:a16="http://schemas.microsoft.com/office/drawing/2014/main" id="{EE3A2003-A2D4-8BD4-6208-122B17C7A7A6}"/>
              </a:ext>
            </a:extLst>
          </p:cNvPr>
          <p:cNvSpPr txBox="1"/>
          <p:nvPr/>
        </p:nvSpPr>
        <p:spPr>
          <a:xfrm>
            <a:off x="7004957" y="3098708"/>
            <a:ext cx="1999084" cy="2246769"/>
          </a:xfrm>
          <a:prstGeom prst="rect">
            <a:avLst/>
          </a:prstGeom>
          <a:solidFill>
            <a:schemeClr val="accent4">
              <a:lumMod val="40000"/>
              <a:lumOff val="60000"/>
            </a:schemeClr>
          </a:solidFill>
        </p:spPr>
        <p:txBody>
          <a:bodyPr wrap="square">
            <a:spAutoFit/>
          </a:bodyPr>
          <a:lstStyle/>
          <a:p>
            <a:r>
              <a:rPr lang="en-US" sz="2800" dirty="0"/>
              <a:t>outputs: </a:t>
            </a:r>
          </a:p>
          <a:p>
            <a:r>
              <a:rPr lang="en-US" sz="2800" dirty="0"/>
              <a:t>1 </a:t>
            </a:r>
          </a:p>
          <a:p>
            <a:r>
              <a:rPr lang="en-US" sz="2800" dirty="0"/>
              <a:t>2 </a:t>
            </a:r>
          </a:p>
          <a:p>
            <a:r>
              <a:rPr lang="en-US" sz="2800" dirty="0"/>
              <a:t>3 </a:t>
            </a:r>
          </a:p>
          <a:p>
            <a:r>
              <a:rPr lang="en-US" sz="2800" dirty="0"/>
              <a:t>4</a:t>
            </a:r>
            <a:endParaRPr lang="en-IN" dirty="0"/>
          </a:p>
        </p:txBody>
      </p:sp>
    </p:spTree>
    <p:extLst>
      <p:ext uri="{BB962C8B-B14F-4D97-AF65-F5344CB8AC3E}">
        <p14:creationId xmlns:p14="http://schemas.microsoft.com/office/powerpoint/2010/main" val="37804112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3C9902-61CD-BDB0-F0BF-7D089EB804E9}"/>
              </a:ext>
            </a:extLst>
          </p:cNvPr>
          <p:cNvSpPr txBox="1"/>
          <p:nvPr/>
        </p:nvSpPr>
        <p:spPr>
          <a:xfrm>
            <a:off x="641479" y="233466"/>
            <a:ext cx="9332945" cy="6124754"/>
          </a:xfrm>
          <a:prstGeom prst="rect">
            <a:avLst/>
          </a:prstGeom>
          <a:noFill/>
        </p:spPr>
        <p:txBody>
          <a:bodyPr wrap="square">
            <a:spAutoFit/>
          </a:bodyPr>
          <a:lstStyle/>
          <a:p>
            <a:r>
              <a:rPr lang="en-US" sz="2800" dirty="0">
                <a:solidFill>
                  <a:srgbClr val="FF0000"/>
                </a:solidFill>
              </a:rPr>
              <a:t>continue statement </a:t>
            </a:r>
          </a:p>
          <a:p>
            <a:r>
              <a:rPr lang="en-US" sz="2800" dirty="0"/>
              <a:t>the continue statement skips an iteration of a </a:t>
            </a:r>
            <a:r>
              <a:rPr lang="en-US" sz="2800" dirty="0" err="1"/>
              <a:t>loop,e.g</a:t>
            </a:r>
            <a:r>
              <a:rPr lang="en-US" sz="2800" dirty="0"/>
              <a:t>.: </a:t>
            </a:r>
          </a:p>
          <a:p>
            <a:r>
              <a:rPr lang="en-US" sz="2800" dirty="0">
                <a:solidFill>
                  <a:srgbClr val="00B0F0"/>
                </a:solidFill>
              </a:rPr>
              <a:t>for </a:t>
            </a:r>
            <a:r>
              <a:rPr lang="en-US" sz="2800" dirty="0" err="1">
                <a:solidFill>
                  <a:srgbClr val="00B0F0"/>
                </a:solidFill>
              </a:rPr>
              <a:t>i</a:t>
            </a:r>
            <a:r>
              <a:rPr lang="en-US" sz="2800" dirty="0">
                <a:solidFill>
                  <a:srgbClr val="00B0F0"/>
                </a:solidFill>
              </a:rPr>
              <a:t>=1:5 </a:t>
            </a:r>
          </a:p>
          <a:p>
            <a:r>
              <a:rPr lang="en-US" sz="2800" dirty="0">
                <a:solidFill>
                  <a:srgbClr val="00B0F0"/>
                </a:solidFill>
              </a:rPr>
              <a:t>	</a:t>
            </a:r>
            <a:r>
              <a:rPr lang="en-US" sz="2800" dirty="0">
                <a:solidFill>
                  <a:schemeClr val="accent6">
                    <a:lumMod val="75000"/>
                  </a:schemeClr>
                </a:solidFill>
              </a:rPr>
              <a:t>if </a:t>
            </a:r>
            <a:r>
              <a:rPr lang="en-US" sz="2800" dirty="0" err="1">
                <a:solidFill>
                  <a:schemeClr val="accent6">
                    <a:lumMod val="75000"/>
                  </a:schemeClr>
                </a:solidFill>
              </a:rPr>
              <a:t>i</a:t>
            </a:r>
            <a:r>
              <a:rPr lang="en-US" sz="2800" dirty="0">
                <a:solidFill>
                  <a:schemeClr val="accent6">
                    <a:lumMod val="75000"/>
                  </a:schemeClr>
                </a:solidFill>
              </a:rPr>
              <a:t>==3 </a:t>
            </a:r>
          </a:p>
          <a:p>
            <a:r>
              <a:rPr lang="en-US" sz="2800" dirty="0">
                <a:solidFill>
                  <a:schemeClr val="accent6">
                    <a:lumMod val="75000"/>
                  </a:schemeClr>
                </a:solidFill>
              </a:rPr>
              <a:t>	continue</a:t>
            </a:r>
          </a:p>
          <a:p>
            <a:r>
              <a:rPr lang="en-US" sz="2800" dirty="0">
                <a:solidFill>
                  <a:schemeClr val="accent6">
                    <a:lumMod val="75000"/>
                  </a:schemeClr>
                </a:solidFill>
              </a:rPr>
              <a:t> 	end </a:t>
            </a:r>
          </a:p>
          <a:p>
            <a:r>
              <a:rPr lang="en-US" sz="2800" dirty="0" err="1">
                <a:solidFill>
                  <a:srgbClr val="00B0F0"/>
                </a:solidFill>
              </a:rPr>
              <a:t>disp</a:t>
            </a:r>
            <a:r>
              <a:rPr lang="en-US" sz="2800" dirty="0">
                <a:solidFill>
                  <a:srgbClr val="00B0F0"/>
                </a:solidFill>
              </a:rPr>
              <a:t>(</a:t>
            </a:r>
            <a:r>
              <a:rPr lang="en-US" sz="2800" dirty="0" err="1">
                <a:solidFill>
                  <a:srgbClr val="00B0F0"/>
                </a:solidFill>
              </a:rPr>
              <a:t>i</a:t>
            </a:r>
            <a:r>
              <a:rPr lang="en-US" sz="2800" dirty="0">
                <a:solidFill>
                  <a:srgbClr val="00B0F0"/>
                </a:solidFill>
              </a:rPr>
              <a:t>) </a:t>
            </a:r>
          </a:p>
          <a:p>
            <a:r>
              <a:rPr lang="en-US" sz="2800" dirty="0">
                <a:solidFill>
                  <a:srgbClr val="00B0F0"/>
                </a:solidFill>
              </a:rPr>
              <a:t>end </a:t>
            </a:r>
          </a:p>
          <a:p>
            <a:endParaRPr lang="en-US" sz="2800" dirty="0"/>
          </a:p>
          <a:p>
            <a:r>
              <a:rPr lang="en-US" sz="2800" dirty="0"/>
              <a:t>outputs: </a:t>
            </a:r>
          </a:p>
          <a:p>
            <a:r>
              <a:rPr lang="en-US" sz="2800" dirty="0"/>
              <a:t>1</a:t>
            </a:r>
          </a:p>
          <a:p>
            <a:r>
              <a:rPr lang="en-US" sz="2800" dirty="0"/>
              <a:t>2 </a:t>
            </a:r>
          </a:p>
          <a:p>
            <a:r>
              <a:rPr lang="en-US" sz="2800" dirty="0"/>
              <a:t>4 </a:t>
            </a:r>
          </a:p>
          <a:p>
            <a:r>
              <a:rPr lang="en-US" sz="2800" dirty="0"/>
              <a:t>5 </a:t>
            </a:r>
            <a:endParaRPr lang="en-IN" dirty="0"/>
          </a:p>
        </p:txBody>
      </p:sp>
    </p:spTree>
    <p:extLst>
      <p:ext uri="{BB962C8B-B14F-4D97-AF65-F5344CB8AC3E}">
        <p14:creationId xmlns:p14="http://schemas.microsoft.com/office/powerpoint/2010/main" val="27510199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8D185C-952B-6379-BE07-C353200E7E5C}"/>
              </a:ext>
            </a:extLst>
          </p:cNvPr>
          <p:cNvSpPr txBox="1"/>
          <p:nvPr/>
        </p:nvSpPr>
        <p:spPr>
          <a:xfrm>
            <a:off x="219269" y="450989"/>
            <a:ext cx="11753461" cy="5786199"/>
          </a:xfrm>
          <a:prstGeom prst="rect">
            <a:avLst/>
          </a:prstGeom>
          <a:noFill/>
        </p:spPr>
        <p:txBody>
          <a:bodyPr wrap="square">
            <a:spAutoFit/>
          </a:bodyPr>
          <a:lstStyle/>
          <a:p>
            <a:r>
              <a:rPr lang="en-US" sz="3200" dirty="0">
                <a:solidFill>
                  <a:srgbClr val="FF0000"/>
                </a:solidFill>
              </a:rPr>
              <a:t>return statement</a:t>
            </a:r>
          </a:p>
          <a:p>
            <a:r>
              <a:rPr lang="en-US" sz="3200" dirty="0"/>
              <a:t> test whether n is a prime (same as </a:t>
            </a:r>
            <a:r>
              <a:rPr lang="en-US" sz="3200" dirty="0" err="1"/>
              <a:t>isprime</a:t>
            </a:r>
            <a:r>
              <a:rPr lang="en-US" sz="3200" dirty="0"/>
              <a:t>): </a:t>
            </a:r>
          </a:p>
          <a:p>
            <a:r>
              <a:rPr lang="en-US" sz="3200" dirty="0">
                <a:solidFill>
                  <a:srgbClr val="00B0F0"/>
                </a:solidFill>
              </a:rPr>
              <a:t>function res = </a:t>
            </a:r>
            <a:r>
              <a:rPr lang="en-US" sz="3200" dirty="0" err="1">
                <a:solidFill>
                  <a:srgbClr val="00B0F0"/>
                </a:solidFill>
              </a:rPr>
              <a:t>is_prime</a:t>
            </a:r>
            <a:r>
              <a:rPr lang="en-US" sz="3200" dirty="0">
                <a:solidFill>
                  <a:srgbClr val="00B0F0"/>
                </a:solidFill>
              </a:rPr>
              <a:t>(n) </a:t>
            </a:r>
          </a:p>
          <a:p>
            <a:r>
              <a:rPr lang="en-US" sz="3200" dirty="0">
                <a:solidFill>
                  <a:srgbClr val="00B0F0"/>
                </a:solidFill>
              </a:rPr>
              <a:t>	res = false; </a:t>
            </a:r>
          </a:p>
          <a:p>
            <a:r>
              <a:rPr lang="en-US" sz="3200" dirty="0">
                <a:solidFill>
                  <a:srgbClr val="00B0F0"/>
                </a:solidFill>
              </a:rPr>
              <a:t>	for </a:t>
            </a:r>
            <a:r>
              <a:rPr lang="en-US" sz="3200" dirty="0" err="1">
                <a:solidFill>
                  <a:srgbClr val="00B0F0"/>
                </a:solidFill>
              </a:rPr>
              <a:t>i</a:t>
            </a:r>
            <a:r>
              <a:rPr lang="en-US" sz="3200" dirty="0">
                <a:solidFill>
                  <a:srgbClr val="00B0F0"/>
                </a:solidFill>
              </a:rPr>
              <a:t>=2:n-1 </a:t>
            </a:r>
          </a:p>
          <a:p>
            <a:r>
              <a:rPr lang="en-US" sz="3200" dirty="0">
                <a:solidFill>
                  <a:srgbClr val="00B0F0"/>
                </a:solidFill>
              </a:rPr>
              <a:t>		if mod(n, </a:t>
            </a:r>
            <a:r>
              <a:rPr lang="en-US" sz="3200" dirty="0" err="1">
                <a:solidFill>
                  <a:srgbClr val="00B0F0"/>
                </a:solidFill>
              </a:rPr>
              <a:t>i</a:t>
            </a:r>
            <a:r>
              <a:rPr lang="en-US" sz="3200" dirty="0">
                <a:solidFill>
                  <a:srgbClr val="00B0F0"/>
                </a:solidFill>
              </a:rPr>
              <a:t>) == 0 return end </a:t>
            </a:r>
          </a:p>
          <a:p>
            <a:r>
              <a:rPr lang="en-US" sz="3200" dirty="0">
                <a:solidFill>
                  <a:srgbClr val="00B0F0"/>
                </a:solidFill>
              </a:rPr>
              <a:t>	end </a:t>
            </a:r>
          </a:p>
          <a:p>
            <a:r>
              <a:rPr lang="en-US" sz="3200" dirty="0">
                <a:solidFill>
                  <a:srgbClr val="00B0F0"/>
                </a:solidFill>
              </a:rPr>
              <a:t>	res = true; </a:t>
            </a:r>
          </a:p>
          <a:p>
            <a:r>
              <a:rPr lang="en-US" sz="3200" dirty="0">
                <a:solidFill>
                  <a:srgbClr val="00B0F0"/>
                </a:solidFill>
              </a:rPr>
              <a:t>end</a:t>
            </a:r>
          </a:p>
          <a:p>
            <a:endParaRPr lang="en-US" dirty="0"/>
          </a:p>
          <a:p>
            <a:pPr marL="457200" indent="-457200">
              <a:buFont typeface="Arial" panose="020B0604020202020204" pitchFamily="34" charset="0"/>
              <a:buChar char="•"/>
            </a:pPr>
            <a:r>
              <a:rPr lang="en-US" sz="3200" dirty="0"/>
              <a:t>most languages have a combined return statement:  return (value) </a:t>
            </a:r>
          </a:p>
          <a:p>
            <a:pPr marL="457200" indent="-457200">
              <a:buFont typeface="Arial" panose="020B0604020202020204" pitchFamily="34" charset="0"/>
              <a:buChar char="•"/>
            </a:pPr>
            <a:r>
              <a:rPr lang="en-US" sz="3200" dirty="0"/>
              <a:t>replacing both return and an output variable: res = (value); return</a:t>
            </a:r>
            <a:endParaRPr lang="en-IN" sz="3200" dirty="0"/>
          </a:p>
        </p:txBody>
      </p:sp>
    </p:spTree>
    <p:extLst>
      <p:ext uri="{BB962C8B-B14F-4D97-AF65-F5344CB8AC3E}">
        <p14:creationId xmlns:p14="http://schemas.microsoft.com/office/powerpoint/2010/main" val="28231216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457497-DC5C-4EC6-4501-3067C05C6944}"/>
              </a:ext>
            </a:extLst>
          </p:cNvPr>
          <p:cNvSpPr txBox="1"/>
          <p:nvPr/>
        </p:nvSpPr>
        <p:spPr>
          <a:xfrm>
            <a:off x="3319366" y="323852"/>
            <a:ext cx="6097554" cy="369332"/>
          </a:xfrm>
          <a:prstGeom prst="rect">
            <a:avLst/>
          </a:prstGeom>
          <a:noFill/>
        </p:spPr>
        <p:txBody>
          <a:bodyPr wrap="square">
            <a:spAutoFit/>
          </a:bodyPr>
          <a:lstStyle/>
          <a:p>
            <a:r>
              <a:rPr lang="en-IN" dirty="0"/>
              <a:t>http://atlas.wolfram.com/01/01/</a:t>
            </a:r>
          </a:p>
        </p:txBody>
      </p:sp>
      <p:pic>
        <p:nvPicPr>
          <p:cNvPr id="5" name="Picture 4">
            <a:extLst>
              <a:ext uri="{FF2B5EF4-FFF2-40B4-BE49-F238E27FC236}">
                <a16:creationId xmlns:a16="http://schemas.microsoft.com/office/drawing/2014/main" id="{17376E1E-65D4-71D8-FB2C-DD925EAC7CB6}"/>
              </a:ext>
            </a:extLst>
          </p:cNvPr>
          <p:cNvPicPr>
            <a:picLocks noChangeAspect="1"/>
          </p:cNvPicPr>
          <p:nvPr/>
        </p:nvPicPr>
        <p:blipFill>
          <a:blip r:embed="rId2"/>
          <a:stretch>
            <a:fillRect/>
          </a:stretch>
        </p:blipFill>
        <p:spPr>
          <a:xfrm>
            <a:off x="2216812" y="963312"/>
            <a:ext cx="6894160" cy="4793676"/>
          </a:xfrm>
          <a:prstGeom prst="rect">
            <a:avLst/>
          </a:prstGeom>
        </p:spPr>
      </p:pic>
      <p:sp>
        <p:nvSpPr>
          <p:cNvPr id="7" name="TextBox 6">
            <a:extLst>
              <a:ext uri="{FF2B5EF4-FFF2-40B4-BE49-F238E27FC236}">
                <a16:creationId xmlns:a16="http://schemas.microsoft.com/office/drawing/2014/main" id="{EE6B979A-1443-62EB-501D-A283605522A4}"/>
              </a:ext>
            </a:extLst>
          </p:cNvPr>
          <p:cNvSpPr txBox="1"/>
          <p:nvPr/>
        </p:nvSpPr>
        <p:spPr>
          <a:xfrm>
            <a:off x="3320920" y="693184"/>
            <a:ext cx="6096000" cy="369332"/>
          </a:xfrm>
          <a:prstGeom prst="rect">
            <a:avLst/>
          </a:prstGeom>
          <a:noFill/>
        </p:spPr>
        <p:txBody>
          <a:bodyPr wrap="square">
            <a:spAutoFit/>
          </a:bodyPr>
          <a:lstStyle/>
          <a:p>
            <a:r>
              <a:rPr lang="en-IN" dirty="0"/>
              <a:t>https://www.wolframscience.com/reference/basicimages.html</a:t>
            </a:r>
          </a:p>
        </p:txBody>
      </p:sp>
      <p:sp>
        <p:nvSpPr>
          <p:cNvPr id="9" name="TextBox 8">
            <a:extLst>
              <a:ext uri="{FF2B5EF4-FFF2-40B4-BE49-F238E27FC236}">
                <a16:creationId xmlns:a16="http://schemas.microsoft.com/office/drawing/2014/main" id="{9DB156B8-49AA-5C05-E07C-00344488C9DF}"/>
              </a:ext>
            </a:extLst>
          </p:cNvPr>
          <p:cNvSpPr txBox="1"/>
          <p:nvPr/>
        </p:nvSpPr>
        <p:spPr>
          <a:xfrm>
            <a:off x="2216812" y="5748730"/>
            <a:ext cx="9119882" cy="923330"/>
          </a:xfrm>
          <a:prstGeom prst="rect">
            <a:avLst/>
          </a:prstGeom>
          <a:noFill/>
        </p:spPr>
        <p:txBody>
          <a:bodyPr wrap="square">
            <a:spAutoFit/>
          </a:bodyPr>
          <a:lstStyle/>
          <a:p>
            <a:r>
              <a:rPr lang="en-IN" dirty="0"/>
              <a:t>https://eng.libretexts.org/Bookshelves/Electrical_Engineering/Signal_Processing_and_Modeling/Fast_Fourier_Transforms_(Burrus)/02%3A_Multidimensional_Index_Mapping/2.05%3A_The_FFT_as_a_Recursive_Evaluation_of_the_DFT</a:t>
            </a:r>
          </a:p>
        </p:txBody>
      </p:sp>
    </p:spTree>
    <p:extLst>
      <p:ext uri="{BB962C8B-B14F-4D97-AF65-F5344CB8AC3E}">
        <p14:creationId xmlns:p14="http://schemas.microsoft.com/office/powerpoint/2010/main" val="30476300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5663E850-CF8B-2438-E8C3-669088BC75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306326"/>
            <a:ext cx="7974157" cy="5992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188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6C2B76-954A-610A-DD17-E51450FE974A}"/>
              </a:ext>
            </a:extLst>
          </p:cNvPr>
          <p:cNvPicPr>
            <a:picLocks noChangeAspect="1"/>
          </p:cNvPicPr>
          <p:nvPr/>
        </p:nvPicPr>
        <p:blipFill>
          <a:blip r:embed="rId2"/>
          <a:stretch>
            <a:fillRect/>
          </a:stretch>
        </p:blipFill>
        <p:spPr>
          <a:xfrm>
            <a:off x="0" y="802783"/>
            <a:ext cx="6782747" cy="4982270"/>
          </a:xfrm>
          <a:prstGeom prst="rect">
            <a:avLst/>
          </a:prstGeom>
        </p:spPr>
      </p:pic>
      <p:sp>
        <p:nvSpPr>
          <p:cNvPr id="5" name="TextBox 4">
            <a:extLst>
              <a:ext uri="{FF2B5EF4-FFF2-40B4-BE49-F238E27FC236}">
                <a16:creationId xmlns:a16="http://schemas.microsoft.com/office/drawing/2014/main" id="{29F6EC10-933D-D23B-4190-674CF7DA0554}"/>
              </a:ext>
            </a:extLst>
          </p:cNvPr>
          <p:cNvSpPr txBox="1"/>
          <p:nvPr/>
        </p:nvSpPr>
        <p:spPr>
          <a:xfrm>
            <a:off x="6600825" y="1582202"/>
            <a:ext cx="4278457" cy="3139321"/>
          </a:xfrm>
          <a:prstGeom prst="rect">
            <a:avLst/>
          </a:prstGeom>
          <a:noFill/>
        </p:spPr>
        <p:txBody>
          <a:bodyPr wrap="square">
            <a:spAutoFit/>
          </a:bodyPr>
          <a:lstStyle/>
          <a:p>
            <a:r>
              <a:rPr lang="en-IN" dirty="0"/>
              <a:t>drawCircles2(0,0,20)</a:t>
            </a:r>
          </a:p>
          <a:p>
            <a:r>
              <a:rPr lang="en-IN" dirty="0"/>
              <a:t>axis off</a:t>
            </a:r>
          </a:p>
          <a:p>
            <a:r>
              <a:rPr lang="en-IN" dirty="0"/>
              <a:t>function drawCircles2(x, y, radius) </a:t>
            </a:r>
          </a:p>
          <a:p>
            <a:r>
              <a:rPr lang="en-IN" dirty="0"/>
              <a:t>   viscircles([x, y], radius);</a:t>
            </a:r>
          </a:p>
          <a:p>
            <a:r>
              <a:rPr lang="en-IN" dirty="0"/>
              <a:t>    if (radius &gt; 1) </a:t>
            </a:r>
          </a:p>
          <a:p>
            <a:r>
              <a:rPr lang="en-IN" dirty="0"/>
              <a:t>    drawCircles2(x + radius / 2, y, radius / 2);</a:t>
            </a:r>
          </a:p>
          <a:p>
            <a:r>
              <a:rPr lang="en-IN" dirty="0"/>
              <a:t>    drawCircles2(x - radius / 2, y, radius / 2);</a:t>
            </a:r>
          </a:p>
          <a:p>
            <a:r>
              <a:rPr lang="en-IN" dirty="0"/>
              <a:t>    drawCircles2(x, y + radius / 2, radius / 2);</a:t>
            </a:r>
          </a:p>
          <a:p>
            <a:r>
              <a:rPr lang="en-IN" dirty="0"/>
              <a:t>    drawCircles2(x, y - radius / 2, radius / 2);</a:t>
            </a:r>
          </a:p>
          <a:p>
            <a:r>
              <a:rPr lang="en-IN" dirty="0"/>
              <a:t>  end </a:t>
            </a:r>
          </a:p>
          <a:p>
            <a:r>
              <a:rPr lang="en-IN" dirty="0"/>
              <a:t>end </a:t>
            </a:r>
          </a:p>
        </p:txBody>
      </p:sp>
      <p:sp>
        <p:nvSpPr>
          <p:cNvPr id="6" name="Rectangle 5">
            <a:extLst>
              <a:ext uri="{FF2B5EF4-FFF2-40B4-BE49-F238E27FC236}">
                <a16:creationId xmlns:a16="http://schemas.microsoft.com/office/drawing/2014/main" id="{26F3A9F2-25DE-4B30-31D5-D404BCBF13EA}"/>
              </a:ext>
            </a:extLst>
          </p:cNvPr>
          <p:cNvSpPr/>
          <p:nvPr/>
        </p:nvSpPr>
        <p:spPr>
          <a:xfrm>
            <a:off x="6506703" y="776811"/>
            <a:ext cx="1206548"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highlight>
                  <a:srgbClr val="FFFF00"/>
                </a:highlight>
              </a:rPr>
              <a:t>Recursion</a:t>
            </a:r>
          </a:p>
        </p:txBody>
      </p:sp>
    </p:spTree>
    <p:extLst>
      <p:ext uri="{BB962C8B-B14F-4D97-AF65-F5344CB8AC3E}">
        <p14:creationId xmlns:p14="http://schemas.microsoft.com/office/powerpoint/2010/main" val="2937079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
      <a:dk1>
        <a:srgbClr val="000000"/>
      </a:dk1>
      <a:lt1>
        <a:srgbClr val="FFFFFF"/>
      </a:lt1>
      <a:dk2>
        <a:srgbClr val="000066"/>
      </a:dk2>
      <a:lt2>
        <a:srgbClr val="FFFF00"/>
      </a:lt2>
      <a:accent1>
        <a:srgbClr val="FF9900"/>
      </a:accent1>
      <a:accent2>
        <a:srgbClr val="00FFFF"/>
      </a:accent2>
      <a:accent3>
        <a:srgbClr val="AAAAB8"/>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2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38100" cap="flat" cmpd="sng" algn="ctr">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2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5583</TotalTime>
  <Words>5193</Words>
  <Application>Microsoft Office PowerPoint</Application>
  <PresentationFormat>Widescreen</PresentationFormat>
  <Paragraphs>843</Paragraphs>
  <Slides>71</Slides>
  <Notes>21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71</vt:i4>
      </vt:variant>
    </vt:vector>
  </HeadingPairs>
  <TitlesOfParts>
    <vt:vector size="84" baseType="lpstr">
      <vt:lpstr>PMingLiU</vt:lpstr>
      <vt:lpstr>Arial</vt:lpstr>
      <vt:lpstr>Arial Rounded MT Bold</vt:lpstr>
      <vt:lpstr>Calibri</vt:lpstr>
      <vt:lpstr>Calibri Light</vt:lpstr>
      <vt:lpstr>Comic Sans MS</vt:lpstr>
      <vt:lpstr>Courier New</vt:lpstr>
      <vt:lpstr>Menlo</vt:lpstr>
      <vt:lpstr>Symbol</vt:lpstr>
      <vt:lpstr>Times New Roman</vt:lpstr>
      <vt:lpstr>Office Theme</vt:lpstr>
      <vt:lpstr>1_Default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  Representation of an Algorithm</vt:lpstr>
      <vt:lpstr>Tree of Frames</vt:lpstr>
      <vt:lpstr>Friends</vt:lpstr>
      <vt:lpstr>Friends</vt:lpstr>
      <vt:lpstr>Friends</vt:lpstr>
      <vt:lpstr>Friends</vt:lpstr>
      <vt:lpstr>Friends</vt:lpstr>
      <vt:lpstr>Friends</vt:lpstr>
      <vt:lpstr>Friends</vt:lpstr>
      <vt:lpstr>Friends</vt:lpstr>
      <vt:lpstr>Friends</vt:lpstr>
      <vt:lpstr>Friends</vt:lpstr>
      <vt:lpstr>Friends</vt:lpstr>
      <vt:lpstr>Friends</vt:lpstr>
      <vt:lpstr>Friends &amp; Strong Induction</vt:lpstr>
      <vt:lpstr>Friends &amp; Strong Induction</vt:lpstr>
      <vt:lpstr>Friends &amp; Strong Induction</vt:lpstr>
      <vt:lpstr>Friends</vt:lpstr>
      <vt:lpstr>PowerPoint Presentation</vt:lpstr>
      <vt:lpstr>PowerPoint Presentation</vt:lpstr>
      <vt:lpstr>PowerPoint Presentation</vt:lpstr>
      <vt:lpstr>PowerPoint Presentation</vt:lpstr>
      <vt:lpstr>Towers of Hanoi</vt:lpstr>
      <vt:lpstr>PowerPoint Presentation</vt:lpstr>
      <vt:lpstr>Towers of Hanoi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Soman K.P (CEN)</dc:creator>
  <cp:lastModifiedBy>Dr. Soman K.P (CEN)</cp:lastModifiedBy>
  <cp:revision>30</cp:revision>
  <dcterms:created xsi:type="dcterms:W3CDTF">2022-08-17T01:48:50Z</dcterms:created>
  <dcterms:modified xsi:type="dcterms:W3CDTF">2024-06-10T22:13:27Z</dcterms:modified>
</cp:coreProperties>
</file>